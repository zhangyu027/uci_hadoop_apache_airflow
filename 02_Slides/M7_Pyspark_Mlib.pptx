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9753600" cx="13004800"/>
  <p:notesSz cx="13004800" cy="9753600"/>
  <p:embeddedFontLst>
    <p:embeddedFont>
      <p:font typeface="Merriweather Sans"/>
      <p:regular r:id="rId79"/>
      <p:bold r:id="rId80"/>
      <p:italic r:id="rId81"/>
      <p:boldItalic r:id="rId82"/>
    </p:embeddedFont>
    <p:embeddedFont>
      <p:font typeface="Arial Narrow"/>
      <p:regular r:id="rId83"/>
      <p:bold r:id="rId84"/>
      <p:italic r:id="rId85"/>
      <p:boldItalic r:id="rId86"/>
    </p:embeddedFont>
    <p:embeddedFont>
      <p:font typeface="Helvetica Neue"/>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91" roundtripDataSignature="AMtx7mgZQx9U8X1QZJiCc2Zbv+5nT6oh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223116-3C84-4EE4-85F8-6DDD05C4C417}">
  <a:tblStyle styleId="{42223116-3C84-4EE4-85F8-6DDD05C4C41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ArialNarrow-bold.fntdata"/><Relationship Id="rId83" Type="http://schemas.openxmlformats.org/officeDocument/2006/relationships/font" Target="fonts/ArialNarrow-regular.fntdata"/><Relationship Id="rId42" Type="http://schemas.openxmlformats.org/officeDocument/2006/relationships/slide" Target="slides/slide36.xml"/><Relationship Id="rId86" Type="http://schemas.openxmlformats.org/officeDocument/2006/relationships/font" Target="fonts/ArialNarrow-boldItalic.fntdata"/><Relationship Id="rId41" Type="http://schemas.openxmlformats.org/officeDocument/2006/relationships/slide" Target="slides/slide35.xml"/><Relationship Id="rId85" Type="http://schemas.openxmlformats.org/officeDocument/2006/relationships/font" Target="fonts/ArialNarrow-italic.fntdata"/><Relationship Id="rId44" Type="http://schemas.openxmlformats.org/officeDocument/2006/relationships/slide" Target="slides/slide38.xml"/><Relationship Id="rId88" Type="http://schemas.openxmlformats.org/officeDocument/2006/relationships/font" Target="fonts/HelveticaNeue-bold.fntdata"/><Relationship Id="rId43" Type="http://schemas.openxmlformats.org/officeDocument/2006/relationships/slide" Target="slides/slide37.xml"/><Relationship Id="rId87" Type="http://schemas.openxmlformats.org/officeDocument/2006/relationships/font" Target="fonts/HelveticaNeue-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HelveticaNeue-italic.fntdata"/><Relationship Id="rId80" Type="http://schemas.openxmlformats.org/officeDocument/2006/relationships/font" Target="fonts/MerriweatherSans-bold.fntdata"/><Relationship Id="rId82" Type="http://schemas.openxmlformats.org/officeDocument/2006/relationships/font" Target="fonts/MerriweatherSans-boldItalic.fntdata"/><Relationship Id="rId81" Type="http://schemas.openxmlformats.org/officeDocument/2006/relationships/font" Target="fonts/Merriweather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MerriweatherSans-regular.fnt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customschemas.google.com/relationships/presentationmetadata" Target="metadata"/><Relationship Id="rId90" Type="http://schemas.openxmlformats.org/officeDocument/2006/relationships/font" Target="fonts/HelveticaNeue-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 name="Google Shape;41;p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 name="Google Shape;51;p3: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 name="Google Shape;81;p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9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8: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98: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0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0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9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7: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97: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10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0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10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3: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p103: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1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11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1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p11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1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p11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1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8" name="Google Shape;508;p11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1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p11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17: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6" name="Google Shape;686;p117: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6" name="Google Shape;726;p3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3: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6" name="Google Shape;746;p53: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4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9" name="Google Shape;759;p4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3: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2" name="Google Shape;772;p63: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3" name="Google Shape;793;p4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1" name="Google Shape;811;p6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1" name="Google Shape;841;p4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1" name="Google Shape;851;p4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4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2" name="Google Shape;872;p4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4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3" name="Google Shape;893;p4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7: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7" name="Google Shape;907;p47: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48: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8" name="Google Shape;918;p48: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4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2" name="Google Shape;942;p4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5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0" name="Google Shape;970;p5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7" name="Google Shape;997;p5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5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6" name="Google Shape;1006;p5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5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5" name="Google Shape;1015;p5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5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0" name="Google Shape;1030;p5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57: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5" name="Google Shape;1045;p57: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3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1" name="Google Shape;1051;p13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147: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9" name="Google Shape;1119;p147: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14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7" name="Google Shape;1187;p14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14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6" name="Google Shape;1216;p14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143: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2" name="Google Shape;1242;p143: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144: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4" name="Google Shape;1284;p144: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14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1" name="Google Shape;1321;p14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148: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3" name="Google Shape;1333;p148: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14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7" name="Google Shape;1367;p14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5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4" name="Google Shape;1394;p15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15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5" name="Google Shape;1425;p15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5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8" name="Google Shape;1448;p15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p155: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0" name="Google Shape;1460;p155: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p56: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9" name="Google Shape;1469;p56: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p58: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9" name="Google Shape;1479;p58: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15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5" name="Google Shape;1495;p15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59: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8" name="Google Shape;1508;p59: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p16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5" name="Google Shape;1525;p16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6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2" name="Google Shape;1532;p16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p60: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5" name="Google Shape;1555;p60: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p61: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3" name="Google Shape;1583;p61: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3" name="Shape 1593"/>
        <p:cNvGrpSpPr/>
        <p:nvPr/>
      </p:nvGrpSpPr>
      <p:grpSpPr>
        <a:xfrm>
          <a:off x="0" y="0"/>
          <a:ext cx="0" cy="0"/>
          <a:chOff x="0" y="0"/>
          <a:chExt cx="0" cy="0"/>
        </a:xfrm>
      </p:grpSpPr>
      <p:sp>
        <p:nvSpPr>
          <p:cNvPr id="1594" name="Google Shape;1594;p62:notes"/>
          <p:cNvSpPr txBox="1"/>
          <p:nvPr>
            <p:ph idx="1" type="body"/>
          </p:nvPr>
        </p:nvSpPr>
        <p:spPr>
          <a:xfrm>
            <a:off x="1300475" y="4632950"/>
            <a:ext cx="10403825" cy="438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5" name="Google Shape;1595;p62:notes"/>
          <p:cNvSpPr/>
          <p:nvPr>
            <p:ph idx="2" type="sldImg"/>
          </p:nvPr>
        </p:nvSpPr>
        <p:spPr>
          <a:xfrm>
            <a:off x="4064000" y="731838"/>
            <a:ext cx="4878388" cy="3657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169: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69: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170: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70: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71: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71: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p172: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72: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173: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73: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174: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74: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p175: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75: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p176: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76: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177: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77: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78:notes"/>
          <p:cNvSpPr txBox="1"/>
          <p:nvPr>
            <p:ph idx="1" type="body"/>
          </p:nvPr>
        </p:nvSpPr>
        <p:spPr>
          <a:xfrm>
            <a:off x="1300475" y="4632950"/>
            <a:ext cx="10403825" cy="43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78:notes"/>
          <p:cNvSpPr/>
          <p:nvPr>
            <p:ph idx="2" type="sldImg"/>
          </p:nvPr>
        </p:nvSpPr>
        <p:spPr>
          <a:xfrm>
            <a:off x="2167900" y="731500"/>
            <a:ext cx="8670300" cy="3657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1" name="Shape 11"/>
        <p:cNvGrpSpPr/>
        <p:nvPr/>
      </p:nvGrpSpPr>
      <p:grpSpPr>
        <a:xfrm>
          <a:off x="0" y="0"/>
          <a:ext cx="0" cy="0"/>
          <a:chOff x="0" y="0"/>
          <a:chExt cx="0" cy="0"/>
        </a:xfrm>
      </p:grpSpPr>
      <p:sp>
        <p:nvSpPr>
          <p:cNvPr id="12" name="Google Shape;12;p164"/>
          <p:cNvSpPr txBox="1"/>
          <p:nvPr>
            <p:ph type="title"/>
          </p:nvPr>
        </p:nvSpPr>
        <p:spPr>
          <a:xfrm>
            <a:off x="707542" y="494791"/>
            <a:ext cx="11589715" cy="9855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374D8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64"/>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64"/>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4"/>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165"/>
          <p:cNvSpPr txBox="1"/>
          <p:nvPr>
            <p:ph type="title"/>
          </p:nvPr>
        </p:nvSpPr>
        <p:spPr>
          <a:xfrm>
            <a:off x="707542" y="494791"/>
            <a:ext cx="11589715" cy="9855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374D8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5"/>
          <p:cNvSpPr txBox="1"/>
          <p:nvPr>
            <p:ph idx="1" type="body"/>
          </p:nvPr>
        </p:nvSpPr>
        <p:spPr>
          <a:xfrm>
            <a:off x="688340" y="1611883"/>
            <a:ext cx="6061075" cy="40487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400">
                <a:solidFill>
                  <a:srgbClr val="C7C7C7"/>
                </a:solidFill>
                <a:latin typeface="Arial Narrow"/>
                <a:ea typeface="Arial Narrow"/>
                <a:cs typeface="Arial Narrow"/>
                <a:sym typeface="Arial Narrow"/>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165"/>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5"/>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5"/>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 name="Shape 22"/>
        <p:cNvGrpSpPr/>
        <p:nvPr/>
      </p:nvGrpSpPr>
      <p:grpSpPr>
        <a:xfrm>
          <a:off x="0" y="0"/>
          <a:ext cx="0" cy="0"/>
          <a:chOff x="0" y="0"/>
          <a:chExt cx="0" cy="0"/>
        </a:xfrm>
      </p:grpSpPr>
      <p:sp>
        <p:nvSpPr>
          <p:cNvPr id="23" name="Google Shape;23;p166"/>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6"/>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6"/>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
        <p:nvSpPr>
          <p:cNvPr id="27" name="Google Shape;27;p179"/>
          <p:cNvSpPr txBox="1"/>
          <p:nvPr>
            <p:ph type="ctrTitle"/>
          </p:nvPr>
        </p:nvSpPr>
        <p:spPr>
          <a:xfrm>
            <a:off x="2834792" y="488187"/>
            <a:ext cx="6472555" cy="635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374D8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9"/>
          <p:cNvSpPr txBox="1"/>
          <p:nvPr>
            <p:ph idx="1" type="subTitle"/>
          </p:nvPr>
        </p:nvSpPr>
        <p:spPr>
          <a:xfrm>
            <a:off x="1950720" y="5462016"/>
            <a:ext cx="9103360" cy="2438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400">
                <a:solidFill>
                  <a:srgbClr val="C7C7C7"/>
                </a:solidFill>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9"/>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9"/>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9"/>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2" name="Shape 32"/>
        <p:cNvGrpSpPr/>
        <p:nvPr/>
      </p:nvGrpSpPr>
      <p:grpSpPr>
        <a:xfrm>
          <a:off x="0" y="0"/>
          <a:ext cx="0" cy="0"/>
          <a:chOff x="0" y="0"/>
          <a:chExt cx="0" cy="0"/>
        </a:xfrm>
      </p:grpSpPr>
      <p:sp>
        <p:nvSpPr>
          <p:cNvPr id="33" name="Google Shape;33;p168"/>
          <p:cNvSpPr txBox="1"/>
          <p:nvPr>
            <p:ph type="title"/>
          </p:nvPr>
        </p:nvSpPr>
        <p:spPr>
          <a:xfrm>
            <a:off x="707542" y="494791"/>
            <a:ext cx="11589715" cy="9855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000">
                <a:solidFill>
                  <a:srgbClr val="374D8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8"/>
          <p:cNvSpPr txBox="1"/>
          <p:nvPr>
            <p:ph idx="1" type="body"/>
          </p:nvPr>
        </p:nvSpPr>
        <p:spPr>
          <a:xfrm>
            <a:off x="650240" y="2243328"/>
            <a:ext cx="5657088" cy="64373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68"/>
          <p:cNvSpPr txBox="1"/>
          <p:nvPr>
            <p:ph idx="2" type="body"/>
          </p:nvPr>
        </p:nvSpPr>
        <p:spPr>
          <a:xfrm>
            <a:off x="6697472" y="2243328"/>
            <a:ext cx="5657088" cy="64373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68"/>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68"/>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8"/>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3"/>
          <p:cNvSpPr txBox="1"/>
          <p:nvPr>
            <p:ph type="title"/>
          </p:nvPr>
        </p:nvSpPr>
        <p:spPr>
          <a:xfrm>
            <a:off x="707542" y="494791"/>
            <a:ext cx="11589715" cy="98551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rgbClr val="374D8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3"/>
          <p:cNvSpPr txBox="1"/>
          <p:nvPr>
            <p:ph idx="1" type="body"/>
          </p:nvPr>
        </p:nvSpPr>
        <p:spPr>
          <a:xfrm>
            <a:off x="688340" y="1611883"/>
            <a:ext cx="6061075" cy="404876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400" u="none" cap="none" strike="noStrike">
                <a:solidFill>
                  <a:srgbClr val="C7C7C7"/>
                </a:solidFill>
                <a:latin typeface="Arial Narrow"/>
                <a:ea typeface="Arial Narrow"/>
                <a:cs typeface="Arial Narrow"/>
                <a:sym typeface="Arial Narrow"/>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63"/>
          <p:cNvSpPr txBox="1"/>
          <p:nvPr>
            <p:ph idx="11" type="ftr"/>
          </p:nvPr>
        </p:nvSpPr>
        <p:spPr>
          <a:xfrm>
            <a:off x="4421632" y="9070848"/>
            <a:ext cx="4161536" cy="48768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63"/>
          <p:cNvSpPr txBox="1"/>
          <p:nvPr>
            <p:ph idx="10" type="dt"/>
          </p:nvPr>
        </p:nvSpPr>
        <p:spPr>
          <a:xfrm>
            <a:off x="650240" y="9070848"/>
            <a:ext cx="2991104" cy="48768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63"/>
          <p:cNvSpPr txBox="1"/>
          <p:nvPr>
            <p:ph idx="12" type="sldNum"/>
          </p:nvPr>
        </p:nvSpPr>
        <p:spPr>
          <a:xfrm>
            <a:off x="11282426" y="6440594"/>
            <a:ext cx="250825" cy="200659"/>
          </a:xfrm>
          <a:prstGeom prst="rect">
            <a:avLst/>
          </a:prstGeom>
          <a:noFill/>
          <a:ln>
            <a:noFill/>
          </a:ln>
        </p:spPr>
        <p:txBody>
          <a:bodyPr anchorCtr="0" anchor="t" bIns="0" lIns="0" spcFirstLastPara="1" rIns="0" wrap="square" tIns="0">
            <a:spAutoFit/>
          </a:bodyPr>
          <a:lstStyle>
            <a:lvl1pPr indent="0" lvl="0"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1pPr>
            <a:lvl2pPr indent="0" lvl="1"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2pPr>
            <a:lvl3pPr indent="0" lvl="2"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3pPr>
            <a:lvl4pPr indent="0" lvl="3"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4pPr>
            <a:lvl5pPr indent="0" lvl="4"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5pPr>
            <a:lvl6pPr indent="0" lvl="5"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6pPr>
            <a:lvl7pPr indent="0" lvl="6"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7pPr>
            <a:lvl8pPr indent="0" lvl="7"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8pPr>
            <a:lvl9pPr indent="0" lvl="8" marL="38100" marR="0" rtl="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Narrow"/>
                <a:ea typeface="Arial Narrow"/>
                <a:cs typeface="Arial Narrow"/>
                <a:sym typeface="Arial Narrow"/>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3.jpg"/><Relationship Id="rId6" Type="http://schemas.openxmlformats.org/officeDocument/2006/relationships/image" Target="../media/image5.jpg"/><Relationship Id="rId7"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0" Type="http://schemas.openxmlformats.org/officeDocument/2006/relationships/image" Target="../media/image48.png"/><Relationship Id="rId11" Type="http://schemas.openxmlformats.org/officeDocument/2006/relationships/image" Target="../media/image20.png"/><Relationship Id="rId10" Type="http://schemas.openxmlformats.org/officeDocument/2006/relationships/image" Target="../media/image24.png"/><Relationship Id="rId13" Type="http://schemas.openxmlformats.org/officeDocument/2006/relationships/image" Target="../media/image15.png"/><Relationship Id="rId12" Type="http://schemas.openxmlformats.org/officeDocument/2006/relationships/image" Target="../media/image34.png"/><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36.png"/><Relationship Id="rId9" Type="http://schemas.openxmlformats.org/officeDocument/2006/relationships/image" Target="../media/image29.png"/><Relationship Id="rId15" Type="http://schemas.openxmlformats.org/officeDocument/2006/relationships/image" Target="../media/image30.png"/><Relationship Id="rId14" Type="http://schemas.openxmlformats.org/officeDocument/2006/relationships/image" Target="../media/image32.png"/><Relationship Id="rId17" Type="http://schemas.openxmlformats.org/officeDocument/2006/relationships/image" Target="../media/image53.png"/><Relationship Id="rId16" Type="http://schemas.openxmlformats.org/officeDocument/2006/relationships/image" Target="../media/image41.png"/><Relationship Id="rId5" Type="http://schemas.openxmlformats.org/officeDocument/2006/relationships/image" Target="../media/image18.png"/><Relationship Id="rId19" Type="http://schemas.openxmlformats.org/officeDocument/2006/relationships/image" Target="../media/image25.png"/><Relationship Id="rId6" Type="http://schemas.openxmlformats.org/officeDocument/2006/relationships/image" Target="../media/image14.png"/><Relationship Id="rId18"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12.png"/></Relationships>
</file>

<file path=ppt/slides/_rels/slide13.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63.png"/><Relationship Id="rId21" Type="http://schemas.openxmlformats.org/officeDocument/2006/relationships/image" Target="../media/image88.png"/><Relationship Id="rId24" Type="http://schemas.openxmlformats.org/officeDocument/2006/relationships/image" Target="../media/image50.png"/><Relationship Id="rId23" Type="http://schemas.openxmlformats.org/officeDocument/2006/relationships/image" Target="../media/image45.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46.png"/><Relationship Id="rId9" Type="http://schemas.openxmlformats.org/officeDocument/2006/relationships/image" Target="../media/image42.png"/><Relationship Id="rId26" Type="http://schemas.openxmlformats.org/officeDocument/2006/relationships/image" Target="../media/image81.png"/><Relationship Id="rId25" Type="http://schemas.openxmlformats.org/officeDocument/2006/relationships/image" Target="../media/image56.png"/><Relationship Id="rId28" Type="http://schemas.openxmlformats.org/officeDocument/2006/relationships/image" Target="../media/image61.png"/><Relationship Id="rId27" Type="http://schemas.openxmlformats.org/officeDocument/2006/relationships/image" Target="../media/image51.png"/><Relationship Id="rId5" Type="http://schemas.openxmlformats.org/officeDocument/2006/relationships/image" Target="../media/image28.png"/><Relationship Id="rId6" Type="http://schemas.openxmlformats.org/officeDocument/2006/relationships/image" Target="../media/image39.png"/><Relationship Id="rId29" Type="http://schemas.openxmlformats.org/officeDocument/2006/relationships/image" Target="../media/image64.png"/><Relationship Id="rId7" Type="http://schemas.openxmlformats.org/officeDocument/2006/relationships/image" Target="../media/image73.png"/><Relationship Id="rId8" Type="http://schemas.openxmlformats.org/officeDocument/2006/relationships/image" Target="../media/image49.png"/><Relationship Id="rId31" Type="http://schemas.openxmlformats.org/officeDocument/2006/relationships/image" Target="../media/image54.png"/><Relationship Id="rId30" Type="http://schemas.openxmlformats.org/officeDocument/2006/relationships/image" Target="../media/image62.png"/><Relationship Id="rId11" Type="http://schemas.openxmlformats.org/officeDocument/2006/relationships/image" Target="../media/image47.png"/><Relationship Id="rId10" Type="http://schemas.openxmlformats.org/officeDocument/2006/relationships/image" Target="../media/image33.png"/><Relationship Id="rId13" Type="http://schemas.openxmlformats.org/officeDocument/2006/relationships/image" Target="../media/image37.png"/><Relationship Id="rId12" Type="http://schemas.openxmlformats.org/officeDocument/2006/relationships/image" Target="../media/image35.png"/><Relationship Id="rId15" Type="http://schemas.openxmlformats.org/officeDocument/2006/relationships/image" Target="../media/image43.png"/><Relationship Id="rId14" Type="http://schemas.openxmlformats.org/officeDocument/2006/relationships/image" Target="../media/image65.png"/><Relationship Id="rId17" Type="http://schemas.openxmlformats.org/officeDocument/2006/relationships/image" Target="../media/image38.png"/><Relationship Id="rId16" Type="http://schemas.openxmlformats.org/officeDocument/2006/relationships/image" Target="../media/image40.png"/><Relationship Id="rId19" Type="http://schemas.openxmlformats.org/officeDocument/2006/relationships/image" Target="../media/image55.png"/><Relationship Id="rId18" Type="http://schemas.openxmlformats.org/officeDocument/2006/relationships/image" Target="../media/image52.png"/></Relationships>
</file>

<file path=ppt/slides/_rels/slide14.xml.rels><?xml version="1.0" encoding="UTF-8" standalone="yes"?><Relationships xmlns="http://schemas.openxmlformats.org/package/2006/relationships"><Relationship Id="rId20" Type="http://schemas.openxmlformats.org/officeDocument/2006/relationships/image" Target="../media/image87.png"/><Relationship Id="rId22" Type="http://schemas.openxmlformats.org/officeDocument/2006/relationships/image" Target="../media/image92.png"/><Relationship Id="rId21" Type="http://schemas.openxmlformats.org/officeDocument/2006/relationships/image" Target="../media/image76.png"/><Relationship Id="rId24" Type="http://schemas.openxmlformats.org/officeDocument/2006/relationships/image" Target="../media/image77.png"/><Relationship Id="rId23" Type="http://schemas.openxmlformats.org/officeDocument/2006/relationships/image" Target="../media/image90.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7.png"/><Relationship Id="rId4" Type="http://schemas.openxmlformats.org/officeDocument/2006/relationships/image" Target="../media/image74.png"/><Relationship Id="rId9" Type="http://schemas.openxmlformats.org/officeDocument/2006/relationships/image" Target="../media/image59.png"/><Relationship Id="rId26" Type="http://schemas.openxmlformats.org/officeDocument/2006/relationships/image" Target="../media/image75.png"/><Relationship Id="rId25" Type="http://schemas.openxmlformats.org/officeDocument/2006/relationships/image" Target="../media/image85.png"/><Relationship Id="rId28" Type="http://schemas.openxmlformats.org/officeDocument/2006/relationships/image" Target="../media/image80.png"/><Relationship Id="rId27" Type="http://schemas.openxmlformats.org/officeDocument/2006/relationships/image" Target="../media/image93.png"/><Relationship Id="rId5" Type="http://schemas.openxmlformats.org/officeDocument/2006/relationships/image" Target="../media/image60.png"/><Relationship Id="rId6" Type="http://schemas.openxmlformats.org/officeDocument/2006/relationships/image" Target="../media/image70.png"/><Relationship Id="rId7" Type="http://schemas.openxmlformats.org/officeDocument/2006/relationships/image" Target="../media/image58.png"/><Relationship Id="rId8" Type="http://schemas.openxmlformats.org/officeDocument/2006/relationships/image" Target="../media/image68.png"/><Relationship Id="rId11" Type="http://schemas.openxmlformats.org/officeDocument/2006/relationships/image" Target="../media/image79.png"/><Relationship Id="rId10" Type="http://schemas.openxmlformats.org/officeDocument/2006/relationships/image" Target="../media/image83.png"/><Relationship Id="rId13" Type="http://schemas.openxmlformats.org/officeDocument/2006/relationships/image" Target="../media/image66.png"/><Relationship Id="rId12" Type="http://schemas.openxmlformats.org/officeDocument/2006/relationships/image" Target="../media/image104.png"/><Relationship Id="rId15" Type="http://schemas.openxmlformats.org/officeDocument/2006/relationships/image" Target="../media/image69.png"/><Relationship Id="rId14" Type="http://schemas.openxmlformats.org/officeDocument/2006/relationships/image" Target="../media/image67.png"/><Relationship Id="rId17" Type="http://schemas.openxmlformats.org/officeDocument/2006/relationships/image" Target="../media/image91.png"/><Relationship Id="rId16" Type="http://schemas.openxmlformats.org/officeDocument/2006/relationships/image" Target="../media/image82.png"/><Relationship Id="rId19" Type="http://schemas.openxmlformats.org/officeDocument/2006/relationships/image" Target="../media/image72.png"/><Relationship Id="rId18" Type="http://schemas.openxmlformats.org/officeDocument/2006/relationships/image" Target="../media/image71.png"/></Relationships>
</file>

<file path=ppt/slides/_rels/slide15.xml.rels><?xml version="1.0" encoding="UTF-8" standalone="yes"?><Relationships xmlns="http://schemas.openxmlformats.org/package/2006/relationships"><Relationship Id="rId20" Type="http://schemas.openxmlformats.org/officeDocument/2006/relationships/image" Target="../media/image75.png"/><Relationship Id="rId21" Type="http://schemas.openxmlformats.org/officeDocument/2006/relationships/image" Target="../media/image93.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9.png"/><Relationship Id="rId5" Type="http://schemas.openxmlformats.org/officeDocument/2006/relationships/image" Target="../media/image108.png"/><Relationship Id="rId6" Type="http://schemas.openxmlformats.org/officeDocument/2006/relationships/image" Target="../media/image106.png"/><Relationship Id="rId7" Type="http://schemas.openxmlformats.org/officeDocument/2006/relationships/image" Target="../media/image86.png"/><Relationship Id="rId8" Type="http://schemas.openxmlformats.org/officeDocument/2006/relationships/image" Target="../media/image57.png"/><Relationship Id="rId11" Type="http://schemas.openxmlformats.org/officeDocument/2006/relationships/image" Target="../media/image94.png"/><Relationship Id="rId10" Type="http://schemas.openxmlformats.org/officeDocument/2006/relationships/image" Target="../media/image118.png"/><Relationship Id="rId13" Type="http://schemas.openxmlformats.org/officeDocument/2006/relationships/image" Target="../media/image114.png"/><Relationship Id="rId12" Type="http://schemas.openxmlformats.org/officeDocument/2006/relationships/image" Target="../media/image95.png"/><Relationship Id="rId15" Type="http://schemas.openxmlformats.org/officeDocument/2006/relationships/image" Target="../media/image109.png"/><Relationship Id="rId14" Type="http://schemas.openxmlformats.org/officeDocument/2006/relationships/image" Target="../media/image96.png"/><Relationship Id="rId17" Type="http://schemas.openxmlformats.org/officeDocument/2006/relationships/image" Target="../media/image110.png"/><Relationship Id="rId16" Type="http://schemas.openxmlformats.org/officeDocument/2006/relationships/image" Target="../media/image104.png"/><Relationship Id="rId19" Type="http://schemas.openxmlformats.org/officeDocument/2006/relationships/image" Target="../media/image85.png"/><Relationship Id="rId18" Type="http://schemas.openxmlformats.org/officeDocument/2006/relationships/image" Target="../media/image7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1.png"/><Relationship Id="rId4" Type="http://schemas.openxmlformats.org/officeDocument/2006/relationships/image" Target="../media/image99.png"/></Relationships>
</file>

<file path=ppt/slides/_rels/slide19.xml.rels><?xml version="1.0" encoding="UTF-8" standalone="yes"?><Relationships xmlns="http://schemas.openxmlformats.org/package/2006/relationships"><Relationship Id="rId20" Type="http://schemas.openxmlformats.org/officeDocument/2006/relationships/image" Target="../media/image115.png"/><Relationship Id="rId22" Type="http://schemas.openxmlformats.org/officeDocument/2006/relationships/image" Target="../media/image123.png"/><Relationship Id="rId21" Type="http://schemas.openxmlformats.org/officeDocument/2006/relationships/image" Target="../media/image126.png"/><Relationship Id="rId24" Type="http://schemas.openxmlformats.org/officeDocument/2006/relationships/image" Target="../media/image121.png"/><Relationship Id="rId23" Type="http://schemas.openxmlformats.org/officeDocument/2006/relationships/image" Target="../media/image130.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7.png"/><Relationship Id="rId4" Type="http://schemas.openxmlformats.org/officeDocument/2006/relationships/image" Target="../media/image101.png"/><Relationship Id="rId9" Type="http://schemas.openxmlformats.org/officeDocument/2006/relationships/image" Target="../media/image113.png"/><Relationship Id="rId26" Type="http://schemas.openxmlformats.org/officeDocument/2006/relationships/image" Target="../media/image138.png"/><Relationship Id="rId25" Type="http://schemas.openxmlformats.org/officeDocument/2006/relationships/image" Target="../media/image120.png"/><Relationship Id="rId28" Type="http://schemas.openxmlformats.org/officeDocument/2006/relationships/image" Target="../media/image133.png"/><Relationship Id="rId27" Type="http://schemas.openxmlformats.org/officeDocument/2006/relationships/image" Target="../media/image143.png"/><Relationship Id="rId5" Type="http://schemas.openxmlformats.org/officeDocument/2006/relationships/image" Target="../media/image107.png"/><Relationship Id="rId6" Type="http://schemas.openxmlformats.org/officeDocument/2006/relationships/image" Target="../media/image100.png"/><Relationship Id="rId29" Type="http://schemas.openxmlformats.org/officeDocument/2006/relationships/image" Target="../media/image90.png"/><Relationship Id="rId7" Type="http://schemas.openxmlformats.org/officeDocument/2006/relationships/image" Target="../media/image102.png"/><Relationship Id="rId8" Type="http://schemas.openxmlformats.org/officeDocument/2006/relationships/image" Target="../media/image103.png"/><Relationship Id="rId31" Type="http://schemas.openxmlformats.org/officeDocument/2006/relationships/image" Target="../media/image132.png"/><Relationship Id="rId30" Type="http://schemas.openxmlformats.org/officeDocument/2006/relationships/image" Target="../media/image127.png"/><Relationship Id="rId11" Type="http://schemas.openxmlformats.org/officeDocument/2006/relationships/image" Target="../media/image105.png"/><Relationship Id="rId10" Type="http://schemas.openxmlformats.org/officeDocument/2006/relationships/image" Target="../media/image122.png"/><Relationship Id="rId13" Type="http://schemas.openxmlformats.org/officeDocument/2006/relationships/image" Target="../media/image125.png"/><Relationship Id="rId12" Type="http://schemas.openxmlformats.org/officeDocument/2006/relationships/image" Target="../media/image136.png"/><Relationship Id="rId15" Type="http://schemas.openxmlformats.org/officeDocument/2006/relationships/image" Target="../media/image139.png"/><Relationship Id="rId14" Type="http://schemas.openxmlformats.org/officeDocument/2006/relationships/image" Target="../media/image119.png"/><Relationship Id="rId17" Type="http://schemas.openxmlformats.org/officeDocument/2006/relationships/image" Target="../media/image117.png"/><Relationship Id="rId16" Type="http://schemas.openxmlformats.org/officeDocument/2006/relationships/image" Target="../media/image112.png"/><Relationship Id="rId19" Type="http://schemas.openxmlformats.org/officeDocument/2006/relationships/image" Target="../media/image116.png"/><Relationship Id="rId18" Type="http://schemas.openxmlformats.org/officeDocument/2006/relationships/image" Target="../media/image124.png"/></Relationships>
</file>

<file path=ppt/slides/_rels/slide20.xml.rels><?xml version="1.0" encoding="UTF-8" standalone="yes"?><Relationships xmlns="http://schemas.openxmlformats.org/package/2006/relationships"><Relationship Id="rId20" Type="http://schemas.openxmlformats.org/officeDocument/2006/relationships/image" Target="../media/image145.png"/><Relationship Id="rId22" Type="http://schemas.openxmlformats.org/officeDocument/2006/relationships/image" Target="../media/image127.png"/><Relationship Id="rId21" Type="http://schemas.openxmlformats.org/officeDocument/2006/relationships/image" Target="../media/image90.png"/><Relationship Id="rId23" Type="http://schemas.openxmlformats.org/officeDocument/2006/relationships/image" Target="../media/image132.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0.png"/><Relationship Id="rId4" Type="http://schemas.openxmlformats.org/officeDocument/2006/relationships/image" Target="../media/image146.png"/><Relationship Id="rId9" Type="http://schemas.openxmlformats.org/officeDocument/2006/relationships/image" Target="../media/image128.png"/><Relationship Id="rId5" Type="http://schemas.openxmlformats.org/officeDocument/2006/relationships/image" Target="../media/image129.png"/><Relationship Id="rId6" Type="http://schemas.openxmlformats.org/officeDocument/2006/relationships/image" Target="../media/image137.png"/><Relationship Id="rId7" Type="http://schemas.openxmlformats.org/officeDocument/2006/relationships/image" Target="../media/image131.png"/><Relationship Id="rId8" Type="http://schemas.openxmlformats.org/officeDocument/2006/relationships/image" Target="../media/image134.png"/><Relationship Id="rId11" Type="http://schemas.openxmlformats.org/officeDocument/2006/relationships/image" Target="../media/image139.png"/><Relationship Id="rId10" Type="http://schemas.openxmlformats.org/officeDocument/2006/relationships/image" Target="../media/image135.png"/><Relationship Id="rId13" Type="http://schemas.openxmlformats.org/officeDocument/2006/relationships/image" Target="../media/image150.png"/><Relationship Id="rId12" Type="http://schemas.openxmlformats.org/officeDocument/2006/relationships/image" Target="../media/image136.png"/><Relationship Id="rId15" Type="http://schemas.openxmlformats.org/officeDocument/2006/relationships/image" Target="../media/image100.png"/><Relationship Id="rId14" Type="http://schemas.openxmlformats.org/officeDocument/2006/relationships/image" Target="../media/image142.png"/><Relationship Id="rId17" Type="http://schemas.openxmlformats.org/officeDocument/2006/relationships/image" Target="../media/image144.png"/><Relationship Id="rId16" Type="http://schemas.openxmlformats.org/officeDocument/2006/relationships/image" Target="../media/image141.png"/><Relationship Id="rId19" Type="http://schemas.openxmlformats.org/officeDocument/2006/relationships/image" Target="../media/image116.png"/><Relationship Id="rId18" Type="http://schemas.openxmlformats.org/officeDocument/2006/relationships/image" Target="../media/image16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8.png"/><Relationship Id="rId4" Type="http://schemas.openxmlformats.org/officeDocument/2006/relationships/image" Target="../media/image1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1.png"/><Relationship Id="rId4" Type="http://schemas.openxmlformats.org/officeDocument/2006/relationships/image" Target="../media/image149.png"/><Relationship Id="rId5" Type="http://schemas.openxmlformats.org/officeDocument/2006/relationships/image" Target="../media/image155.png"/><Relationship Id="rId6" Type="http://schemas.openxmlformats.org/officeDocument/2006/relationships/image" Target="../media/image17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7.jpg"/><Relationship Id="rId4" Type="http://schemas.openxmlformats.org/officeDocument/2006/relationships/image" Target="../media/image158.png"/><Relationship Id="rId5" Type="http://schemas.openxmlformats.org/officeDocument/2006/relationships/image" Target="../media/image154.png"/><Relationship Id="rId6" Type="http://schemas.openxmlformats.org/officeDocument/2006/relationships/image" Target="../media/image156.png"/><Relationship Id="rId7" Type="http://schemas.openxmlformats.org/officeDocument/2006/relationships/image" Target="../media/image1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3.png"/><Relationship Id="rId4" Type="http://schemas.openxmlformats.org/officeDocument/2006/relationships/image" Target="../media/image162.png"/><Relationship Id="rId9" Type="http://schemas.openxmlformats.org/officeDocument/2006/relationships/image" Target="../media/image157.png"/><Relationship Id="rId5" Type="http://schemas.openxmlformats.org/officeDocument/2006/relationships/image" Target="../media/image177.png"/><Relationship Id="rId6" Type="http://schemas.openxmlformats.org/officeDocument/2006/relationships/image" Target="../media/image152.png"/><Relationship Id="rId7" Type="http://schemas.openxmlformats.org/officeDocument/2006/relationships/image" Target="../media/image166.png"/><Relationship Id="rId8" Type="http://schemas.openxmlformats.org/officeDocument/2006/relationships/image" Target="../media/image1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9.png"/><Relationship Id="rId4" Type="http://schemas.openxmlformats.org/officeDocument/2006/relationships/image" Target="../media/image176.png"/><Relationship Id="rId5" Type="http://schemas.openxmlformats.org/officeDocument/2006/relationships/image" Target="../media/image161.png"/><Relationship Id="rId6" Type="http://schemas.openxmlformats.org/officeDocument/2006/relationships/image" Target="../media/image174.png"/><Relationship Id="rId7" Type="http://schemas.openxmlformats.org/officeDocument/2006/relationships/image" Target="../media/image164.png"/><Relationship Id="rId8" Type="http://schemas.openxmlformats.org/officeDocument/2006/relationships/image" Target="../media/image16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3.png"/><Relationship Id="rId4" Type="http://schemas.openxmlformats.org/officeDocument/2006/relationships/image" Target="../media/image171.png"/><Relationship Id="rId5" Type="http://schemas.openxmlformats.org/officeDocument/2006/relationships/image" Target="../media/image189.png"/><Relationship Id="rId6" Type="http://schemas.openxmlformats.org/officeDocument/2006/relationships/image" Target="../media/image180.png"/><Relationship Id="rId7" Type="http://schemas.openxmlformats.org/officeDocument/2006/relationships/image" Target="../media/image164.png"/><Relationship Id="rId8" Type="http://schemas.openxmlformats.org/officeDocument/2006/relationships/image" Target="../media/image16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5.png"/><Relationship Id="rId4" Type="http://schemas.openxmlformats.org/officeDocument/2006/relationships/image" Target="../media/image1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7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8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6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86.jpg"/><Relationship Id="rId4" Type="http://schemas.openxmlformats.org/officeDocument/2006/relationships/image" Target="../media/image17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75.jpg"/><Relationship Id="rId4" Type="http://schemas.openxmlformats.org/officeDocument/2006/relationships/image" Target="../media/image186.jpg"/><Relationship Id="rId5" Type="http://schemas.openxmlformats.org/officeDocument/2006/relationships/image" Target="../media/image182.jpg"/><Relationship Id="rId6" Type="http://schemas.openxmlformats.org/officeDocument/2006/relationships/image" Target="../media/image18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78.png"/><Relationship Id="rId4" Type="http://schemas.openxmlformats.org/officeDocument/2006/relationships/image" Target="../media/image184.png"/><Relationship Id="rId5" Type="http://schemas.openxmlformats.org/officeDocument/2006/relationships/image" Target="../media/image187.png"/><Relationship Id="rId6" Type="http://schemas.openxmlformats.org/officeDocument/2006/relationships/image" Target="../media/image188.png"/><Relationship Id="rId7" Type="http://schemas.openxmlformats.org/officeDocument/2006/relationships/image" Target="../media/image191.png"/><Relationship Id="rId8" Type="http://schemas.openxmlformats.org/officeDocument/2006/relationships/image" Target="../media/image19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8.png"/><Relationship Id="rId4" Type="http://schemas.openxmlformats.org/officeDocument/2006/relationships/image" Target="../media/image184.png"/><Relationship Id="rId5" Type="http://schemas.openxmlformats.org/officeDocument/2006/relationships/image" Target="../media/image187.png"/><Relationship Id="rId6" Type="http://schemas.openxmlformats.org/officeDocument/2006/relationships/image" Target="../media/image188.png"/><Relationship Id="rId7" Type="http://schemas.openxmlformats.org/officeDocument/2006/relationships/image" Target="../media/image191.png"/><Relationship Id="rId8" Type="http://schemas.openxmlformats.org/officeDocument/2006/relationships/image" Target="../media/image19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99.png"/><Relationship Id="rId4" Type="http://schemas.openxmlformats.org/officeDocument/2006/relationships/image" Target="../media/image1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99.png"/><Relationship Id="rId4" Type="http://schemas.openxmlformats.org/officeDocument/2006/relationships/image" Target="../media/image1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5.png"/><Relationship Id="rId4" Type="http://schemas.openxmlformats.org/officeDocument/2006/relationships/image" Target="../media/image193.png"/><Relationship Id="rId5" Type="http://schemas.openxmlformats.org/officeDocument/2006/relationships/image" Target="../media/image98.png"/><Relationship Id="rId6" Type="http://schemas.openxmlformats.org/officeDocument/2006/relationships/image" Target="../media/image19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92.png"/><Relationship Id="rId4" Type="http://schemas.openxmlformats.org/officeDocument/2006/relationships/image" Target="../media/image194.png"/><Relationship Id="rId5" Type="http://schemas.openxmlformats.org/officeDocument/2006/relationships/image" Target="../media/image20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96.png"/><Relationship Id="rId4" Type="http://schemas.openxmlformats.org/officeDocument/2006/relationships/image" Target="../media/image198.png"/><Relationship Id="rId9" Type="http://schemas.openxmlformats.org/officeDocument/2006/relationships/image" Target="../media/image197.png"/><Relationship Id="rId5" Type="http://schemas.openxmlformats.org/officeDocument/2006/relationships/image" Target="../media/image206.png"/><Relationship Id="rId6" Type="http://schemas.openxmlformats.org/officeDocument/2006/relationships/image" Target="../media/image211.png"/><Relationship Id="rId7" Type="http://schemas.openxmlformats.org/officeDocument/2006/relationships/image" Target="../media/image195.png"/><Relationship Id="rId8" Type="http://schemas.openxmlformats.org/officeDocument/2006/relationships/image" Target="../media/image216.png"/><Relationship Id="rId11" Type="http://schemas.openxmlformats.org/officeDocument/2006/relationships/image" Target="../media/image230.png"/><Relationship Id="rId10" Type="http://schemas.openxmlformats.org/officeDocument/2006/relationships/image" Target="../media/image2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02.jpg"/><Relationship Id="rId4" Type="http://schemas.openxmlformats.org/officeDocument/2006/relationships/image" Target="../media/image201.png"/><Relationship Id="rId5" Type="http://schemas.openxmlformats.org/officeDocument/2006/relationships/image" Target="../media/image2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05.png"/><Relationship Id="rId4" Type="http://schemas.openxmlformats.org/officeDocument/2006/relationships/image" Target="../media/image212.png"/><Relationship Id="rId5" Type="http://schemas.openxmlformats.org/officeDocument/2006/relationships/image" Target="../media/image204.png"/><Relationship Id="rId6" Type="http://schemas.openxmlformats.org/officeDocument/2006/relationships/image" Target="../media/image20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07.jpg"/><Relationship Id="rId4" Type="http://schemas.openxmlformats.org/officeDocument/2006/relationships/image" Target="../media/image225.png"/><Relationship Id="rId5" Type="http://schemas.openxmlformats.org/officeDocument/2006/relationships/image" Target="../media/image209.jpg"/><Relationship Id="rId6" Type="http://schemas.openxmlformats.org/officeDocument/2006/relationships/image" Target="../media/image20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29.jpg"/><Relationship Id="rId4" Type="http://schemas.openxmlformats.org/officeDocument/2006/relationships/image" Target="../media/image221.jpg"/><Relationship Id="rId9" Type="http://schemas.openxmlformats.org/officeDocument/2006/relationships/image" Target="../media/image218.png"/><Relationship Id="rId5" Type="http://schemas.openxmlformats.org/officeDocument/2006/relationships/image" Target="../media/image217.jpg"/><Relationship Id="rId6" Type="http://schemas.openxmlformats.org/officeDocument/2006/relationships/image" Target="../media/image228.jpg"/><Relationship Id="rId7" Type="http://schemas.openxmlformats.org/officeDocument/2006/relationships/image" Target="../media/image219.png"/><Relationship Id="rId8" Type="http://schemas.openxmlformats.org/officeDocument/2006/relationships/image" Target="../media/image220.png"/><Relationship Id="rId10" Type="http://schemas.openxmlformats.org/officeDocument/2006/relationships/image" Target="../media/image2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26.jpg"/><Relationship Id="rId4" Type="http://schemas.openxmlformats.org/officeDocument/2006/relationships/image" Target="../media/image222.jpg"/><Relationship Id="rId5" Type="http://schemas.openxmlformats.org/officeDocument/2006/relationships/image" Target="../media/image232.jpg"/><Relationship Id="rId6" Type="http://schemas.openxmlformats.org/officeDocument/2006/relationships/image" Target="../media/image224.jpg"/><Relationship Id="rId7" Type="http://schemas.openxmlformats.org/officeDocument/2006/relationships/image" Target="../media/image227.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sp>
        <p:nvSpPr>
          <p:cNvPr id="43" name="Google Shape;43;p1"/>
          <p:cNvSpPr/>
          <p:nvPr/>
        </p:nvSpPr>
        <p:spPr>
          <a:xfrm>
            <a:off x="0" y="2"/>
            <a:ext cx="13004800" cy="9753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 name="Google Shape;44;p1"/>
          <p:cNvSpPr/>
          <p:nvPr/>
        </p:nvSpPr>
        <p:spPr>
          <a:xfrm flipH="1" rot="5400000">
            <a:off x="-2734409" y="2734409"/>
            <a:ext cx="9778941" cy="4310127"/>
          </a:xfrm>
          <a:prstGeom prst="rect">
            <a:avLst/>
          </a:prstGeom>
          <a:gradFill>
            <a:gsLst>
              <a:gs pos="0">
                <a:srgbClr val="000000"/>
              </a:gs>
              <a:gs pos="11000">
                <a:srgbClr val="000000"/>
              </a:gs>
              <a:gs pos="100000">
                <a:srgbClr val="366092"/>
              </a:gs>
            </a:gsLst>
            <a:lin ang="18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 name="Google Shape;45;p1"/>
          <p:cNvSpPr/>
          <p:nvPr/>
        </p:nvSpPr>
        <p:spPr>
          <a:xfrm rot="-5400000">
            <a:off x="-944530" y="4500618"/>
            <a:ext cx="6194623" cy="4310125"/>
          </a:xfrm>
          <a:prstGeom prst="rect">
            <a:avLst/>
          </a:prstGeom>
          <a:gradFill>
            <a:gsLst>
              <a:gs pos="0">
                <a:srgbClr val="4F81BD">
                  <a:alpha val="50196"/>
                </a:srgbClr>
              </a:gs>
              <a:gs pos="100000">
                <a:srgbClr val="244061">
                  <a:alpha val="0"/>
                </a:srgbClr>
              </a:gs>
            </a:gsLst>
            <a:lin ang="11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Financial graph on light leak blurry background" id="46" name="Google Shape;46;p1"/>
          <p:cNvPicPr preferRelativeResize="0"/>
          <p:nvPr/>
        </p:nvPicPr>
        <p:blipFill rotWithShape="1">
          <a:blip r:embed="rId3">
            <a:alphaModFix/>
          </a:blip>
          <a:srcRect b="1" l="12599" r="27098" t="0"/>
          <a:stretch/>
        </p:blipFill>
        <p:spPr>
          <a:xfrm>
            <a:off x="4307838" y="10"/>
            <a:ext cx="8704028" cy="9778932"/>
          </a:xfrm>
          <a:prstGeom prst="rect">
            <a:avLst/>
          </a:prstGeom>
          <a:noFill/>
          <a:ln>
            <a:noFill/>
          </a:ln>
        </p:spPr>
      </p:pic>
      <p:sp>
        <p:nvSpPr>
          <p:cNvPr id="47" name="Google Shape;47;p1"/>
          <p:cNvSpPr/>
          <p:nvPr/>
        </p:nvSpPr>
        <p:spPr>
          <a:xfrm rot="6097846">
            <a:off x="-1651988" y="2435407"/>
            <a:ext cx="6838474" cy="4361244"/>
          </a:xfrm>
          <a:custGeom>
            <a:rect b="b" l="l" r="r" t="t"/>
            <a:pathLst>
              <a:path extrusionOk="0" h="4088666" w="4808302">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93B3D7">
                  <a:alpha val="0"/>
                </a:srgbClr>
              </a:gs>
              <a:gs pos="39000">
                <a:srgbClr val="93B3D7">
                  <a:alpha val="0"/>
                </a:srgbClr>
              </a:gs>
              <a:gs pos="100000">
                <a:srgbClr val="366092">
                  <a:alpha val="25882"/>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48" name="Google Shape;48;p1"/>
          <p:cNvSpPr txBox="1"/>
          <p:nvPr>
            <p:ph type="title"/>
          </p:nvPr>
        </p:nvSpPr>
        <p:spPr>
          <a:xfrm>
            <a:off x="-145353" y="3558375"/>
            <a:ext cx="4453200" cy="5022300"/>
          </a:xfrm>
          <a:prstGeom prst="rect">
            <a:avLst/>
          </a:prstGeom>
          <a:noFill/>
          <a:ln>
            <a:noFill/>
          </a:ln>
        </p:spPr>
        <p:txBody>
          <a:bodyPr anchorCtr="0" anchor="t" bIns="45700" lIns="91425" spcFirstLastPara="1" rIns="91425" wrap="square" tIns="45700">
            <a:normAutofit/>
          </a:bodyPr>
          <a:lstStyle/>
          <a:p>
            <a:pPr indent="-2070735" lvl="0" marL="2083435" marR="5080" rtl="0" algn="r">
              <a:lnSpc>
                <a:spcPct val="90000"/>
              </a:lnSpc>
              <a:spcBef>
                <a:spcPts val="0"/>
              </a:spcBef>
              <a:spcAft>
                <a:spcPts val="0"/>
              </a:spcAft>
              <a:buSzPts val="1400"/>
              <a:buNone/>
            </a:pPr>
            <a:r>
              <a:rPr lang="en-US" sz="2800">
                <a:solidFill>
                  <a:srgbClr val="FFFFFF"/>
                </a:solidFill>
                <a:latin typeface="Arial"/>
                <a:ea typeface="Arial"/>
                <a:cs typeface="Arial"/>
                <a:sym typeface="Arial"/>
              </a:rPr>
              <a:t>Big Data Analytics </a:t>
            </a:r>
            <a:br>
              <a:rPr lang="en-US" sz="2800">
                <a:solidFill>
                  <a:srgbClr val="FFFFFF"/>
                </a:solidFill>
                <a:latin typeface="Arial"/>
                <a:ea typeface="Arial"/>
                <a:cs typeface="Arial"/>
                <a:sym typeface="Arial"/>
              </a:rPr>
            </a:br>
            <a:r>
              <a:rPr lang="en-US" sz="2800">
                <a:solidFill>
                  <a:srgbClr val="FFFFFF"/>
                </a:solidFill>
                <a:latin typeface="Arial"/>
                <a:ea typeface="Arial"/>
                <a:cs typeface="Arial"/>
                <a:sym typeface="Arial"/>
              </a:rPr>
              <a:t>Spark MLib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48"/>
                                        </p:tgtEl>
                                        <p:attrNameLst>
                                          <p:attrName>style.visibility</p:attrName>
                                        </p:attrNameLst>
                                      </p:cBhvr>
                                      <p:to>
                                        <p:strVal val="visible"/>
                                      </p:to>
                                    </p:set>
                                    <p:animEffect filter="fade" transition="in">
                                      <p:cBhvr>
                                        <p:cTn dur="400"/>
                                        <p:tgtEl>
                                          <p:spTgt spid="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3"/>
          <p:cNvGrpSpPr/>
          <p:nvPr/>
        </p:nvGrpSpPr>
        <p:grpSpPr>
          <a:xfrm>
            <a:off x="6651062" y="2379449"/>
            <a:ext cx="6690839" cy="5177051"/>
            <a:chOff x="5564938" y="1127581"/>
            <a:chExt cx="3607116" cy="2479787"/>
          </a:xfrm>
        </p:grpSpPr>
        <p:pic>
          <p:nvPicPr>
            <p:cNvPr id="54" name="Google Shape;54;p3"/>
            <p:cNvPicPr preferRelativeResize="0"/>
            <p:nvPr/>
          </p:nvPicPr>
          <p:blipFill rotWithShape="1">
            <a:blip r:embed="rId3">
              <a:alphaModFix/>
            </a:blip>
            <a:srcRect b="0" l="0" r="0" t="0"/>
            <a:stretch/>
          </p:blipFill>
          <p:spPr>
            <a:xfrm>
              <a:off x="6406515" y="1127581"/>
              <a:ext cx="2765539" cy="1026490"/>
            </a:xfrm>
            <a:prstGeom prst="rect">
              <a:avLst/>
            </a:prstGeom>
            <a:noFill/>
            <a:ln>
              <a:noFill/>
            </a:ln>
          </p:spPr>
        </p:pic>
        <p:sp>
          <p:nvSpPr>
            <p:cNvPr id="55" name="Google Shape;55;p3"/>
            <p:cNvSpPr/>
            <p:nvPr/>
          </p:nvSpPr>
          <p:spPr>
            <a:xfrm>
              <a:off x="5570547" y="2137343"/>
              <a:ext cx="0" cy="1470025"/>
            </a:xfrm>
            <a:custGeom>
              <a:rect b="b" l="l" r="r" t="t"/>
              <a:pathLst>
                <a:path extrusionOk="0" h="1470025" w="120000">
                  <a:moveTo>
                    <a:pt x="0" y="1469770"/>
                  </a:moveTo>
                  <a:lnTo>
                    <a:pt x="0" y="0"/>
                  </a:lnTo>
                </a:path>
              </a:pathLst>
            </a:custGeom>
            <a:noFill/>
            <a:ln cap="flat" cmpd="sng" w="14275">
              <a:solidFill>
                <a:srgbClr val="2C637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sp>
          <p:nvSpPr>
            <p:cNvPr id="56" name="Google Shape;56;p3"/>
            <p:cNvSpPr/>
            <p:nvPr/>
          </p:nvSpPr>
          <p:spPr>
            <a:xfrm>
              <a:off x="7180564" y="2137343"/>
              <a:ext cx="0" cy="1470025"/>
            </a:xfrm>
            <a:custGeom>
              <a:rect b="b" l="l" r="r" t="t"/>
              <a:pathLst>
                <a:path extrusionOk="0" h="1470025" w="120000">
                  <a:moveTo>
                    <a:pt x="0" y="1469770"/>
                  </a:moveTo>
                  <a:lnTo>
                    <a:pt x="0" y="0"/>
                  </a:lnTo>
                </a:path>
              </a:pathLst>
            </a:custGeom>
            <a:noFill/>
            <a:ln cap="flat" cmpd="sng" w="14275">
              <a:solidFill>
                <a:srgbClr val="17688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sp>
          <p:nvSpPr>
            <p:cNvPr id="57" name="Google Shape;57;p3"/>
            <p:cNvSpPr/>
            <p:nvPr/>
          </p:nvSpPr>
          <p:spPr>
            <a:xfrm>
              <a:off x="7548007" y="2137343"/>
              <a:ext cx="0" cy="1470025"/>
            </a:xfrm>
            <a:custGeom>
              <a:rect b="b" l="l" r="r" t="t"/>
              <a:pathLst>
                <a:path extrusionOk="0" h="1470025" w="120000">
                  <a:moveTo>
                    <a:pt x="0" y="1469770"/>
                  </a:moveTo>
                  <a:lnTo>
                    <a:pt x="0" y="0"/>
                  </a:lnTo>
                </a:path>
              </a:pathLst>
            </a:custGeom>
            <a:noFill/>
            <a:ln cap="flat" cmpd="sng" w="21450">
              <a:solidFill>
                <a:srgbClr val="577B9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sp>
          <p:nvSpPr>
            <p:cNvPr id="58" name="Google Shape;58;p3"/>
            <p:cNvSpPr/>
            <p:nvPr/>
          </p:nvSpPr>
          <p:spPr>
            <a:xfrm>
              <a:off x="9158024" y="2137343"/>
              <a:ext cx="0" cy="1470025"/>
            </a:xfrm>
            <a:custGeom>
              <a:rect b="b" l="l" r="r" t="t"/>
              <a:pathLst>
                <a:path extrusionOk="0" h="1470025" w="120000">
                  <a:moveTo>
                    <a:pt x="0" y="1469770"/>
                  </a:moveTo>
                  <a:lnTo>
                    <a:pt x="0" y="0"/>
                  </a:lnTo>
                </a:path>
              </a:pathLst>
            </a:custGeom>
            <a:noFill/>
            <a:ln cap="flat" cmpd="sng" w="21450">
              <a:solidFill>
                <a:srgbClr val="2F7BA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sp>
          <p:nvSpPr>
            <p:cNvPr id="59" name="Google Shape;59;p3"/>
            <p:cNvSpPr/>
            <p:nvPr/>
          </p:nvSpPr>
          <p:spPr>
            <a:xfrm>
              <a:off x="7539592" y="3598699"/>
              <a:ext cx="1626870" cy="0"/>
            </a:xfrm>
            <a:custGeom>
              <a:rect b="b" l="l" r="r" t="t"/>
              <a:pathLst>
                <a:path extrusionOk="0" h="120000" w="1626870">
                  <a:moveTo>
                    <a:pt x="0" y="0"/>
                  </a:moveTo>
                  <a:lnTo>
                    <a:pt x="1626844" y="0"/>
                  </a:lnTo>
                </a:path>
              </a:pathLst>
            </a:custGeom>
            <a:noFill/>
            <a:ln cap="flat" cmpd="sng" w="21450">
              <a:solidFill>
                <a:srgbClr val="3B7B9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sp>
          <p:nvSpPr>
            <p:cNvPr id="60" name="Google Shape;60;p3"/>
            <p:cNvSpPr/>
            <p:nvPr/>
          </p:nvSpPr>
          <p:spPr>
            <a:xfrm>
              <a:off x="5564938" y="3598699"/>
              <a:ext cx="1621790" cy="0"/>
            </a:xfrm>
            <a:custGeom>
              <a:rect b="b" l="l" r="r" t="t"/>
              <a:pathLst>
                <a:path extrusionOk="0" h="120000" w="1621790">
                  <a:moveTo>
                    <a:pt x="0" y="0"/>
                  </a:moveTo>
                  <a:lnTo>
                    <a:pt x="1621231" y="0"/>
                  </a:lnTo>
                </a:path>
              </a:pathLst>
            </a:custGeom>
            <a:noFill/>
            <a:ln cap="flat" cmpd="sng" w="21450">
              <a:solidFill>
                <a:srgbClr val="3B7B9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5"/>
                <a:buFont typeface="Arial"/>
                <a:buNone/>
              </a:pPr>
              <a:r>
                <a:t/>
              </a:r>
              <a:endParaRPr b="0" i="0" sz="2805" u="none" cap="none" strike="noStrike">
                <a:solidFill>
                  <a:srgbClr val="000000"/>
                </a:solidFill>
                <a:latin typeface="Arial"/>
                <a:ea typeface="Arial"/>
                <a:cs typeface="Arial"/>
                <a:sym typeface="Arial"/>
              </a:endParaRPr>
            </a:p>
          </p:txBody>
        </p:sp>
      </p:grpSp>
      <p:sp>
        <p:nvSpPr>
          <p:cNvPr descr="$PPTXTitle" id="61" name="Google Shape;61;p3"/>
          <p:cNvSpPr txBox="1"/>
          <p:nvPr>
            <p:ph type="title"/>
          </p:nvPr>
        </p:nvSpPr>
        <p:spPr>
          <a:xfrm>
            <a:off x="201961" y="905358"/>
            <a:ext cx="6097841" cy="540296"/>
          </a:xfrm>
          <a:prstGeom prst="rect">
            <a:avLst/>
          </a:prstGeom>
          <a:noFill/>
          <a:ln>
            <a:noFill/>
          </a:ln>
        </p:spPr>
        <p:txBody>
          <a:bodyPr anchorCtr="0" anchor="t" bIns="0" lIns="0" spcFirstLastPara="1" rIns="0" wrap="square" tIns="16900">
            <a:spAutoFit/>
          </a:bodyPr>
          <a:lstStyle/>
          <a:p>
            <a:pPr indent="0" lvl="0" marL="16911" rtl="0" algn="l">
              <a:lnSpc>
                <a:spcPct val="100000"/>
              </a:lnSpc>
              <a:spcBef>
                <a:spcPts val="0"/>
              </a:spcBef>
              <a:spcAft>
                <a:spcPts val="0"/>
              </a:spcAft>
              <a:buSzPts val="1400"/>
              <a:buNone/>
            </a:pPr>
            <a:r>
              <a:rPr b="1" lang="en-US" sz="3400">
                <a:latin typeface="Arial"/>
                <a:ea typeface="Arial"/>
                <a:cs typeface="Arial"/>
                <a:sym typeface="Arial"/>
              </a:rPr>
              <a:t>Mllib</a:t>
            </a:r>
            <a:endParaRPr b="1" sz="3400">
              <a:latin typeface="Arial"/>
              <a:ea typeface="Arial"/>
              <a:cs typeface="Arial"/>
              <a:sym typeface="Arial"/>
            </a:endParaRPr>
          </a:p>
        </p:txBody>
      </p:sp>
      <p:sp>
        <p:nvSpPr>
          <p:cNvPr id="62" name="Google Shape;62;p3"/>
          <p:cNvSpPr txBox="1"/>
          <p:nvPr/>
        </p:nvSpPr>
        <p:spPr>
          <a:xfrm>
            <a:off x="482977" y="2898936"/>
            <a:ext cx="5987100" cy="4182049"/>
          </a:xfrm>
          <a:prstGeom prst="rect">
            <a:avLst/>
          </a:prstGeom>
          <a:noFill/>
          <a:ln>
            <a:noFill/>
          </a:ln>
        </p:spPr>
        <p:txBody>
          <a:bodyPr anchorCtr="0" anchor="t" bIns="0" lIns="0" spcFirstLastPara="1" rIns="0" wrap="square" tIns="10975">
            <a:spAutoFit/>
          </a:bodyPr>
          <a:lstStyle/>
          <a:p>
            <a:pPr indent="5919" lvl="0" marL="16911" marR="6765" rtl="0" algn="l">
              <a:lnSpc>
                <a:spcPct val="102299"/>
              </a:lnSpc>
              <a:spcBef>
                <a:spcPts val="0"/>
              </a:spcBef>
              <a:spcAft>
                <a:spcPts val="0"/>
              </a:spcAft>
              <a:buClr>
                <a:srgbClr val="000000"/>
              </a:buClr>
              <a:buSzPts val="2400"/>
              <a:buFont typeface="Arial"/>
              <a:buNone/>
            </a:pPr>
            <a:r>
              <a:rPr b="0" i="0" lang="en-US" sz="2400" u="none" cap="none" strike="noStrike">
                <a:solidFill>
                  <a:srgbClr val="2C71A0"/>
                </a:solidFill>
                <a:latin typeface="Arial"/>
                <a:ea typeface="Arial"/>
                <a:cs typeface="Arial"/>
                <a:sym typeface="Arial"/>
              </a:rPr>
              <a:t>Machine </a:t>
            </a:r>
            <a:r>
              <a:rPr b="0" i="0" lang="en-US" sz="2400" u="none" cap="none" strike="noStrike">
                <a:solidFill>
                  <a:srgbClr val="2F6887"/>
                </a:solidFill>
                <a:latin typeface="Arial"/>
                <a:ea typeface="Arial"/>
                <a:cs typeface="Arial"/>
                <a:sym typeface="Arial"/>
              </a:rPr>
              <a:t>l</a:t>
            </a:r>
            <a:r>
              <a:rPr b="0" i="0" lang="en-US" sz="2400" u="none" cap="none" strike="noStrike">
                <a:solidFill>
                  <a:srgbClr val="2C71A0"/>
                </a:solidFill>
                <a:latin typeface="Arial"/>
                <a:ea typeface="Arial"/>
                <a:cs typeface="Arial"/>
                <a:sym typeface="Arial"/>
              </a:rPr>
              <a:t>earn</a:t>
            </a:r>
            <a:r>
              <a:rPr b="0" i="0" lang="en-US" sz="2400" u="none" cap="none" strike="noStrike">
                <a:solidFill>
                  <a:srgbClr val="3480AF"/>
                </a:solidFill>
                <a:latin typeface="Arial"/>
                <a:ea typeface="Arial"/>
                <a:cs typeface="Arial"/>
                <a:sym typeface="Arial"/>
              </a:rPr>
              <a:t>i</a:t>
            </a:r>
            <a:r>
              <a:rPr b="0" i="0" lang="en-US" sz="2400" u="none" cap="none" strike="noStrike">
                <a:solidFill>
                  <a:srgbClr val="2C71A0"/>
                </a:solidFill>
                <a:latin typeface="Arial"/>
                <a:ea typeface="Arial"/>
                <a:cs typeface="Arial"/>
                <a:sym typeface="Arial"/>
              </a:rPr>
              <a:t>ng </a:t>
            </a:r>
            <a:r>
              <a:rPr b="0" i="0" lang="en-US" sz="2400" u="none" cap="none" strike="noStrike">
                <a:solidFill>
                  <a:srgbClr val="1B1F20"/>
                </a:solidFill>
                <a:latin typeface="Arial"/>
                <a:ea typeface="Arial"/>
                <a:cs typeface="Arial"/>
                <a:sym typeface="Arial"/>
              </a:rPr>
              <a:t>may be broken down into two classes of algorithms:</a:t>
            </a:r>
            <a:endParaRPr b="0" i="0" sz="2400" u="none" cap="none" strike="noStrike">
              <a:solidFill>
                <a:srgbClr val="1B1F20"/>
              </a:solidFill>
              <a:latin typeface="Arial"/>
              <a:ea typeface="Arial"/>
              <a:cs typeface="Arial"/>
              <a:sym typeface="Arial"/>
            </a:endParaRPr>
          </a:p>
          <a:p>
            <a:pPr indent="-457200" lvl="0" marL="474110" marR="6765" rtl="0" algn="l">
              <a:lnSpc>
                <a:spcPct val="102299"/>
              </a:lnSpc>
              <a:spcBef>
                <a:spcPts val="87"/>
              </a:spcBef>
              <a:spcAft>
                <a:spcPts val="0"/>
              </a:spcAft>
              <a:buClr>
                <a:srgbClr val="2C71A0"/>
              </a:buClr>
              <a:buSzPts val="2400"/>
              <a:buFont typeface="Arial"/>
              <a:buAutoNum type="arabicPeriod"/>
            </a:pPr>
            <a:r>
              <a:rPr b="0" i="0" lang="en-US" sz="2400" u="none" cap="none" strike="noStrike">
                <a:solidFill>
                  <a:srgbClr val="2C71A0"/>
                </a:solidFill>
                <a:latin typeface="Arial"/>
                <a:ea typeface="Arial"/>
                <a:cs typeface="Arial"/>
                <a:sym typeface="Arial"/>
              </a:rPr>
              <a:t>Superv</a:t>
            </a:r>
            <a:r>
              <a:rPr b="0" i="0" lang="en-US" sz="2400" u="none" cap="none" strike="noStrike">
                <a:solidFill>
                  <a:srgbClr val="235F8B"/>
                </a:solidFill>
                <a:latin typeface="Arial"/>
                <a:ea typeface="Arial"/>
                <a:cs typeface="Arial"/>
                <a:sym typeface="Arial"/>
              </a:rPr>
              <a:t>i</a:t>
            </a:r>
            <a:r>
              <a:rPr b="0" i="0" lang="en-US" sz="2400" u="none" cap="none" strike="noStrike">
                <a:solidFill>
                  <a:srgbClr val="2C71A0"/>
                </a:solidFill>
                <a:latin typeface="Arial"/>
                <a:ea typeface="Arial"/>
                <a:cs typeface="Arial"/>
                <a:sym typeface="Arial"/>
              </a:rPr>
              <a:t>sed a</a:t>
            </a:r>
            <a:r>
              <a:rPr b="0" i="0" lang="en-US" sz="2400" u="none" cap="none" strike="noStrike">
                <a:solidFill>
                  <a:srgbClr val="3887BD"/>
                </a:solidFill>
                <a:latin typeface="Arial"/>
                <a:ea typeface="Arial"/>
                <a:cs typeface="Arial"/>
                <a:sym typeface="Arial"/>
              </a:rPr>
              <a:t>l</a:t>
            </a:r>
            <a:r>
              <a:rPr b="0" i="0" lang="en-US" sz="2400" u="none" cap="none" strike="noStrike">
                <a:solidFill>
                  <a:srgbClr val="2C71A0"/>
                </a:solidFill>
                <a:latin typeface="Arial"/>
                <a:ea typeface="Arial"/>
                <a:cs typeface="Arial"/>
                <a:sym typeface="Arial"/>
              </a:rPr>
              <a:t>gorit</a:t>
            </a:r>
            <a:r>
              <a:rPr b="0" i="0" lang="en-US" sz="2400" u="none" cap="none" strike="noStrike">
                <a:solidFill>
                  <a:srgbClr val="3887BD"/>
                </a:solidFill>
                <a:latin typeface="Arial"/>
                <a:ea typeface="Arial"/>
                <a:cs typeface="Arial"/>
                <a:sym typeface="Arial"/>
              </a:rPr>
              <a:t>h</a:t>
            </a:r>
            <a:r>
              <a:rPr b="0" i="0" lang="en-US" sz="2400" u="none" cap="none" strike="noStrike">
                <a:solidFill>
                  <a:srgbClr val="2C71A0"/>
                </a:solidFill>
                <a:latin typeface="Arial"/>
                <a:ea typeface="Arial"/>
                <a:cs typeface="Arial"/>
                <a:sym typeface="Arial"/>
              </a:rPr>
              <a:t>ms </a:t>
            </a:r>
            <a:r>
              <a:rPr b="0" i="0" lang="en-US" sz="2400" u="none" cap="none" strike="noStrike">
                <a:solidFill>
                  <a:srgbClr val="1E2021"/>
                </a:solidFill>
                <a:latin typeface="Arial"/>
                <a:ea typeface="Arial"/>
                <a:cs typeface="Arial"/>
                <a:sym typeface="Arial"/>
              </a:rPr>
              <a:t>use labelled data in which both the input and output are provided to the algorithm</a:t>
            </a:r>
            <a:endParaRPr b="0" i="0" sz="2400" u="none" cap="none" strike="noStrike">
              <a:solidFill>
                <a:srgbClr val="000000"/>
              </a:solidFill>
              <a:latin typeface="Arial"/>
              <a:ea typeface="Arial"/>
              <a:cs typeface="Arial"/>
              <a:sym typeface="Arial"/>
            </a:endParaRPr>
          </a:p>
          <a:p>
            <a:pPr indent="-457200" lvl="0" marL="474110" marR="6765" rtl="0" algn="l">
              <a:lnSpc>
                <a:spcPct val="102299"/>
              </a:lnSpc>
              <a:spcBef>
                <a:spcPts val="87"/>
              </a:spcBef>
              <a:spcAft>
                <a:spcPts val="0"/>
              </a:spcAft>
              <a:buClr>
                <a:srgbClr val="2C70A0"/>
              </a:buClr>
              <a:buSzPts val="2400"/>
              <a:buFont typeface="Arial"/>
              <a:buAutoNum type="arabicPeriod"/>
            </a:pPr>
            <a:r>
              <a:rPr b="0" i="0" lang="en-US" sz="2400" u="none" cap="none" strike="noStrike">
                <a:solidFill>
                  <a:srgbClr val="2C70A0"/>
                </a:solidFill>
                <a:latin typeface="Arial"/>
                <a:ea typeface="Arial"/>
                <a:cs typeface="Arial"/>
                <a:sym typeface="Arial"/>
              </a:rPr>
              <a:t>Unsuperv</a:t>
            </a:r>
            <a:r>
              <a:rPr b="0" i="0" lang="en-US" sz="2400" u="none" cap="none" strike="noStrike">
                <a:solidFill>
                  <a:srgbClr val="3684BB"/>
                </a:solidFill>
                <a:latin typeface="Arial"/>
                <a:ea typeface="Arial"/>
                <a:cs typeface="Arial"/>
                <a:sym typeface="Arial"/>
              </a:rPr>
              <a:t>i</a:t>
            </a:r>
            <a:r>
              <a:rPr b="0" i="0" lang="en-US" sz="2400" u="none" cap="none" strike="noStrike">
                <a:solidFill>
                  <a:srgbClr val="2C70A0"/>
                </a:solidFill>
                <a:latin typeface="Arial"/>
                <a:ea typeface="Arial"/>
                <a:cs typeface="Arial"/>
                <a:sym typeface="Arial"/>
              </a:rPr>
              <a:t>sed algo</a:t>
            </a:r>
            <a:r>
              <a:rPr b="0" i="0" lang="en-US" sz="2400" u="none" cap="none" strike="noStrike">
                <a:solidFill>
                  <a:srgbClr val="3684BB"/>
                </a:solidFill>
                <a:latin typeface="Arial"/>
                <a:ea typeface="Arial"/>
                <a:cs typeface="Arial"/>
                <a:sym typeface="Arial"/>
              </a:rPr>
              <a:t>r</a:t>
            </a:r>
            <a:r>
              <a:rPr b="0" i="0" lang="en-US" sz="2400" u="none" cap="none" strike="noStrike">
                <a:solidFill>
                  <a:srgbClr val="2C70A0"/>
                </a:solidFill>
                <a:latin typeface="Arial"/>
                <a:ea typeface="Arial"/>
                <a:cs typeface="Arial"/>
                <a:sym typeface="Arial"/>
              </a:rPr>
              <a:t>ithms </a:t>
            </a:r>
            <a:r>
              <a:rPr b="0" i="0" lang="en-US" sz="2400" u="none" cap="none" strike="noStrike">
                <a:solidFill>
                  <a:srgbClr val="1C2020"/>
                </a:solidFill>
                <a:latin typeface="Arial"/>
                <a:ea typeface="Arial"/>
                <a:cs typeface="Arial"/>
                <a:sym typeface="Arial"/>
              </a:rPr>
              <a:t>do not have the outputs in advance. These algorithms are left to make sense of the data without labels.</a:t>
            </a:r>
            <a:endParaRPr b="0" i="0" sz="2400" u="none" cap="none" strike="noStrike">
              <a:solidFill>
                <a:srgbClr val="000000"/>
              </a:solidFill>
              <a:latin typeface="Arial"/>
              <a:ea typeface="Arial"/>
              <a:cs typeface="Arial"/>
              <a:sym typeface="Arial"/>
            </a:endParaRPr>
          </a:p>
          <a:p>
            <a:pPr indent="5919" lvl="0" marL="16911" marR="6765" rtl="0" algn="l">
              <a:lnSpc>
                <a:spcPct val="102299"/>
              </a:lnSpc>
              <a:spcBef>
                <a:spcPts val="87"/>
              </a:spcBef>
              <a:spcAft>
                <a:spcPts val="0"/>
              </a:spcAft>
              <a:buClr>
                <a:srgbClr val="000000"/>
              </a:buClr>
              <a:buSzPts val="2400"/>
              <a:buFont typeface="Arial"/>
              <a:buNone/>
            </a:pPr>
            <a:r>
              <a:t/>
            </a:r>
            <a:endParaRPr b="0" i="0" sz="2400" u="none" cap="none" strike="noStrike">
              <a:solidFill>
                <a:srgbClr val="1B1F20"/>
              </a:solidFill>
              <a:latin typeface="Arial"/>
              <a:ea typeface="Arial"/>
              <a:cs typeface="Arial"/>
              <a:sym typeface="Arial"/>
            </a:endParaRPr>
          </a:p>
          <a:p>
            <a:pPr indent="5919" lvl="0" marL="16911" marR="6765" rtl="0" algn="l">
              <a:lnSpc>
                <a:spcPct val="102299"/>
              </a:lnSpc>
              <a:spcBef>
                <a:spcPts val="87"/>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63" name="Google Shape;63;p3"/>
          <p:cNvSpPr txBox="1"/>
          <p:nvPr/>
        </p:nvSpPr>
        <p:spPr>
          <a:xfrm>
            <a:off x="6719972" y="4185254"/>
            <a:ext cx="1878600" cy="355800"/>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Supervised</a:t>
            </a:r>
            <a:endParaRPr b="0" i="0" sz="2200" u="none" cap="none" strike="noStrike">
              <a:solidFill>
                <a:schemeClr val="dk1"/>
              </a:solidFill>
              <a:latin typeface="Arial"/>
              <a:ea typeface="Arial"/>
              <a:cs typeface="Arial"/>
              <a:sym typeface="Arial"/>
            </a:endParaRPr>
          </a:p>
        </p:txBody>
      </p:sp>
      <p:sp>
        <p:nvSpPr>
          <p:cNvPr id="64" name="Google Shape;64;p3"/>
          <p:cNvSpPr txBox="1"/>
          <p:nvPr/>
        </p:nvSpPr>
        <p:spPr>
          <a:xfrm>
            <a:off x="10380939" y="4731381"/>
            <a:ext cx="3103200" cy="2766600"/>
          </a:xfrm>
          <a:prstGeom prst="rect">
            <a:avLst/>
          </a:prstGeom>
          <a:noFill/>
          <a:ln>
            <a:noFill/>
          </a:ln>
        </p:spPr>
        <p:txBody>
          <a:bodyPr anchorCtr="0" anchor="t" bIns="0" lIns="0" spcFirstLastPara="1" rIns="0" wrap="square" tIns="16900">
            <a:spAutoFit/>
          </a:bodyPr>
          <a:lstStyle/>
          <a:p>
            <a:pPr indent="0" lvl="0" marL="365760" marR="0" rtl="0" algn="l">
              <a:lnSpc>
                <a:spcPct val="107000"/>
              </a:lnSpc>
              <a:spcBef>
                <a:spcPts val="0"/>
              </a:spcBef>
              <a:spcAft>
                <a:spcPts val="0"/>
              </a:spcAft>
              <a:buClr>
                <a:srgbClr val="222222"/>
              </a:buClr>
              <a:buSzPts val="2200"/>
              <a:buFont typeface="Arial"/>
              <a:buNone/>
            </a:pPr>
            <a:r>
              <a:rPr b="0" i="0" lang="en-US" sz="2200" u="none" cap="none" strike="noStrike">
                <a:solidFill>
                  <a:srgbClr val="222222"/>
                </a:solidFill>
                <a:latin typeface="Arial"/>
                <a:ea typeface="Arial"/>
                <a:cs typeface="Arial"/>
                <a:sym typeface="Arial"/>
              </a:rPr>
              <a:t>Clustering</a:t>
            </a:r>
            <a:endParaRPr b="0" i="0" sz="12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242424"/>
              </a:buClr>
              <a:buSzPts val="2200"/>
              <a:buFont typeface="Arial"/>
              <a:buChar char="-"/>
            </a:pPr>
            <a:r>
              <a:rPr b="0" i="0" lang="en-US" sz="2200" u="none" cap="none" strike="noStrike">
                <a:solidFill>
                  <a:srgbClr val="242424"/>
                </a:solidFill>
                <a:latin typeface="Arial"/>
                <a:ea typeface="Arial"/>
                <a:cs typeface="Arial"/>
                <a:sym typeface="Arial"/>
              </a:rPr>
              <a:t>K Means</a:t>
            </a:r>
            <a:endParaRPr b="0" i="0" sz="1200" u="none" cap="none" strike="noStrike">
              <a:solidFill>
                <a:srgbClr val="000000"/>
              </a:solidFill>
              <a:latin typeface="Times New Roman"/>
              <a:ea typeface="Times New Roman"/>
              <a:cs typeface="Times New Roman"/>
              <a:sym typeface="Times New Roman"/>
            </a:endParaRPr>
          </a:p>
          <a:p>
            <a:pPr indent="-8890" lvl="0" marL="384175" marR="567055" rtl="0" algn="l">
              <a:lnSpc>
                <a:spcPct val="107000"/>
              </a:lnSpc>
              <a:spcBef>
                <a:spcPts val="600"/>
              </a:spcBef>
              <a:spcAft>
                <a:spcPts val="0"/>
              </a:spcAft>
              <a:buClr>
                <a:srgbClr val="252525"/>
              </a:buClr>
              <a:buSzPts val="2200"/>
              <a:buFont typeface="Arial"/>
              <a:buNone/>
            </a:pPr>
            <a:r>
              <a:rPr b="0" i="0" lang="en-US" sz="2200" u="none" cap="none" strike="noStrike">
                <a:solidFill>
                  <a:srgbClr val="252525"/>
                </a:solidFill>
                <a:latin typeface="Arial"/>
                <a:ea typeface="Arial"/>
                <a:cs typeface="Arial"/>
                <a:sym typeface="Arial"/>
              </a:rPr>
              <a:t>Dimensionality Reduction</a:t>
            </a:r>
            <a:endParaRPr b="0" i="0" sz="12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252525"/>
              </a:buClr>
              <a:buSzPts val="2200"/>
              <a:buFont typeface="Arial"/>
              <a:buChar char="-"/>
            </a:pPr>
            <a:r>
              <a:rPr b="0" i="0" lang="en-US" sz="2200" u="none" cap="none" strike="noStrike">
                <a:solidFill>
                  <a:srgbClr val="252525"/>
                </a:solidFill>
                <a:latin typeface="Arial"/>
                <a:ea typeface="Arial"/>
                <a:cs typeface="Arial"/>
                <a:sym typeface="Arial"/>
              </a:rPr>
              <a:t>Principal Component Analysis</a:t>
            </a:r>
            <a:endParaRPr b="0" i="0" sz="1200" u="none" cap="none" strike="noStrike">
              <a:solidFill>
                <a:srgbClr val="000000"/>
              </a:solidFill>
              <a:latin typeface="Times New Roman"/>
              <a:ea typeface="Times New Roman"/>
              <a:cs typeface="Times New Roman"/>
              <a:sym typeface="Times New Roman"/>
            </a:endParaRPr>
          </a:p>
          <a:p>
            <a:pPr indent="0" lvl="0" marL="374650" marR="0" rtl="0" algn="l">
              <a:lnSpc>
                <a:spcPct val="107000"/>
              </a:lnSpc>
              <a:spcBef>
                <a:spcPts val="600"/>
              </a:spcBef>
              <a:spcAft>
                <a:spcPts val="0"/>
              </a:spcAft>
              <a:buClr>
                <a:srgbClr val="252525"/>
              </a:buClr>
              <a:buSzPts val="2200"/>
              <a:buFont typeface="Arial"/>
              <a:buNone/>
            </a:pPr>
            <a:r>
              <a:rPr b="0" i="0" lang="en-US" sz="2200" u="none" cap="none" strike="noStrike">
                <a:solidFill>
                  <a:srgbClr val="252525"/>
                </a:solidFill>
                <a:latin typeface="Arial"/>
                <a:ea typeface="Arial"/>
                <a:cs typeface="Arial"/>
                <a:sym typeface="Arial"/>
              </a:rPr>
              <a:t>-SVD</a:t>
            </a:r>
            <a:endParaRPr b="0" i="0" sz="1200" u="none" cap="none" strike="noStrike">
              <a:solidFill>
                <a:srgbClr val="000000"/>
              </a:solidFill>
              <a:latin typeface="Arial"/>
              <a:ea typeface="Arial"/>
              <a:cs typeface="Arial"/>
              <a:sym typeface="Arial"/>
            </a:endParaRPr>
          </a:p>
        </p:txBody>
      </p:sp>
      <p:sp>
        <p:nvSpPr>
          <p:cNvPr id="65" name="Google Shape;65;p3"/>
          <p:cNvSpPr txBox="1"/>
          <p:nvPr/>
        </p:nvSpPr>
        <p:spPr>
          <a:xfrm>
            <a:off x="6470085" y="4834891"/>
            <a:ext cx="2128500" cy="2504700"/>
          </a:xfrm>
          <a:prstGeom prst="rect">
            <a:avLst/>
          </a:prstGeom>
          <a:noFill/>
          <a:ln>
            <a:noFill/>
          </a:ln>
        </p:spPr>
        <p:txBody>
          <a:bodyPr anchorCtr="0" anchor="t" bIns="0" lIns="0" spcFirstLastPara="1" rIns="0" wrap="square" tIns="16900">
            <a:spAutoFit/>
          </a:bodyPr>
          <a:lstStyle/>
          <a:p>
            <a:pPr indent="0" lvl="0" marL="393065" marR="0" rtl="0" algn="l">
              <a:lnSpc>
                <a:spcPct val="107000"/>
              </a:lnSpc>
              <a:spcBef>
                <a:spcPts val="0"/>
              </a:spcBef>
              <a:spcAft>
                <a:spcPts val="0"/>
              </a:spcAft>
              <a:buClr>
                <a:srgbClr val="292929"/>
              </a:buClr>
              <a:buSzPts val="2200"/>
              <a:buFont typeface="Arial"/>
              <a:buNone/>
            </a:pPr>
            <a:r>
              <a:rPr b="0" i="0" lang="en-US" sz="2200" u="none" cap="none" strike="noStrike">
                <a:solidFill>
                  <a:srgbClr val="292929"/>
                </a:solidFill>
                <a:latin typeface="Arial"/>
                <a:ea typeface="Arial"/>
                <a:cs typeface="Arial"/>
                <a:sym typeface="Arial"/>
              </a:rPr>
              <a:t>Classification</a:t>
            </a:r>
            <a:endParaRPr b="0" i="0" sz="12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202020"/>
              </a:buClr>
              <a:buSzPts val="2200"/>
              <a:buFont typeface="Helvetica Neue"/>
              <a:buChar char="-"/>
            </a:pPr>
            <a:r>
              <a:rPr b="0" i="0" lang="en-US" sz="2200" u="none" cap="none" strike="noStrike">
                <a:solidFill>
                  <a:srgbClr val="202020"/>
                </a:solidFill>
                <a:latin typeface="Arial"/>
                <a:ea typeface="Arial"/>
                <a:cs typeface="Arial"/>
                <a:sym typeface="Arial"/>
              </a:rPr>
              <a:t>Naive Bayes</a:t>
            </a:r>
            <a:endParaRPr b="0" i="0" sz="1200" u="none" cap="none" strike="noStrike">
              <a:solidFill>
                <a:srgbClr val="000000"/>
              </a:solidFill>
              <a:latin typeface="Times New Roman"/>
              <a:ea typeface="Times New Roman"/>
              <a:cs typeface="Times New Roman"/>
              <a:sym typeface="Times New Roman"/>
            </a:endParaRPr>
          </a:p>
          <a:p>
            <a:pPr indent="0" lvl="0" marL="374650" marR="0" rtl="0" algn="l">
              <a:lnSpc>
                <a:spcPct val="107000"/>
              </a:lnSpc>
              <a:spcBef>
                <a:spcPts val="600"/>
              </a:spcBef>
              <a:spcAft>
                <a:spcPts val="0"/>
              </a:spcAft>
              <a:buClr>
                <a:srgbClr val="202020"/>
              </a:buClr>
              <a:buSzPts val="2200"/>
              <a:buFont typeface="Arial"/>
              <a:buNone/>
            </a:pPr>
            <a:r>
              <a:rPr b="0" i="0" lang="en-US" sz="2200" u="none" cap="none" strike="noStrike">
                <a:solidFill>
                  <a:srgbClr val="202020"/>
                </a:solidFill>
                <a:latin typeface="Arial"/>
                <a:ea typeface="Arial"/>
                <a:cs typeface="Arial"/>
                <a:sym typeface="Arial"/>
              </a:rPr>
              <a:t>-SVM</a:t>
            </a:r>
            <a:endParaRPr b="0" i="0" sz="1200" u="none" cap="none" strike="noStrike">
              <a:solidFill>
                <a:srgbClr val="000000"/>
              </a:solidFill>
              <a:latin typeface="Arial"/>
              <a:ea typeface="Arial"/>
              <a:cs typeface="Arial"/>
              <a:sym typeface="Arial"/>
            </a:endParaRPr>
          </a:p>
          <a:p>
            <a:pPr indent="0" lvl="0" marL="384175" marR="0" rtl="0" algn="l">
              <a:lnSpc>
                <a:spcPct val="107000"/>
              </a:lnSpc>
              <a:spcBef>
                <a:spcPts val="1200"/>
              </a:spcBef>
              <a:spcAft>
                <a:spcPts val="0"/>
              </a:spcAft>
              <a:buClr>
                <a:srgbClr val="212121"/>
              </a:buClr>
              <a:buSzPts val="2200"/>
              <a:buFont typeface="Arial"/>
              <a:buNone/>
            </a:pPr>
            <a:r>
              <a:rPr b="0" i="0" lang="en-US" sz="2200" u="none" cap="none" strike="noStrike">
                <a:solidFill>
                  <a:srgbClr val="212121"/>
                </a:solidFill>
                <a:latin typeface="Arial"/>
                <a:ea typeface="Arial"/>
                <a:cs typeface="Arial"/>
                <a:sym typeface="Arial"/>
              </a:rPr>
              <a:t>Regression</a:t>
            </a:r>
            <a:endParaRPr b="0" i="0" sz="12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282828"/>
              </a:buClr>
              <a:buSzPts val="2200"/>
              <a:buFont typeface="Helvetica Neue"/>
              <a:buChar char="-"/>
            </a:pPr>
            <a:r>
              <a:rPr b="0" i="0" lang="en-US" sz="2200" u="none" cap="none" strike="noStrike">
                <a:solidFill>
                  <a:srgbClr val="282828"/>
                </a:solidFill>
                <a:latin typeface="Arial"/>
                <a:ea typeface="Arial"/>
                <a:cs typeface="Arial"/>
                <a:sym typeface="Arial"/>
              </a:rPr>
              <a:t>Linear</a:t>
            </a:r>
            <a:endParaRPr b="0" i="0" sz="12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252525"/>
              </a:buClr>
              <a:buSzPts val="2200"/>
              <a:buFont typeface="Helvetica Neue"/>
              <a:buChar char="-"/>
            </a:pPr>
            <a:r>
              <a:rPr b="0" i="0" lang="en-US" sz="2200" u="none" cap="none" strike="noStrike">
                <a:solidFill>
                  <a:srgbClr val="252525"/>
                </a:solidFill>
                <a:latin typeface="Arial"/>
                <a:ea typeface="Arial"/>
                <a:cs typeface="Arial"/>
                <a:sym typeface="Arial"/>
              </a:rPr>
              <a:t>Logistic</a:t>
            </a:r>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2"/>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 name="Google Shape;71;p2"/>
          <p:cNvSpPr/>
          <p:nvPr/>
        </p:nvSpPr>
        <p:spPr>
          <a:xfrm>
            <a:off x="0" y="0"/>
            <a:ext cx="13001548"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p2"/>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 name="Google Shape;73;p2"/>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 name="Google Shape;74;p2"/>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 name="Google Shape;75;p2"/>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 name="Google Shape;76;p2"/>
          <p:cNvSpPr/>
          <p:nvPr/>
        </p:nvSpPr>
        <p:spPr>
          <a:xfrm flipH="1" rot="5400000">
            <a:off x="-2723300" y="2708867"/>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77" name="Google Shape;77;p2"/>
          <p:cNvSpPr txBox="1"/>
          <p:nvPr/>
        </p:nvSpPr>
        <p:spPr>
          <a:xfrm>
            <a:off x="497836" y="834638"/>
            <a:ext cx="3414791" cy="4817773"/>
          </a:xfrm>
          <a:prstGeom prst="rect">
            <a:avLst/>
          </a:prstGeom>
          <a:noFill/>
          <a:ln>
            <a:noFill/>
          </a:ln>
        </p:spPr>
        <p:txBody>
          <a:bodyPr anchorCtr="0" anchor="b" bIns="45700" lIns="91425" spcFirstLastPara="1" rIns="91425" wrap="square" tIns="45700">
            <a:normAutofit/>
          </a:bodyPr>
          <a:lstStyle/>
          <a:p>
            <a:pPr indent="0" lvl="0" marL="0" marR="0" rtl="0" algn="r">
              <a:lnSpc>
                <a:spcPct val="90000"/>
              </a:lnSpc>
              <a:spcBef>
                <a:spcPts val="0"/>
              </a:spcBef>
              <a:spcAft>
                <a:spcPts val="600"/>
              </a:spcAft>
              <a:buNone/>
            </a:pPr>
            <a:r>
              <a:rPr b="1" i="0" lang="en-US" sz="5000" u="none" cap="none" strike="noStrike">
                <a:solidFill>
                  <a:srgbClr val="FFFFFF"/>
                </a:solidFill>
                <a:latin typeface="Arial"/>
                <a:ea typeface="Arial"/>
                <a:cs typeface="Arial"/>
                <a:sym typeface="Arial"/>
              </a:rPr>
              <a:t>Spark and Machine Learning</a:t>
            </a:r>
            <a:endParaRPr/>
          </a:p>
        </p:txBody>
      </p:sp>
      <p:sp>
        <p:nvSpPr>
          <p:cNvPr id="78" name="Google Shape;78;p2"/>
          <p:cNvSpPr txBox="1"/>
          <p:nvPr/>
        </p:nvSpPr>
        <p:spPr>
          <a:xfrm>
            <a:off x="5130942" y="923704"/>
            <a:ext cx="6992371" cy="788771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300"/>
              <a:buFont typeface="Arial"/>
              <a:buChar char="•"/>
            </a:pPr>
            <a:r>
              <a:rPr b="1" i="0" lang="en-US" sz="2300" u="none" cap="none" strike="noStrike">
                <a:solidFill>
                  <a:schemeClr val="dk1"/>
                </a:solidFill>
                <a:latin typeface="Arial"/>
                <a:ea typeface="Arial"/>
                <a:cs typeface="Arial"/>
                <a:sym typeface="Arial"/>
              </a:rPr>
              <a:t>MLlib in Spark</a:t>
            </a:r>
            <a:r>
              <a:rPr b="0" i="0" lang="en-US" sz="2300" u="none" cap="none" strike="noStrike">
                <a:solidFill>
                  <a:schemeClr val="dk1"/>
                </a:solidFill>
                <a:latin typeface="Arial"/>
                <a:ea typeface="Arial"/>
                <a:cs typeface="Arial"/>
                <a:sym typeface="Arial"/>
              </a:rPr>
              <a:t>: Provides common machine learning algorithms for classification, regression, clustering, and collaborative filtering. Some examples:</a:t>
            </a:r>
            <a:endParaRPr/>
          </a:p>
          <a:p>
            <a:pPr indent="0" lvl="0" marL="0" marR="0" rtl="0" algn="l">
              <a:lnSpc>
                <a:spcPct val="90000"/>
              </a:lnSpc>
              <a:spcBef>
                <a:spcPts val="1200"/>
              </a:spcBef>
              <a:spcAft>
                <a:spcPts val="0"/>
              </a:spcAft>
              <a:buClr>
                <a:srgbClr val="000000"/>
              </a:buClr>
              <a:buSzPts val="2300"/>
              <a:buFont typeface="Arial"/>
              <a:buChar char="•"/>
            </a:pPr>
            <a:r>
              <a:rPr b="0" i="0" lang="en-US" sz="2300" u="none" cap="none" strike="noStrike">
                <a:solidFill>
                  <a:schemeClr val="dk1"/>
                </a:solidFill>
                <a:latin typeface="Arial"/>
                <a:ea typeface="Arial"/>
                <a:cs typeface="Arial"/>
                <a:sym typeface="Arial"/>
              </a:rPr>
              <a:t>Logistic Regression</a:t>
            </a:r>
            <a:endParaRPr/>
          </a:p>
          <a:p>
            <a:pPr indent="0" lvl="0" marL="0" marR="0" rtl="0" algn="l">
              <a:lnSpc>
                <a:spcPct val="90000"/>
              </a:lnSpc>
              <a:spcBef>
                <a:spcPts val="1200"/>
              </a:spcBef>
              <a:spcAft>
                <a:spcPts val="0"/>
              </a:spcAft>
              <a:buClr>
                <a:srgbClr val="000000"/>
              </a:buClr>
              <a:buSzPts val="2300"/>
              <a:buFont typeface="Arial"/>
              <a:buChar char="•"/>
            </a:pPr>
            <a:r>
              <a:rPr b="0" i="0" lang="en-US" sz="2300" u="none" cap="none" strike="noStrike">
                <a:solidFill>
                  <a:schemeClr val="dk1"/>
                </a:solidFill>
                <a:latin typeface="Arial"/>
                <a:ea typeface="Arial"/>
                <a:cs typeface="Arial"/>
                <a:sym typeface="Arial"/>
              </a:rPr>
              <a:t>Decision Trees</a:t>
            </a:r>
            <a:endParaRPr/>
          </a:p>
          <a:p>
            <a:pPr indent="0" lvl="0" marL="0" marR="0" rtl="0" algn="l">
              <a:lnSpc>
                <a:spcPct val="90000"/>
              </a:lnSpc>
              <a:spcBef>
                <a:spcPts val="1200"/>
              </a:spcBef>
              <a:spcAft>
                <a:spcPts val="0"/>
              </a:spcAft>
              <a:buClr>
                <a:srgbClr val="000000"/>
              </a:buClr>
              <a:buSzPts val="2300"/>
              <a:buFont typeface="Arial"/>
              <a:buChar char="•"/>
            </a:pPr>
            <a:r>
              <a:rPr b="0" i="0" lang="en-US" sz="2300" u="none" cap="none" strike="noStrike">
                <a:solidFill>
                  <a:schemeClr val="dk1"/>
                </a:solidFill>
                <a:latin typeface="Arial"/>
                <a:ea typeface="Arial"/>
                <a:cs typeface="Arial"/>
                <a:sym typeface="Arial"/>
              </a:rPr>
              <a:t>K-means clustering </a:t>
            </a:r>
            <a:endParaRPr/>
          </a:p>
          <a:p>
            <a:pPr indent="0" lvl="0" marL="0" marR="0" rtl="0" algn="l">
              <a:lnSpc>
                <a:spcPct val="90000"/>
              </a:lnSpc>
              <a:spcBef>
                <a:spcPts val="1200"/>
              </a:spcBef>
              <a:spcAft>
                <a:spcPts val="0"/>
              </a:spcAft>
              <a:buClr>
                <a:srgbClr val="000000"/>
              </a:buClr>
              <a:buSzPts val="2300"/>
              <a:buFont typeface="Arial"/>
              <a:buChar char="•"/>
            </a:pPr>
            <a:r>
              <a:rPr b="0" i="0" lang="en-US" sz="2300" u="none" cap="none" strike="noStrike">
                <a:solidFill>
                  <a:schemeClr val="dk1"/>
                </a:solidFill>
                <a:latin typeface="Arial"/>
                <a:ea typeface="Arial"/>
                <a:cs typeface="Arial"/>
                <a:sym typeface="Arial"/>
              </a:rPr>
              <a:t>Random Forest</a:t>
            </a:r>
            <a:endParaRPr/>
          </a:p>
          <a:p>
            <a:pPr indent="0" lvl="0" marL="0" marR="0" rtl="0" algn="l">
              <a:lnSpc>
                <a:spcPct val="90000"/>
              </a:lnSpc>
              <a:spcBef>
                <a:spcPts val="1200"/>
              </a:spcBef>
              <a:spcAft>
                <a:spcPts val="0"/>
              </a:spcAft>
              <a:buClr>
                <a:srgbClr val="000000"/>
              </a:buClr>
              <a:buSzPts val="2300"/>
              <a:buFont typeface="Arial"/>
              <a:buChar char="•"/>
            </a:pPr>
            <a:r>
              <a:rPr b="1" i="0" lang="en-US" sz="2300" u="none" cap="none" strike="noStrike">
                <a:solidFill>
                  <a:schemeClr val="dk1"/>
                </a:solidFill>
                <a:latin typeface="Arial"/>
                <a:ea typeface="Arial"/>
                <a:cs typeface="Arial"/>
                <a:sym typeface="Arial"/>
              </a:rPr>
              <a:t>MLlib for Neural Networks</a:t>
            </a:r>
            <a:r>
              <a:rPr b="0" i="0" lang="en-US" sz="2300" u="none" cap="none" strike="noStrike">
                <a:solidFill>
                  <a:schemeClr val="dk1"/>
                </a:solidFill>
                <a:latin typeface="Arial"/>
                <a:ea typeface="Arial"/>
                <a:cs typeface="Arial"/>
                <a:sym typeface="Arial"/>
              </a:rPr>
              <a:t>: Though Spark MLlib doesn’t natively support deep neural networks, it provides infrastructure to run simpler machine learning algorithms on large datasets. For deep learning, integration with other libraries (like </a:t>
            </a:r>
            <a:r>
              <a:rPr b="1" i="0" lang="en-US" sz="2300" u="none" cap="none" strike="noStrike">
                <a:solidFill>
                  <a:schemeClr val="dk1"/>
                </a:solidFill>
                <a:latin typeface="Arial"/>
                <a:ea typeface="Arial"/>
                <a:cs typeface="Arial"/>
                <a:sym typeface="Arial"/>
              </a:rPr>
              <a:t>TensorFlow</a:t>
            </a:r>
            <a:r>
              <a:rPr b="0" i="0" lang="en-US" sz="2300" u="none" cap="none" strike="noStrike">
                <a:solidFill>
                  <a:schemeClr val="dk1"/>
                </a:solidFill>
                <a:latin typeface="Arial"/>
                <a:ea typeface="Arial"/>
                <a:cs typeface="Arial"/>
                <a:sym typeface="Arial"/>
              </a:rPr>
              <a:t> or </a:t>
            </a:r>
            <a:r>
              <a:rPr b="1" i="0" lang="en-US" sz="2300" u="none" cap="none" strike="noStrike">
                <a:solidFill>
                  <a:schemeClr val="dk1"/>
                </a:solidFill>
                <a:latin typeface="Arial"/>
                <a:ea typeface="Arial"/>
                <a:cs typeface="Arial"/>
                <a:sym typeface="Arial"/>
              </a:rPr>
              <a:t>Keras</a:t>
            </a:r>
            <a:r>
              <a:rPr b="0" i="0" lang="en-US" sz="2300" u="none" cap="none" strike="noStrike">
                <a:solidFill>
                  <a:schemeClr val="dk1"/>
                </a:solidFill>
                <a:latin typeface="Arial"/>
                <a:ea typeface="Arial"/>
                <a:cs typeface="Arial"/>
                <a:sym typeface="Arial"/>
              </a:rPr>
              <a:t>) is often used.</a:t>
            </a:r>
            <a:endParaRPr/>
          </a:p>
          <a:p>
            <a:pPr indent="0" lvl="0" marL="0" marR="0" rtl="0" algn="l">
              <a:lnSpc>
                <a:spcPct val="90000"/>
              </a:lnSpc>
              <a:spcBef>
                <a:spcPts val="1200"/>
              </a:spcBef>
              <a:spcAft>
                <a:spcPts val="0"/>
              </a:spcAft>
              <a:buClr>
                <a:srgbClr val="000000"/>
              </a:buClr>
              <a:buSzPts val="2300"/>
              <a:buFont typeface="Arial"/>
              <a:buChar char="•"/>
            </a:pPr>
            <a:r>
              <a:rPr b="1" i="0" lang="en-US" sz="2300" u="none" cap="none" strike="noStrike">
                <a:solidFill>
                  <a:schemeClr val="dk1"/>
                </a:solidFill>
                <a:latin typeface="Arial"/>
                <a:ea typeface="Arial"/>
                <a:cs typeface="Arial"/>
                <a:sym typeface="Arial"/>
              </a:rPr>
              <a:t>Why Spark for Machine Learning</a:t>
            </a:r>
            <a:r>
              <a:rPr b="0" i="0" lang="en-US" sz="2300" u="none" cap="none" strike="noStrike">
                <a:solidFill>
                  <a:schemeClr val="dk1"/>
                </a:solidFill>
                <a:latin typeface="Arial"/>
                <a:ea typeface="Arial"/>
                <a:cs typeface="Arial"/>
                <a:sym typeface="Arial"/>
              </a:rPr>
              <a:t>:</a:t>
            </a:r>
            <a:endParaRPr/>
          </a:p>
          <a:p>
            <a:pPr indent="0" lvl="0" marL="0" marR="0" rtl="0" algn="l">
              <a:lnSpc>
                <a:spcPct val="90000"/>
              </a:lnSpc>
              <a:spcBef>
                <a:spcPts val="1200"/>
              </a:spcBef>
              <a:spcAft>
                <a:spcPts val="0"/>
              </a:spcAft>
              <a:buClr>
                <a:srgbClr val="000000"/>
              </a:buClr>
              <a:buSzPts val="2300"/>
              <a:buFont typeface="Arial"/>
              <a:buChar char="•"/>
            </a:pPr>
            <a:r>
              <a:rPr b="1" i="0" lang="en-US" sz="2300" u="none" cap="none" strike="noStrike">
                <a:solidFill>
                  <a:schemeClr val="dk1"/>
                </a:solidFill>
                <a:latin typeface="Arial"/>
                <a:ea typeface="Arial"/>
                <a:cs typeface="Arial"/>
                <a:sym typeface="Arial"/>
              </a:rPr>
              <a:t>Distributed Model Training</a:t>
            </a:r>
            <a:r>
              <a:rPr b="0" i="0" lang="en-US" sz="2300" u="none" cap="none" strike="noStrike">
                <a:solidFill>
                  <a:schemeClr val="dk1"/>
                </a:solidFill>
                <a:latin typeface="Arial"/>
                <a:ea typeface="Arial"/>
                <a:cs typeface="Arial"/>
                <a:sym typeface="Arial"/>
              </a:rPr>
              <a:t>: Split datasets across nodes and train models concurrently.</a:t>
            </a:r>
            <a:endParaRPr/>
          </a:p>
          <a:p>
            <a:pPr indent="0" lvl="0" marL="0" marR="0" rtl="0" algn="l">
              <a:lnSpc>
                <a:spcPct val="90000"/>
              </a:lnSpc>
              <a:spcBef>
                <a:spcPts val="1200"/>
              </a:spcBef>
              <a:spcAft>
                <a:spcPts val="0"/>
              </a:spcAft>
              <a:buClr>
                <a:srgbClr val="000000"/>
              </a:buClr>
              <a:buSzPts val="2300"/>
              <a:buFont typeface="Arial"/>
              <a:buChar char="•"/>
            </a:pPr>
            <a:r>
              <a:rPr b="1" i="0" lang="en-US" sz="2300" u="none" cap="none" strike="noStrike">
                <a:solidFill>
                  <a:schemeClr val="dk1"/>
                </a:solidFill>
                <a:latin typeface="Arial"/>
                <a:ea typeface="Arial"/>
                <a:cs typeface="Arial"/>
                <a:sym typeface="Arial"/>
              </a:rPr>
              <a:t>Hyperparameter Tuning</a:t>
            </a:r>
            <a:r>
              <a:rPr b="0" i="0" lang="en-US" sz="2300" u="none" cap="none" strike="noStrike">
                <a:solidFill>
                  <a:schemeClr val="dk1"/>
                </a:solidFill>
                <a:latin typeface="Arial"/>
                <a:ea typeface="Arial"/>
                <a:cs typeface="Arial"/>
                <a:sym typeface="Arial"/>
              </a:rPr>
              <a:t>: Leverage Spark’s parallel processing to test multiple configurations at once.</a:t>
            </a:r>
            <a:endParaRPr/>
          </a:p>
          <a:p>
            <a:pPr indent="146050" lvl="0" marL="0" marR="0" rtl="0" algn="l">
              <a:lnSpc>
                <a:spcPct val="90000"/>
              </a:lnSpc>
              <a:spcBef>
                <a:spcPts val="1200"/>
              </a:spcBef>
              <a:spcAft>
                <a:spcPts val="0"/>
              </a:spcAft>
              <a:buClr>
                <a:srgbClr val="000000"/>
              </a:buClr>
              <a:buSzPts val="2300"/>
              <a:buFont typeface="Arial"/>
              <a:buNone/>
            </a:pPr>
            <a:r>
              <a:t/>
            </a: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4"/>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 name="Google Shape;84;p4"/>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p4"/>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 name="Google Shape;86;p4"/>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 name="Google Shape;87;p4"/>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 name="Google Shape;88;p4"/>
          <p:cNvSpPr/>
          <p:nvPr/>
        </p:nvSpPr>
        <p:spPr>
          <a:xfrm flipH="1" rot="5400000">
            <a:off x="-2723302" y="2723283"/>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89" name="Google Shape;89;p4"/>
          <p:cNvSpPr txBox="1"/>
          <p:nvPr>
            <p:ph type="title"/>
          </p:nvPr>
        </p:nvSpPr>
        <p:spPr>
          <a:xfrm>
            <a:off x="625576" y="2394675"/>
            <a:ext cx="3322949" cy="3408155"/>
          </a:xfrm>
          <a:prstGeom prst="rect">
            <a:avLst/>
          </a:prstGeom>
          <a:noFill/>
          <a:ln>
            <a:noFill/>
          </a:ln>
        </p:spPr>
        <p:txBody>
          <a:bodyPr anchorCtr="0" anchor="b" bIns="45700" lIns="91425" spcFirstLastPara="1" rIns="91425" wrap="square" tIns="45700">
            <a:normAutofit/>
          </a:bodyPr>
          <a:lstStyle/>
          <a:p>
            <a:pPr indent="0" lvl="0" marL="23676" rtl="0" algn="r">
              <a:lnSpc>
                <a:spcPct val="90000"/>
              </a:lnSpc>
              <a:spcBef>
                <a:spcPts val="0"/>
              </a:spcBef>
              <a:spcAft>
                <a:spcPts val="0"/>
              </a:spcAft>
              <a:buSzPts val="1400"/>
              <a:buNone/>
            </a:pPr>
            <a:r>
              <a:rPr b="1" lang="en-US" sz="4300">
                <a:solidFill>
                  <a:srgbClr val="FFFFFF"/>
                </a:solidFill>
                <a:latin typeface="Arial"/>
                <a:ea typeface="Arial"/>
                <a:cs typeface="Arial"/>
                <a:sym typeface="Arial"/>
              </a:rPr>
              <a:t>Mllib Techniques</a:t>
            </a:r>
            <a:endParaRPr/>
          </a:p>
        </p:txBody>
      </p:sp>
      <p:grpSp>
        <p:nvGrpSpPr>
          <p:cNvPr id="90" name="Google Shape;90;p4"/>
          <p:cNvGrpSpPr/>
          <p:nvPr/>
        </p:nvGrpSpPr>
        <p:grpSpPr>
          <a:xfrm>
            <a:off x="5232055" y="1067292"/>
            <a:ext cx="7111288" cy="7756686"/>
            <a:chOff x="0" y="0"/>
            <a:chExt cx="7111288" cy="7756686"/>
          </a:xfrm>
        </p:grpSpPr>
        <p:sp>
          <p:nvSpPr>
            <p:cNvPr id="91" name="Google Shape;91;p4"/>
            <p:cNvSpPr/>
            <p:nvPr/>
          </p:nvSpPr>
          <p:spPr>
            <a:xfrm rot="5400000">
              <a:off x="1733002" y="1602730"/>
              <a:ext cx="6205348" cy="4551224"/>
            </a:xfrm>
            <a:prstGeom prst="round2SameRect">
              <a:avLst>
                <a:gd fmla="val 16667" name="adj1"/>
                <a:gd fmla="val 0" name="adj2"/>
              </a:avLst>
            </a:prstGeom>
            <a:solidFill>
              <a:srgbClr val="E7CFCF">
                <a:alpha val="90196"/>
              </a:srgbClr>
            </a:solidFill>
            <a:ln cap="flat" cmpd="sng" w="9525">
              <a:solidFill>
                <a:srgbClr val="E7CFCF">
                  <a:alpha val="9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2560064" y="997840"/>
              <a:ext cx="4329052" cy="5761004"/>
            </a:xfrm>
            <a:prstGeom prst="rect">
              <a:avLst/>
            </a:prstGeom>
            <a:noFill/>
            <a:ln>
              <a:noFill/>
            </a:ln>
          </p:spPr>
          <p:txBody>
            <a:bodyPr anchorCtr="0" anchor="ctr" bIns="123825" lIns="247650" spcFirstLastPara="1" rIns="247650" wrap="square" tIns="123825">
              <a:noAutofit/>
            </a:bodyPr>
            <a:lstStyle/>
            <a:p>
              <a:pPr indent="-228600" lvl="1" marL="228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Classification</a:t>
              </a:r>
              <a:endParaRPr b="0" i="0" sz="2400" u="none" cap="none" strike="noStrike">
                <a:solidFill>
                  <a:srgbClr val="000000"/>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Clustering</a:t>
              </a:r>
              <a:endParaRPr b="0" i="0" sz="2400" u="none" cap="none" strike="noStrike">
                <a:solidFill>
                  <a:srgbClr val="000000"/>
                </a:solidFill>
                <a:latin typeface="Arial"/>
                <a:ea typeface="Arial"/>
                <a:cs typeface="Arial"/>
                <a:sym typeface="Arial"/>
              </a:endParaRPr>
            </a:p>
            <a:p>
              <a:pPr indent="-228600" lvl="1" marL="228600" marR="0" rtl="0" algn="l">
                <a:lnSpc>
                  <a:spcPct val="90000"/>
                </a:lnSpc>
                <a:spcBef>
                  <a:spcPts val="36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Collaborative Filtering</a:t>
              </a:r>
              <a:endParaRPr b="0" i="0" sz="2400" u="none" cap="none" strike="noStrike">
                <a:solidFill>
                  <a:srgbClr val="000000"/>
                </a:solidFill>
                <a:latin typeface="Arial"/>
                <a:ea typeface="Arial"/>
                <a:cs typeface="Arial"/>
                <a:sym typeface="Arial"/>
              </a:endParaRPr>
            </a:p>
          </p:txBody>
        </p:sp>
        <p:sp>
          <p:nvSpPr>
            <p:cNvPr id="93" name="Google Shape;93;p4"/>
            <p:cNvSpPr/>
            <p:nvPr/>
          </p:nvSpPr>
          <p:spPr>
            <a:xfrm>
              <a:off x="0" y="0"/>
              <a:ext cx="2560064" cy="7756686"/>
            </a:xfrm>
            <a:prstGeom prst="roundRect">
              <a:avLst>
                <a:gd fmla="val 16667" name="adj"/>
              </a:avLst>
            </a:prstGeom>
            <a:gradFill>
              <a:gsLst>
                <a:gs pos="0">
                  <a:srgbClr val="D03F3B"/>
                </a:gs>
                <a:gs pos="100000">
                  <a:srgbClr val="FF9995"/>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txBox="1"/>
            <p:nvPr/>
          </p:nvSpPr>
          <p:spPr>
            <a:xfrm>
              <a:off x="124972" y="124972"/>
              <a:ext cx="2310120" cy="750674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Techniques for Machine Learning. There are 3 common categories of techniques:</a:t>
              </a:r>
              <a:endParaRPr b="0" i="0" sz="2400" u="none" cap="none" strike="noStrike">
                <a:solidFill>
                  <a:schemeClr val="lt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grpSp>
        <p:nvGrpSpPr>
          <p:cNvPr id="99" name="Google Shape;99;p5"/>
          <p:cNvGrpSpPr/>
          <p:nvPr/>
        </p:nvGrpSpPr>
        <p:grpSpPr>
          <a:xfrm>
            <a:off x="0" y="1219732"/>
            <a:ext cx="12997849" cy="7313157"/>
            <a:chOff x="0" y="2"/>
            <a:chExt cx="9761080" cy="5492010"/>
          </a:xfrm>
        </p:grpSpPr>
        <p:pic>
          <p:nvPicPr>
            <p:cNvPr id="100" name="Google Shape;100;p5"/>
            <p:cNvPicPr preferRelativeResize="0"/>
            <p:nvPr/>
          </p:nvPicPr>
          <p:blipFill rotWithShape="1">
            <a:blip r:embed="rId3">
              <a:alphaModFix/>
            </a:blip>
            <a:srcRect b="0" l="0" r="0" t="0"/>
            <a:stretch/>
          </p:blipFill>
          <p:spPr>
            <a:xfrm>
              <a:off x="0" y="2"/>
              <a:ext cx="9761080" cy="5492010"/>
            </a:xfrm>
            <a:prstGeom prst="rect">
              <a:avLst/>
            </a:prstGeom>
            <a:noFill/>
            <a:ln>
              <a:noFill/>
            </a:ln>
          </p:spPr>
        </p:pic>
        <p:pic>
          <p:nvPicPr>
            <p:cNvPr id="101" name="Google Shape;101;p5"/>
            <p:cNvPicPr preferRelativeResize="0"/>
            <p:nvPr/>
          </p:nvPicPr>
          <p:blipFill rotWithShape="1">
            <a:blip r:embed="rId4">
              <a:alphaModFix/>
            </a:blip>
            <a:srcRect b="0" l="0" r="0" t="0"/>
            <a:stretch/>
          </p:blipFill>
          <p:spPr>
            <a:xfrm>
              <a:off x="5379846" y="2939541"/>
              <a:ext cx="3450005" cy="532917"/>
            </a:xfrm>
            <a:prstGeom prst="rect">
              <a:avLst/>
            </a:prstGeom>
            <a:noFill/>
            <a:ln>
              <a:noFill/>
            </a:ln>
          </p:spPr>
        </p:pic>
        <p:pic>
          <p:nvPicPr>
            <p:cNvPr id="102" name="Google Shape;102;p5"/>
            <p:cNvPicPr preferRelativeResize="0"/>
            <p:nvPr/>
          </p:nvPicPr>
          <p:blipFill rotWithShape="1">
            <a:blip r:embed="rId5">
              <a:alphaModFix/>
            </a:blip>
            <a:srcRect b="0" l="0" r="0" t="0"/>
            <a:stretch/>
          </p:blipFill>
          <p:spPr>
            <a:xfrm>
              <a:off x="5301360" y="3797845"/>
              <a:ext cx="3567760" cy="549643"/>
            </a:xfrm>
            <a:prstGeom prst="rect">
              <a:avLst/>
            </a:prstGeom>
            <a:noFill/>
            <a:ln>
              <a:noFill/>
            </a:ln>
          </p:spPr>
        </p:pic>
        <p:sp>
          <p:nvSpPr>
            <p:cNvPr id="103" name="Google Shape;103;p5"/>
            <p:cNvSpPr/>
            <p:nvPr/>
          </p:nvSpPr>
          <p:spPr>
            <a:xfrm>
              <a:off x="5318106" y="1082697"/>
              <a:ext cx="3585210" cy="0"/>
            </a:xfrm>
            <a:custGeom>
              <a:rect b="b" l="l" r="r" t="t"/>
              <a:pathLst>
                <a:path extrusionOk="0" h="120000" w="3585209">
                  <a:moveTo>
                    <a:pt x="0" y="0"/>
                  </a:moveTo>
                  <a:lnTo>
                    <a:pt x="3584676" y="0"/>
                  </a:lnTo>
                </a:path>
              </a:pathLst>
            </a:custGeom>
            <a:noFill/>
            <a:ln cap="flat" cmpd="sng" w="11200">
              <a:solidFill>
                <a:srgbClr val="2323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 name="Google Shape;104;p5"/>
            <p:cNvSpPr/>
            <p:nvPr/>
          </p:nvSpPr>
          <p:spPr>
            <a:xfrm>
              <a:off x="5396642" y="3674432"/>
              <a:ext cx="505459" cy="0"/>
            </a:xfrm>
            <a:custGeom>
              <a:rect b="b" l="l" r="r" t="t"/>
              <a:pathLst>
                <a:path extrusionOk="0" h="120000" w="505460">
                  <a:moveTo>
                    <a:pt x="0" y="0"/>
                  </a:moveTo>
                  <a:lnTo>
                    <a:pt x="504888" y="0"/>
                  </a:lnTo>
                </a:path>
              </a:pathLst>
            </a:custGeom>
            <a:noFill/>
            <a:ln cap="flat" cmpd="sng" w="22425">
              <a:solidFill>
                <a:srgbClr val="508BE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5" name="Google Shape;105;p5"/>
          <p:cNvSpPr txBox="1"/>
          <p:nvPr/>
        </p:nvSpPr>
        <p:spPr>
          <a:xfrm>
            <a:off x="304404" y="1439101"/>
            <a:ext cx="3855779" cy="549851"/>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400"/>
              <a:buFont typeface="Arial"/>
              <a:buNone/>
            </a:pPr>
            <a:r>
              <a:rPr b="1" i="0" lang="en-US" sz="3400" u="none" cap="none" strike="noStrike">
                <a:solidFill>
                  <a:srgbClr val="0070C0"/>
                </a:solidFill>
                <a:latin typeface="Arial"/>
                <a:ea typeface="Arial"/>
                <a:cs typeface="Arial"/>
                <a:sym typeface="Arial"/>
              </a:rPr>
              <a:t>Mllib - Techniques</a:t>
            </a:r>
            <a:endParaRPr b="0" i="0" sz="3400" u="none" cap="none" strike="noStrike">
              <a:solidFill>
                <a:srgbClr val="0070C0"/>
              </a:solidFill>
              <a:latin typeface="Arial"/>
              <a:ea typeface="Arial"/>
              <a:cs typeface="Arial"/>
              <a:sym typeface="Arial"/>
            </a:endParaRPr>
          </a:p>
        </p:txBody>
      </p:sp>
      <p:sp>
        <p:nvSpPr>
          <p:cNvPr id="106" name="Google Shape;106;p5"/>
          <p:cNvSpPr txBox="1"/>
          <p:nvPr/>
        </p:nvSpPr>
        <p:spPr>
          <a:xfrm>
            <a:off x="724142" y="2741273"/>
            <a:ext cx="5791786" cy="5195868"/>
          </a:xfrm>
          <a:prstGeom prst="rect">
            <a:avLst/>
          </a:prstGeom>
          <a:noFill/>
          <a:ln>
            <a:noFill/>
          </a:ln>
        </p:spPr>
        <p:txBody>
          <a:bodyPr anchorCtr="0" anchor="t" bIns="0" lIns="0" spcFirstLastPara="1" rIns="0" wrap="square" tIns="10125">
            <a:spAutoFit/>
          </a:bodyPr>
          <a:lstStyle/>
          <a:p>
            <a:pPr indent="5919" lvl="0" marL="16911" marR="6765" rtl="0" algn="l">
              <a:lnSpc>
                <a:spcPct val="102600"/>
              </a:lnSpc>
              <a:spcBef>
                <a:spcPts val="0"/>
              </a:spcBef>
              <a:spcAft>
                <a:spcPts val="0"/>
              </a:spcAft>
              <a:buClr>
                <a:srgbClr val="000000"/>
              </a:buClr>
              <a:buSzPts val="2400"/>
              <a:buFont typeface="Arial"/>
              <a:buNone/>
            </a:pPr>
            <a:r>
              <a:rPr b="0" i="0" lang="en-US" sz="2400" u="none" cap="none" strike="noStrike">
                <a:solidFill>
                  <a:srgbClr val="2B74A2"/>
                </a:solidFill>
                <a:latin typeface="Arial"/>
                <a:ea typeface="Arial"/>
                <a:cs typeface="Arial"/>
                <a:sym typeface="Arial"/>
              </a:rPr>
              <a:t>C</a:t>
            </a:r>
            <a:r>
              <a:rPr b="0" i="0" lang="en-US" sz="2400" u="none" cap="none" strike="noStrike">
                <a:solidFill>
                  <a:srgbClr val="4A7A9B"/>
                </a:solidFill>
                <a:latin typeface="Arial"/>
                <a:ea typeface="Arial"/>
                <a:cs typeface="Arial"/>
                <a:sym typeface="Arial"/>
              </a:rPr>
              <a:t>l</a:t>
            </a:r>
            <a:r>
              <a:rPr b="0" i="0" lang="en-US" sz="2400" u="none" cap="none" strike="noStrike">
                <a:solidFill>
                  <a:srgbClr val="2B74A2"/>
                </a:solidFill>
                <a:latin typeface="Arial"/>
                <a:ea typeface="Arial"/>
                <a:cs typeface="Arial"/>
                <a:sym typeface="Arial"/>
              </a:rPr>
              <a:t>ass</a:t>
            </a:r>
            <a:r>
              <a:rPr b="0" i="0" lang="en-US" sz="2400" u="none" cap="none" strike="noStrike">
                <a:solidFill>
                  <a:srgbClr val="235F85"/>
                </a:solidFill>
                <a:latin typeface="Arial"/>
                <a:ea typeface="Arial"/>
                <a:cs typeface="Arial"/>
                <a:sym typeface="Arial"/>
              </a:rPr>
              <a:t>i</a:t>
            </a:r>
            <a:r>
              <a:rPr b="0" i="0" lang="en-US" sz="2400" u="none" cap="none" strike="noStrike">
                <a:solidFill>
                  <a:srgbClr val="2B74A2"/>
                </a:solidFill>
                <a:latin typeface="Arial"/>
                <a:ea typeface="Arial"/>
                <a:cs typeface="Arial"/>
                <a:sym typeface="Arial"/>
              </a:rPr>
              <a:t>ficat</a:t>
            </a:r>
            <a:r>
              <a:rPr b="0" i="0" lang="en-US" sz="2400" u="none" cap="none" strike="noStrike">
                <a:solidFill>
                  <a:srgbClr val="235F85"/>
                </a:solidFill>
                <a:latin typeface="Arial"/>
                <a:ea typeface="Arial"/>
                <a:cs typeface="Arial"/>
                <a:sym typeface="Arial"/>
              </a:rPr>
              <a:t>i</a:t>
            </a:r>
            <a:r>
              <a:rPr b="0" i="0" lang="en-US" sz="2400" u="none" cap="none" strike="noStrike">
                <a:solidFill>
                  <a:srgbClr val="2B74A2"/>
                </a:solidFill>
                <a:latin typeface="Arial"/>
                <a:ea typeface="Arial"/>
                <a:cs typeface="Arial"/>
                <a:sym typeface="Arial"/>
              </a:rPr>
              <a:t>on: </a:t>
            </a:r>
            <a:r>
              <a:rPr b="0" i="0" lang="en-US" sz="2400" u="none" cap="none" strike="noStrike">
                <a:solidFill>
                  <a:srgbClr val="1B1F20"/>
                </a:solidFill>
                <a:latin typeface="Arial"/>
                <a:ea typeface="Arial"/>
                <a:cs typeface="Arial"/>
                <a:sym typeface="Arial"/>
              </a:rPr>
              <a:t>It is a family of supervised machine learning algorithms that designate input as belonging to one of several pre-defined classes</a:t>
            </a:r>
            <a:endParaRPr b="0" i="0" sz="2400" u="none" cap="none" strike="noStrike">
              <a:solidFill>
                <a:srgbClr val="1B1F20"/>
              </a:solidFill>
              <a:latin typeface="Arial"/>
              <a:ea typeface="Arial"/>
              <a:cs typeface="Arial"/>
              <a:sym typeface="Arial"/>
            </a:endParaRPr>
          </a:p>
          <a:p>
            <a:pPr indent="0" lvl="0" marL="22830" marR="0" rtl="0" algn="l">
              <a:lnSpc>
                <a:spcPct val="100000"/>
              </a:lnSpc>
              <a:spcBef>
                <a:spcPts val="133"/>
              </a:spcBef>
              <a:spcAft>
                <a:spcPts val="0"/>
              </a:spcAft>
              <a:buClr>
                <a:srgbClr val="000000"/>
              </a:buClr>
              <a:buSzPts val="2400"/>
              <a:buFont typeface="Arial"/>
              <a:buNone/>
            </a:pPr>
            <a:r>
              <a:rPr b="0" i="0" lang="en-US" sz="2400" u="none" cap="none" strike="noStrike">
                <a:solidFill>
                  <a:srgbClr val="1E2021"/>
                </a:solidFill>
                <a:latin typeface="Arial"/>
                <a:ea typeface="Arial"/>
                <a:cs typeface="Arial"/>
                <a:sym typeface="Arial"/>
              </a:rPr>
              <a:t>Some common use cases for classification include:</a:t>
            </a:r>
            <a:endParaRPr b="0" i="0" sz="2400" u="none" cap="none" strike="noStrike">
              <a:solidFill>
                <a:srgbClr val="000000"/>
              </a:solidFill>
              <a:latin typeface="Arial"/>
              <a:ea typeface="Arial"/>
              <a:cs typeface="Arial"/>
              <a:sym typeface="Arial"/>
            </a:endParaRPr>
          </a:p>
          <a:p>
            <a:pPr indent="-235067" lvl="0" marL="251979" marR="0" rtl="0" algn="l">
              <a:lnSpc>
                <a:spcPct val="100000"/>
              </a:lnSpc>
              <a:spcBef>
                <a:spcPts val="13"/>
              </a:spcBef>
              <a:spcAft>
                <a:spcPts val="0"/>
              </a:spcAft>
              <a:buClr>
                <a:srgbClr val="1A1D1E"/>
              </a:buClr>
              <a:buSzPts val="2400"/>
              <a:buFont typeface="Arial"/>
              <a:buAutoNum type="romanLcParenR"/>
            </a:pPr>
            <a:r>
              <a:rPr b="0" i="0" lang="en-US" sz="2400" u="none" cap="none" strike="noStrike">
                <a:solidFill>
                  <a:srgbClr val="1A1D1E"/>
                </a:solidFill>
                <a:latin typeface="Arial"/>
                <a:ea typeface="Arial"/>
                <a:cs typeface="Arial"/>
                <a:sym typeface="Arial"/>
              </a:rPr>
              <a:t>Credit card fraud detection</a:t>
            </a:r>
            <a:endParaRPr b="0" i="0" sz="2400" u="none" cap="none" strike="noStrike">
              <a:solidFill>
                <a:srgbClr val="000000"/>
              </a:solidFill>
              <a:latin typeface="Arial"/>
              <a:ea typeface="Arial"/>
              <a:cs typeface="Arial"/>
              <a:sym typeface="Arial"/>
            </a:endParaRPr>
          </a:p>
          <a:p>
            <a:pPr indent="-228303" lvl="0" marL="251979" marR="0" rtl="0" algn="l">
              <a:lnSpc>
                <a:spcPct val="100000"/>
              </a:lnSpc>
              <a:spcBef>
                <a:spcPts val="40"/>
              </a:spcBef>
              <a:spcAft>
                <a:spcPts val="0"/>
              </a:spcAft>
              <a:buClr>
                <a:srgbClr val="1D2021"/>
              </a:buClr>
              <a:buSzPts val="2400"/>
              <a:buFont typeface="Arial"/>
              <a:buAutoNum type="romanLcParenR"/>
            </a:pPr>
            <a:r>
              <a:rPr b="0" i="0" lang="en-US" sz="2400" u="none" cap="none" strike="noStrike">
                <a:solidFill>
                  <a:srgbClr val="1D2021"/>
                </a:solidFill>
                <a:latin typeface="Arial"/>
                <a:ea typeface="Arial"/>
                <a:cs typeface="Arial"/>
                <a:sym typeface="Arial"/>
              </a:rPr>
              <a:t>Email spam detection.</a:t>
            </a:r>
            <a:endParaRPr b="0" i="0" sz="1400" u="none" cap="none" strike="noStrike">
              <a:solidFill>
                <a:srgbClr val="000000"/>
              </a:solidFill>
              <a:latin typeface="Arial"/>
              <a:ea typeface="Arial"/>
              <a:cs typeface="Arial"/>
              <a:sym typeface="Arial"/>
            </a:endParaRPr>
          </a:p>
          <a:p>
            <a:pPr indent="0" lvl="0" marL="23676" marR="0" rtl="0" algn="l">
              <a:lnSpc>
                <a:spcPct val="100000"/>
              </a:lnSpc>
              <a:spcBef>
                <a:spcPts val="40"/>
              </a:spcBef>
              <a:spcAft>
                <a:spcPts val="0"/>
              </a:spcAft>
              <a:buClr>
                <a:srgbClr val="000000"/>
              </a:buClr>
              <a:buSzPts val="2400"/>
              <a:buFont typeface="Arial"/>
              <a:buNone/>
            </a:pPr>
            <a:r>
              <a:rPr b="0" i="0" lang="en-US" sz="2400" u="none" cap="none" strike="noStrike">
                <a:solidFill>
                  <a:srgbClr val="346D97"/>
                </a:solidFill>
                <a:latin typeface="Arial"/>
                <a:ea typeface="Arial"/>
                <a:cs typeface="Arial"/>
                <a:sym typeface="Arial"/>
              </a:rPr>
              <a:t>Clustering: </a:t>
            </a:r>
            <a:r>
              <a:rPr b="0" i="0" lang="en-US" sz="2400" u="none" cap="none" strike="noStrike">
                <a:solidFill>
                  <a:srgbClr val="1C1E1F"/>
                </a:solidFill>
                <a:latin typeface="Arial"/>
                <a:ea typeface="Arial"/>
                <a:cs typeface="Arial"/>
                <a:sym typeface="Arial"/>
              </a:rPr>
              <a:t>In clustering, an algorithm groups objects into categories by analyzing similarities between input examples</a:t>
            </a:r>
            <a:endParaRPr b="0" i="0" sz="2400" u="none" cap="none" strike="noStrike">
              <a:solidFill>
                <a:srgbClr val="000000"/>
              </a:solidFill>
              <a:latin typeface="Arial"/>
              <a:ea typeface="Arial"/>
              <a:cs typeface="Arial"/>
              <a:sym typeface="Arial"/>
            </a:endParaRPr>
          </a:p>
          <a:p>
            <a:pPr indent="-75903" lvl="0" marL="251979" marR="0" rtl="0" algn="l">
              <a:lnSpc>
                <a:spcPct val="100000"/>
              </a:lnSpc>
              <a:spcBef>
                <a:spcPts val="4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5919" lvl="0" marL="16911" marR="6765" rtl="0" algn="l">
              <a:lnSpc>
                <a:spcPct val="102600"/>
              </a:lnSpc>
              <a:spcBef>
                <a:spcPts val="8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107" name="Google Shape;107;p5"/>
          <p:cNvSpPr txBox="1"/>
          <p:nvPr/>
        </p:nvSpPr>
        <p:spPr>
          <a:xfrm>
            <a:off x="364101" y="5338851"/>
            <a:ext cx="5586652" cy="256103"/>
          </a:xfrm>
          <a:prstGeom prst="rect">
            <a:avLst/>
          </a:prstGeom>
          <a:noFill/>
          <a:ln>
            <a:noFill/>
          </a:ln>
        </p:spPr>
        <p:txBody>
          <a:bodyPr anchorCtr="0" anchor="t" bIns="0" lIns="0" spcFirstLastPara="1" rIns="0" wrap="square" tIns="10975">
            <a:spAutoFit/>
          </a:bodyPr>
          <a:lstStyle/>
          <a:p>
            <a:pPr indent="-364439" lvl="0" marL="381350" marR="6765" rtl="0" algn="l">
              <a:lnSpc>
                <a:spcPct val="102299"/>
              </a:lnSpc>
              <a:spcBef>
                <a:spcPts val="0"/>
              </a:spcBef>
              <a:spcAft>
                <a:spcPts val="0"/>
              </a:spcAft>
              <a:buClr>
                <a:srgbClr val="000000"/>
              </a:buClr>
              <a:buSzPts val="1665"/>
              <a:buFont typeface="Arial"/>
              <a:buNone/>
            </a:pPr>
            <a:r>
              <a:t/>
            </a:r>
            <a:endParaRPr b="0" i="0" sz="1665" u="none" cap="none" strike="noStrike">
              <a:solidFill>
                <a:srgbClr val="000000"/>
              </a:solidFill>
              <a:latin typeface="Trebuchet MS"/>
              <a:ea typeface="Trebuchet MS"/>
              <a:cs typeface="Trebuchet MS"/>
              <a:sym typeface="Trebuchet MS"/>
            </a:endParaRPr>
          </a:p>
        </p:txBody>
      </p:sp>
      <p:sp>
        <p:nvSpPr>
          <p:cNvPr id="108" name="Google Shape;108;p5"/>
          <p:cNvSpPr txBox="1"/>
          <p:nvPr/>
        </p:nvSpPr>
        <p:spPr>
          <a:xfrm>
            <a:off x="7102074" y="2517367"/>
            <a:ext cx="580057" cy="595155"/>
          </a:xfrm>
          <a:prstGeom prst="rect">
            <a:avLst/>
          </a:prstGeom>
          <a:noFill/>
          <a:ln>
            <a:noFill/>
          </a:ln>
        </p:spPr>
        <p:txBody>
          <a:bodyPr anchorCtr="0" anchor="t" bIns="0" lIns="0" spcFirstLastPara="1" rIns="0" wrap="square" tIns="120050">
            <a:spAutoFit/>
          </a:bodyPr>
          <a:lstStyle/>
          <a:p>
            <a:pPr indent="0" lvl="0" marL="16911" marR="0" rtl="0" algn="l">
              <a:lnSpc>
                <a:spcPct val="100000"/>
              </a:lnSpc>
              <a:spcBef>
                <a:spcPts val="0"/>
              </a:spcBef>
              <a:spcAft>
                <a:spcPts val="0"/>
              </a:spcAft>
              <a:buClr>
                <a:srgbClr val="000000"/>
              </a:buClr>
              <a:buSzPts val="1598"/>
              <a:buFont typeface="Arial"/>
              <a:buNone/>
            </a:pPr>
            <a:r>
              <a:rPr b="0" i="0" lang="en-US" sz="1598" u="none" cap="none" strike="noStrike">
                <a:solidFill>
                  <a:srgbClr val="576191"/>
                </a:solidFill>
                <a:latin typeface="Times New Roman"/>
                <a:ea typeface="Times New Roman"/>
                <a:cs typeface="Times New Roman"/>
                <a:sym typeface="Times New Roman"/>
              </a:rPr>
              <a:t>G</a:t>
            </a:r>
            <a:r>
              <a:rPr b="0" i="0" lang="en-US" sz="1598" u="none" cap="none" strike="noStrike">
                <a:solidFill>
                  <a:srgbClr val="935F5F"/>
                </a:solidFill>
                <a:latin typeface="Times New Roman"/>
                <a:ea typeface="Times New Roman"/>
                <a:cs typeface="Times New Roman"/>
                <a:sym typeface="Times New Roman"/>
              </a:rPr>
              <a:t>o</a:t>
            </a:r>
            <a:r>
              <a:rPr b="0" i="0" lang="en-US" sz="1598" u="none" cap="none" strike="noStrike">
                <a:solidFill>
                  <a:srgbClr val="C0AF6B"/>
                </a:solidFill>
                <a:latin typeface="Times New Roman"/>
                <a:ea typeface="Times New Roman"/>
                <a:cs typeface="Times New Roman"/>
                <a:sym typeface="Times New Roman"/>
              </a:rPr>
              <a:t>o</a:t>
            </a:r>
            <a:r>
              <a:rPr b="0" i="0" lang="en-US" sz="1598" u="none" cap="none" strike="noStrike">
                <a:solidFill>
                  <a:srgbClr val="576191"/>
                </a:solidFill>
                <a:latin typeface="Times New Roman"/>
                <a:ea typeface="Times New Roman"/>
                <a:cs typeface="Times New Roman"/>
                <a:sym typeface="Times New Roman"/>
              </a:rPr>
              <a:t>g</a:t>
            </a:r>
            <a:r>
              <a:rPr b="0" i="0" lang="en-US" sz="1598" u="none" cap="none" strike="noStrike">
                <a:solidFill>
                  <a:srgbClr val="746F63"/>
                </a:solidFill>
                <a:latin typeface="Times New Roman"/>
                <a:ea typeface="Times New Roman"/>
                <a:cs typeface="Times New Roman"/>
                <a:sym typeface="Times New Roman"/>
              </a:rPr>
              <a:t>le</a:t>
            </a:r>
            <a:endParaRPr b="0" i="0" sz="1598" u="none" cap="none" strike="noStrike">
              <a:solidFill>
                <a:srgbClr val="000000"/>
              </a:solidFill>
              <a:latin typeface="Times New Roman"/>
              <a:ea typeface="Times New Roman"/>
              <a:cs typeface="Times New Roman"/>
              <a:sym typeface="Times New Roman"/>
            </a:endParaRPr>
          </a:p>
          <a:p>
            <a:pPr indent="0" lvl="0" marL="16911" marR="0" rtl="0" algn="l">
              <a:lnSpc>
                <a:spcPct val="100000"/>
              </a:lnSpc>
              <a:spcBef>
                <a:spcPts val="545"/>
              </a:spcBef>
              <a:spcAft>
                <a:spcPts val="0"/>
              </a:spcAft>
              <a:buClr>
                <a:srgbClr val="000000"/>
              </a:buClr>
              <a:buSzPts val="1065"/>
              <a:buFont typeface="Arial"/>
              <a:buNone/>
            </a:pPr>
            <a:r>
              <a:rPr b="1" i="0" lang="en-US" sz="1065" u="none" cap="none" strike="noStrike">
                <a:solidFill>
                  <a:srgbClr val="AF837E"/>
                </a:solidFill>
                <a:latin typeface="Times New Roman"/>
                <a:ea typeface="Times New Roman"/>
                <a:cs typeface="Times New Roman"/>
                <a:sym typeface="Times New Roman"/>
              </a:rPr>
              <a:t>Gmal</a:t>
            </a:r>
            <a:r>
              <a:rPr b="1" i="0" lang="en-US" sz="1065" u="none" cap="none" strike="noStrike">
                <a:solidFill>
                  <a:srgbClr val="8B7B7B"/>
                </a:solidFill>
                <a:latin typeface="Times New Roman"/>
                <a:ea typeface="Times New Roman"/>
                <a:cs typeface="Times New Roman"/>
                <a:sym typeface="Times New Roman"/>
              </a:rPr>
              <a:t>·</a:t>
            </a:r>
            <a:endParaRPr b="0" i="0" sz="1065" u="none" cap="none" strike="noStrike">
              <a:solidFill>
                <a:srgbClr val="000000"/>
              </a:solidFill>
              <a:latin typeface="Times New Roman"/>
              <a:ea typeface="Times New Roman"/>
              <a:cs typeface="Times New Roman"/>
              <a:sym typeface="Times New Roman"/>
            </a:endParaRPr>
          </a:p>
        </p:txBody>
      </p:sp>
      <p:sp>
        <p:nvSpPr>
          <p:cNvPr id="109" name="Google Shape;109;p5"/>
          <p:cNvSpPr txBox="1"/>
          <p:nvPr/>
        </p:nvSpPr>
        <p:spPr>
          <a:xfrm>
            <a:off x="7102075" y="3074088"/>
            <a:ext cx="714503" cy="365505"/>
          </a:xfrm>
          <a:prstGeom prst="rect">
            <a:avLst/>
          </a:prstGeom>
          <a:noFill/>
          <a:ln>
            <a:noFill/>
          </a:ln>
        </p:spPr>
        <p:txBody>
          <a:bodyPr anchorCtr="0" anchor="t" bIns="0" lIns="0" spcFirstLastPara="1" rIns="0" wrap="square" tIns="16900">
            <a:spAutoFit/>
          </a:bodyPr>
          <a:lstStyle/>
          <a:p>
            <a:pPr indent="-207164" lvl="0" marL="207164" marR="0" rtl="0" algn="l">
              <a:lnSpc>
                <a:spcPct val="100000"/>
              </a:lnSpc>
              <a:spcBef>
                <a:spcPts val="0"/>
              </a:spcBef>
              <a:spcAft>
                <a:spcPts val="0"/>
              </a:spcAft>
              <a:buClr>
                <a:srgbClr val="CF4433"/>
              </a:buClr>
              <a:buSzPts val="1731"/>
              <a:buFont typeface="Arial"/>
              <a:buChar char="➔"/>
            </a:pPr>
            <a:r>
              <a:rPr b="0" i="0" lang="en-US" sz="2264" u="none" cap="none" strike="noStrike">
                <a:solidFill>
                  <a:srgbClr val="784034"/>
                </a:solidFill>
                <a:latin typeface="Arial"/>
                <a:ea typeface="Arial"/>
                <a:cs typeface="Arial"/>
                <a:sym typeface="Arial"/>
              </a:rPr>
              <a:t>·</a:t>
            </a:r>
            <a:r>
              <a:rPr b="0" i="0" lang="en-US" sz="2264" u="none" cap="none" strike="noStrike">
                <a:solidFill>
                  <a:srgbClr val="905C5C"/>
                </a:solidFill>
                <a:latin typeface="Arial"/>
                <a:ea typeface="Arial"/>
                <a:cs typeface="Arial"/>
                <a:sym typeface="Arial"/>
              </a:rPr>
              <a:t>· </a:t>
            </a:r>
            <a:r>
              <a:rPr b="0" i="0" lang="en-US" sz="2264" u="sng" cap="none" strike="noStrike">
                <a:solidFill>
                  <a:srgbClr val="CF4433"/>
                </a:solidFill>
                <a:latin typeface="Arial"/>
                <a:ea typeface="Arial"/>
                <a:cs typeface="Arial"/>
                <a:sym typeface="Arial"/>
              </a:rPr>
              <a:t>...</a:t>
            </a:r>
            <a:endParaRPr b="0" i="0" sz="2264" u="none" cap="none" strike="noStrike">
              <a:solidFill>
                <a:srgbClr val="000000"/>
              </a:solidFill>
              <a:latin typeface="Arial"/>
              <a:ea typeface="Arial"/>
              <a:cs typeface="Arial"/>
              <a:sym typeface="Arial"/>
            </a:endParaRPr>
          </a:p>
        </p:txBody>
      </p:sp>
      <p:sp>
        <p:nvSpPr>
          <p:cNvPr id="110" name="Google Shape;110;p5"/>
          <p:cNvSpPr txBox="1"/>
          <p:nvPr/>
        </p:nvSpPr>
        <p:spPr>
          <a:xfrm>
            <a:off x="7102074" y="3307125"/>
            <a:ext cx="362748" cy="273300"/>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1665"/>
              <a:buFont typeface="Arial"/>
              <a:buNone/>
            </a:pPr>
            <a:r>
              <a:rPr b="0" i="0" lang="en-US" sz="1665" u="none" cap="none" strike="noStrike">
                <a:solidFill>
                  <a:srgbClr val="6B6B6B"/>
                </a:solidFill>
                <a:latin typeface="Trebuchet MS"/>
                <a:ea typeface="Trebuchet MS"/>
                <a:cs typeface="Trebuchet MS"/>
                <a:sym typeface="Trebuchet MS"/>
              </a:rPr>
              <a:t>....,,,</a:t>
            </a:r>
            <a:endParaRPr b="0" i="0" sz="1665" u="none" cap="none" strike="noStrike">
              <a:solidFill>
                <a:srgbClr val="000000"/>
              </a:solidFill>
              <a:latin typeface="Trebuchet MS"/>
              <a:ea typeface="Trebuchet MS"/>
              <a:cs typeface="Trebuchet MS"/>
              <a:sym typeface="Trebuchet MS"/>
            </a:endParaRPr>
          </a:p>
        </p:txBody>
      </p:sp>
      <p:sp>
        <p:nvSpPr>
          <p:cNvPr id="111" name="Google Shape;111;p5"/>
          <p:cNvSpPr txBox="1"/>
          <p:nvPr/>
        </p:nvSpPr>
        <p:spPr>
          <a:xfrm>
            <a:off x="7102074" y="3516149"/>
            <a:ext cx="370358" cy="273300"/>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1665"/>
              <a:buFont typeface="Arial"/>
              <a:buNone/>
            </a:pPr>
            <a:r>
              <a:rPr b="0" i="0" lang="en-US" sz="1665" u="none" cap="none" strike="noStrike">
                <a:solidFill>
                  <a:srgbClr val="A3A3A0"/>
                </a:solidFill>
                <a:latin typeface="Trebuchet MS"/>
                <a:ea typeface="Trebuchet MS"/>
                <a:cs typeface="Trebuchet MS"/>
                <a:sym typeface="Trebuchet MS"/>
              </a:rPr>
              <a:t>,</a:t>
            </a:r>
            <a:r>
              <a:rPr b="0" i="0" lang="en-US" sz="1665" u="none" cap="none" strike="noStrike">
                <a:solidFill>
                  <a:srgbClr val="7B7B78"/>
                </a:solidFill>
                <a:latin typeface="Trebuchet MS"/>
                <a:ea typeface="Trebuchet MS"/>
                <a:cs typeface="Trebuchet MS"/>
                <a:sym typeface="Trebuchet MS"/>
              </a:rPr>
              <a:t>......</a:t>
            </a:r>
            <a:endParaRPr b="0" i="0" sz="1665" u="none" cap="none" strike="noStrike">
              <a:solidFill>
                <a:srgbClr val="000000"/>
              </a:solidFill>
              <a:latin typeface="Trebuchet MS"/>
              <a:ea typeface="Trebuchet MS"/>
              <a:cs typeface="Trebuchet MS"/>
              <a:sym typeface="Trebuchet MS"/>
            </a:endParaRPr>
          </a:p>
        </p:txBody>
      </p:sp>
      <p:sp>
        <p:nvSpPr>
          <p:cNvPr id="112" name="Google Shape;112;p5"/>
          <p:cNvSpPr txBox="1"/>
          <p:nvPr/>
        </p:nvSpPr>
        <p:spPr>
          <a:xfrm>
            <a:off x="8073292" y="2714723"/>
            <a:ext cx="370358"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6F6F6F"/>
                </a:solidFill>
                <a:latin typeface="Arial"/>
                <a:ea typeface="Arial"/>
                <a:cs typeface="Arial"/>
                <a:sym typeface="Arial"/>
              </a:rPr>
              <a:t>In�•</a:t>
            </a:r>
            <a:endParaRPr b="0" i="0" sz="799" u="none" cap="none" strike="noStrike">
              <a:solidFill>
                <a:srgbClr val="000000"/>
              </a:solidFill>
              <a:latin typeface="Arial"/>
              <a:ea typeface="Arial"/>
              <a:cs typeface="Arial"/>
              <a:sym typeface="Arial"/>
            </a:endParaRPr>
          </a:p>
        </p:txBody>
      </p:sp>
      <p:sp>
        <p:nvSpPr>
          <p:cNvPr id="113" name="Google Shape;113;p5"/>
          <p:cNvSpPr txBox="1"/>
          <p:nvPr/>
        </p:nvSpPr>
        <p:spPr>
          <a:xfrm>
            <a:off x="7102075" y="3155769"/>
            <a:ext cx="1411249" cy="8366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5326"/>
              <a:buFont typeface="Arial"/>
              <a:buNone/>
            </a:pPr>
            <a:r>
              <a:rPr b="0" i="0" lang="en-US" sz="5326" u="none" cap="none" strike="noStrike">
                <a:solidFill>
                  <a:srgbClr val="818181"/>
                </a:solidFill>
                <a:latin typeface="Times New Roman"/>
                <a:ea typeface="Times New Roman"/>
                <a:cs typeface="Times New Roman"/>
                <a:sym typeface="Times New Roman"/>
              </a:rPr>
              <a:t>-- </a:t>
            </a:r>
            <a:r>
              <a:rPr b="0" i="0" lang="en-US" sz="5326" u="sng" cap="none" strike="noStrike">
                <a:solidFill>
                  <a:srgbClr val="818181"/>
                </a:solidFill>
                <a:latin typeface="Times New Roman"/>
                <a:ea typeface="Times New Roman"/>
                <a:cs typeface="Times New Roman"/>
                <a:sym typeface="Times New Roman"/>
              </a:rPr>
              <a:t>  </a:t>
            </a:r>
            <a:endParaRPr b="0" i="0" sz="5326" u="none" cap="none" strike="noStrike">
              <a:solidFill>
                <a:srgbClr val="000000"/>
              </a:solidFill>
              <a:latin typeface="Times New Roman"/>
              <a:ea typeface="Times New Roman"/>
              <a:cs typeface="Times New Roman"/>
              <a:sym typeface="Times New Roman"/>
            </a:endParaRPr>
          </a:p>
        </p:txBody>
      </p:sp>
      <p:sp>
        <p:nvSpPr>
          <p:cNvPr id="114" name="Google Shape;114;p5"/>
          <p:cNvSpPr txBox="1"/>
          <p:nvPr/>
        </p:nvSpPr>
        <p:spPr>
          <a:xfrm>
            <a:off x="8678209" y="2951819"/>
            <a:ext cx="138671"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0" i="0" lang="en-US" sz="932" u="none" cap="none" strike="noStrike">
                <a:solidFill>
                  <a:srgbClr val="808080"/>
                </a:solidFill>
                <a:latin typeface="Times New Roman"/>
                <a:ea typeface="Times New Roman"/>
                <a:cs typeface="Times New Roman"/>
                <a:sym typeface="Times New Roman"/>
              </a:rPr>
              <a:t>C</a:t>
            </a:r>
            <a:endParaRPr b="0" i="0" sz="932" u="none" cap="none" strike="noStrike">
              <a:solidFill>
                <a:srgbClr val="000000"/>
              </a:solidFill>
              <a:latin typeface="Times New Roman"/>
              <a:ea typeface="Times New Roman"/>
              <a:cs typeface="Times New Roman"/>
              <a:sym typeface="Times New Roman"/>
            </a:endParaRPr>
          </a:p>
        </p:txBody>
      </p:sp>
      <p:sp>
        <p:nvSpPr>
          <p:cNvPr id="115" name="Google Shape;115;p5"/>
          <p:cNvSpPr txBox="1"/>
          <p:nvPr/>
        </p:nvSpPr>
        <p:spPr>
          <a:xfrm>
            <a:off x="8487619" y="3238466"/>
            <a:ext cx="348373" cy="365505"/>
          </a:xfrm>
          <a:prstGeom prst="rect">
            <a:avLst/>
          </a:prstGeom>
          <a:noFill/>
          <a:ln>
            <a:noFill/>
          </a:ln>
        </p:spPr>
        <p:txBody>
          <a:bodyPr anchorCtr="0" anchor="t" bIns="0" lIns="0" spcFirstLastPara="1" rIns="0" wrap="square" tIns="16900">
            <a:spAutoFit/>
          </a:bodyPr>
          <a:lstStyle/>
          <a:p>
            <a:pPr indent="0" lvl="0" marL="50734" marR="0" rtl="0" algn="l">
              <a:lnSpc>
                <a:spcPct val="100000"/>
              </a:lnSpc>
              <a:spcBef>
                <a:spcPts val="0"/>
              </a:spcBef>
              <a:spcAft>
                <a:spcPts val="0"/>
              </a:spcAft>
              <a:buClr>
                <a:srgbClr val="000000"/>
              </a:buClr>
              <a:buSzPts val="2497"/>
              <a:buFont typeface="Arial"/>
              <a:buNone/>
            </a:pPr>
            <a:r>
              <a:rPr b="0" baseline="-25000" i="0" lang="en-US" sz="2497" u="none" cap="none" strike="noStrike">
                <a:solidFill>
                  <a:srgbClr val="626262"/>
                </a:solidFill>
                <a:latin typeface="Trebuchet MS"/>
                <a:ea typeface="Trebuchet MS"/>
                <a:cs typeface="Trebuchet MS"/>
                <a:sym typeface="Trebuchet MS"/>
              </a:rPr>
              <a:t>.</a:t>
            </a:r>
            <a:r>
              <a:rPr b="0" i="0" lang="en-US" sz="2264" u="none" cap="none" strike="noStrike">
                <a:solidFill>
                  <a:srgbClr val="5F5F5F"/>
                </a:solidFill>
                <a:latin typeface="Arial"/>
                <a:ea typeface="Arial"/>
                <a:cs typeface="Arial"/>
                <a:sym typeface="Arial"/>
              </a:rPr>
              <a:t>_</a:t>
            </a:r>
            <a:r>
              <a:rPr b="0" baseline="-25000" i="0" lang="en-US" sz="2497" u="none" cap="none" strike="noStrike">
                <a:solidFill>
                  <a:srgbClr val="626262"/>
                </a:solidFill>
                <a:latin typeface="Trebuchet MS"/>
                <a:ea typeface="Trebuchet MS"/>
                <a:cs typeface="Trebuchet MS"/>
                <a:sym typeface="Trebuchet MS"/>
              </a:rPr>
              <a:t>...</a:t>
            </a:r>
            <a:r>
              <a:rPr b="0" i="0" lang="en-US" sz="2264" u="none" cap="none" strike="noStrike">
                <a:solidFill>
                  <a:srgbClr val="5F5F5F"/>
                </a:solidFill>
                <a:latin typeface="Arial"/>
                <a:ea typeface="Arial"/>
                <a:cs typeface="Arial"/>
                <a:sym typeface="Arial"/>
              </a:rPr>
              <a:t>.,</a:t>
            </a:r>
            <a:r>
              <a:rPr b="0" baseline="-25000" i="0" lang="en-US" sz="2497" u="none" cap="none" strike="noStrike">
                <a:solidFill>
                  <a:srgbClr val="626262"/>
                </a:solidFill>
                <a:latin typeface="Trebuchet MS"/>
                <a:ea typeface="Trebuchet MS"/>
                <a:cs typeface="Trebuchet MS"/>
                <a:sym typeface="Trebuchet MS"/>
              </a:rPr>
              <a:t>.</a:t>
            </a:r>
            <a:r>
              <a:rPr b="0" i="0" lang="en-US" sz="2264" u="none" cap="none" strike="noStrike">
                <a:solidFill>
                  <a:srgbClr val="5F5F5F"/>
                </a:solidFill>
                <a:latin typeface="Arial"/>
                <a:ea typeface="Arial"/>
                <a:cs typeface="Arial"/>
                <a:sym typeface="Arial"/>
              </a:rPr>
              <a:t>,</a:t>
            </a:r>
            <a:endParaRPr b="0" i="0" sz="2264" u="none" cap="none" strike="noStrike">
              <a:solidFill>
                <a:srgbClr val="000000"/>
              </a:solidFill>
              <a:latin typeface="Arial"/>
              <a:ea typeface="Arial"/>
              <a:cs typeface="Arial"/>
              <a:sym typeface="Arial"/>
            </a:endParaRPr>
          </a:p>
        </p:txBody>
      </p:sp>
      <p:sp>
        <p:nvSpPr>
          <p:cNvPr id="116" name="Google Shape;116;p5"/>
          <p:cNvSpPr txBox="1"/>
          <p:nvPr/>
        </p:nvSpPr>
        <p:spPr>
          <a:xfrm>
            <a:off x="8521442" y="3693380"/>
            <a:ext cx="273116"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5B5B5B"/>
                </a:solidFill>
                <a:latin typeface="Arial"/>
                <a:ea typeface="Arial"/>
                <a:cs typeface="Arial"/>
                <a:sym typeface="Arial"/>
              </a:rPr>
              <a:t>E,r..</a:t>
            </a:r>
            <a:endParaRPr b="0" i="0" sz="799" u="none" cap="none" strike="noStrike">
              <a:solidFill>
                <a:srgbClr val="000000"/>
              </a:solidFill>
              <a:latin typeface="Arial"/>
              <a:ea typeface="Arial"/>
              <a:cs typeface="Arial"/>
              <a:sym typeface="Arial"/>
            </a:endParaRPr>
          </a:p>
        </p:txBody>
      </p:sp>
      <p:sp>
        <p:nvSpPr>
          <p:cNvPr id="117" name="Google Shape;117;p5"/>
          <p:cNvSpPr txBox="1"/>
          <p:nvPr/>
        </p:nvSpPr>
        <p:spPr>
          <a:xfrm>
            <a:off x="9529863" y="1684823"/>
            <a:ext cx="459988" cy="145144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1"/>
              <a:buFont typeface="Arial"/>
              <a:buNone/>
            </a:pPr>
            <a:r>
              <a:rPr b="0" i="0" lang="en-US" sz="9321" u="none" cap="none" strike="noStrike">
                <a:solidFill>
                  <a:srgbClr val="4B87E3"/>
                </a:solidFill>
                <a:latin typeface="Times New Roman"/>
                <a:ea typeface="Times New Roman"/>
                <a:cs typeface="Times New Roman"/>
                <a:sym typeface="Times New Roman"/>
              </a:rPr>
              <a:t>-</a:t>
            </a:r>
            <a:endParaRPr b="0" i="0" sz="9321" u="none" cap="none" strike="noStrike">
              <a:solidFill>
                <a:srgbClr val="000000"/>
              </a:solidFill>
              <a:latin typeface="Times New Roman"/>
              <a:ea typeface="Times New Roman"/>
              <a:cs typeface="Times New Roman"/>
              <a:sym typeface="Times New Roman"/>
            </a:endParaRPr>
          </a:p>
        </p:txBody>
      </p:sp>
      <p:sp>
        <p:nvSpPr>
          <p:cNvPr id="118" name="Google Shape;118;p5"/>
          <p:cNvSpPr txBox="1"/>
          <p:nvPr/>
        </p:nvSpPr>
        <p:spPr>
          <a:xfrm>
            <a:off x="9656867" y="3150696"/>
            <a:ext cx="2222991"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77859D"/>
                </a:solidFill>
                <a:latin typeface="Arial"/>
                <a:ea typeface="Arial"/>
                <a:cs typeface="Arial"/>
                <a:sym typeface="Arial"/>
              </a:rPr>
              <a:t>O..•llfMlmM•._.-</a:t>
            </a:r>
            <a:r>
              <a:rPr b="1" i="0" lang="en-US" sz="799" u="none" cap="none" strike="noStrike">
                <a:solidFill>
                  <a:srgbClr val="838383"/>
                </a:solidFill>
                <a:latin typeface="Arial"/>
                <a:ea typeface="Arial"/>
                <a:cs typeface="Arial"/>
                <a:sym typeface="Arial"/>
              </a:rPr>
              <a:t>.,_.,.____h_</a:t>
            </a:r>
            <a:endParaRPr b="0" i="0" sz="799" u="none" cap="none" strike="noStrike">
              <a:solidFill>
                <a:srgbClr val="000000"/>
              </a:solidFill>
              <a:latin typeface="Arial"/>
              <a:ea typeface="Arial"/>
              <a:cs typeface="Arial"/>
              <a:sym typeface="Arial"/>
            </a:endParaRPr>
          </a:p>
        </p:txBody>
      </p:sp>
      <p:sp>
        <p:nvSpPr>
          <p:cNvPr id="119" name="Google Shape;119;p5"/>
          <p:cNvSpPr txBox="1"/>
          <p:nvPr/>
        </p:nvSpPr>
        <p:spPr>
          <a:xfrm>
            <a:off x="9612053" y="3274995"/>
            <a:ext cx="2261041"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555656"/>
                </a:solidFill>
                <a:latin typeface="Arial"/>
                <a:ea typeface="Arial"/>
                <a:cs typeface="Arial"/>
                <a:sym typeface="Arial"/>
              </a:rPr>
              <a:t>lf-</a:t>
            </a:r>
            <a:r>
              <a:rPr b="1" i="0" lang="en-US" sz="799" u="none" cap="none" strike="noStrike">
                <a:solidFill>
                  <a:srgbClr val="696969"/>
                </a:solidFill>
                <a:latin typeface="Arial"/>
                <a:ea typeface="Arial"/>
                <a:cs typeface="Arial"/>
                <a:sym typeface="Arial"/>
              </a:rPr>
              <a:t>•�</a:t>
            </a:r>
            <a:r>
              <a:rPr b="1" i="0" lang="en-US" sz="799" u="none" cap="none" strike="noStrike">
                <a:solidFill>
                  <a:srgbClr val="555656"/>
                </a:solidFill>
                <a:latin typeface="Arial"/>
                <a:ea typeface="Arial"/>
                <a:cs typeface="Arial"/>
                <a:sym typeface="Arial"/>
              </a:rPr>
              <a:t>INMO</a:t>
            </a:r>
            <a:r>
              <a:rPr b="1" i="0" lang="en-US" sz="799" u="none" cap="none" strike="noStrike">
                <a:solidFill>
                  <a:srgbClr val="696969"/>
                </a:solidFill>
                <a:latin typeface="Arial"/>
                <a:ea typeface="Arial"/>
                <a:cs typeface="Arial"/>
                <a:sym typeface="Arial"/>
              </a:rPr>
              <a:t>�h</a:t>
            </a:r>
            <a:r>
              <a:rPr b="1" i="0" lang="en-US" sz="799" u="none" cap="none" strike="noStrike">
                <a:solidFill>
                  <a:srgbClr val="7A7A7A"/>
                </a:solidFill>
                <a:latin typeface="Arial"/>
                <a:ea typeface="Arial"/>
                <a:cs typeface="Arial"/>
                <a:sym typeface="Arial"/>
              </a:rPr>
              <a:t>ll</a:t>
            </a:r>
            <a:r>
              <a:rPr b="1" i="0" lang="en-US" sz="799" u="none" cap="none" strike="noStrike">
                <a:solidFill>
                  <a:srgbClr val="9B9B9B"/>
                </a:solidFill>
                <a:latin typeface="Arial"/>
                <a:ea typeface="Arial"/>
                <a:cs typeface="Arial"/>
                <a:sym typeface="Arial"/>
              </a:rPr>
              <a:t>:</a:t>
            </a:r>
            <a:r>
              <a:rPr b="1" i="0" lang="en-US" sz="799" u="none" cap="none" strike="noStrike">
                <a:solidFill>
                  <a:srgbClr val="555656"/>
                </a:solidFill>
                <a:latin typeface="Arial"/>
                <a:ea typeface="Arial"/>
                <a:cs typeface="Arial"/>
                <a:sym typeface="Arial"/>
              </a:rPr>
              <a:t>,...-P</a:t>
            </a:r>
            <a:r>
              <a:rPr b="1" i="0" lang="en-US" sz="799" u="none" cap="none" strike="noStrike">
                <a:solidFill>
                  <a:srgbClr val="696969"/>
                </a:solidFill>
                <a:latin typeface="Arial"/>
                <a:ea typeface="Arial"/>
                <a:cs typeface="Arial"/>
                <a:sym typeface="Arial"/>
              </a:rPr>
              <a:t>-111</a:t>
            </a:r>
            <a:r>
              <a:rPr b="1" i="0" lang="en-US" sz="799" u="none" cap="none" strike="noStrike">
                <a:solidFill>
                  <a:srgbClr val="B8B8B8"/>
                </a:solidFill>
                <a:latin typeface="Arial"/>
                <a:ea typeface="Arial"/>
                <a:cs typeface="Arial"/>
                <a:sym typeface="Arial"/>
              </a:rPr>
              <a:t>•</a:t>
            </a:r>
            <a:r>
              <a:rPr b="1" i="0" lang="en-US" sz="799" u="none" cap="none" strike="noStrike">
                <a:solidFill>
                  <a:srgbClr val="A8A8A8"/>
                </a:solidFill>
                <a:latin typeface="Arial"/>
                <a:ea typeface="Arial"/>
                <a:cs typeface="Arial"/>
                <a:sym typeface="Arial"/>
              </a:rPr>
              <a:t>1</a:t>
            </a:r>
            <a:r>
              <a:rPr b="1" i="0" lang="en-US" sz="799" u="none" cap="none" strike="noStrike">
                <a:solidFill>
                  <a:srgbClr val="9B9B9B"/>
                </a:solidFill>
                <a:latin typeface="Arial"/>
                <a:ea typeface="Arial"/>
                <a:cs typeface="Arial"/>
                <a:sym typeface="Arial"/>
              </a:rPr>
              <a:t>-.UII</a:t>
            </a:r>
            <a:endParaRPr b="0" i="0" sz="799" u="none" cap="none" strike="noStrike">
              <a:solidFill>
                <a:srgbClr val="000000"/>
              </a:solidFill>
              <a:latin typeface="Arial"/>
              <a:ea typeface="Arial"/>
              <a:cs typeface="Arial"/>
              <a:sym typeface="Arial"/>
            </a:endParaRPr>
          </a:p>
        </p:txBody>
      </p:sp>
      <p:sp>
        <p:nvSpPr>
          <p:cNvPr id="120" name="Google Shape;120;p5"/>
          <p:cNvSpPr txBox="1"/>
          <p:nvPr/>
        </p:nvSpPr>
        <p:spPr>
          <a:xfrm>
            <a:off x="7102075" y="3842707"/>
            <a:ext cx="1003686"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626261"/>
                </a:solidFill>
                <a:latin typeface="Arial"/>
                <a:ea typeface="Arial"/>
                <a:cs typeface="Arial"/>
                <a:sym typeface="Arial"/>
              </a:rPr>
              <a:t>-1u1	</a:t>
            </a:r>
            <a:r>
              <a:rPr b="1" i="0" lang="en-US" sz="799" u="none" cap="none" strike="noStrike">
                <a:solidFill>
                  <a:srgbClr val="D3225F"/>
                </a:solidFill>
                <a:latin typeface="Arial"/>
                <a:ea typeface="Arial"/>
                <a:cs typeface="Arial"/>
                <a:sym typeface="Arial"/>
              </a:rPr>
              <a:t>t,,--</a:t>
            </a:r>
            <a:endParaRPr b="0" i="0" sz="799" u="none" cap="none" strike="noStrike">
              <a:solidFill>
                <a:srgbClr val="000000"/>
              </a:solidFill>
              <a:latin typeface="Arial"/>
              <a:ea typeface="Arial"/>
              <a:cs typeface="Arial"/>
              <a:sym typeface="Arial"/>
            </a:endParaRPr>
          </a:p>
        </p:txBody>
      </p:sp>
      <p:sp>
        <p:nvSpPr>
          <p:cNvPr id="121" name="Google Shape;121;p5"/>
          <p:cNvSpPr txBox="1"/>
          <p:nvPr/>
        </p:nvSpPr>
        <p:spPr>
          <a:xfrm>
            <a:off x="7094633" y="3786730"/>
            <a:ext cx="742407" cy="334727"/>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818180"/>
                </a:solidFill>
                <a:latin typeface="Arial"/>
                <a:ea typeface="Arial"/>
                <a:cs typeface="Arial"/>
                <a:sym typeface="Arial"/>
              </a:rPr>
              <a:t>Mll.,	</a:t>
            </a:r>
            <a:r>
              <a:rPr b="1" i="1" lang="en-US" sz="2064" u="none" cap="none" strike="noStrike">
                <a:solidFill>
                  <a:srgbClr val="DF2163"/>
                </a:solidFill>
                <a:latin typeface="Arial"/>
                <a:ea typeface="Arial"/>
                <a:cs typeface="Arial"/>
                <a:sym typeface="Arial"/>
              </a:rPr>
              <a:t>A</a:t>
            </a:r>
            <a:endParaRPr b="0" i="0" sz="2064" u="none" cap="none" strike="noStrike">
              <a:solidFill>
                <a:srgbClr val="000000"/>
              </a:solidFill>
              <a:latin typeface="Arial"/>
              <a:ea typeface="Arial"/>
              <a:cs typeface="Arial"/>
              <a:sym typeface="Arial"/>
            </a:endParaRPr>
          </a:p>
        </p:txBody>
      </p:sp>
      <p:sp>
        <p:nvSpPr>
          <p:cNvPr id="122" name="Google Shape;122;p5"/>
          <p:cNvSpPr txBox="1"/>
          <p:nvPr/>
        </p:nvSpPr>
        <p:spPr>
          <a:xfrm>
            <a:off x="7068252" y="3880758"/>
            <a:ext cx="819353" cy="365505"/>
          </a:xfrm>
          <a:prstGeom prst="rect">
            <a:avLst/>
          </a:prstGeom>
          <a:noFill/>
          <a:ln>
            <a:noFill/>
          </a:ln>
        </p:spPr>
        <p:txBody>
          <a:bodyPr anchorCtr="0" anchor="t" bIns="0" lIns="0" spcFirstLastPara="1" rIns="0" wrap="square" tIns="16900">
            <a:spAutoFit/>
          </a:bodyPr>
          <a:lstStyle/>
          <a:p>
            <a:pPr indent="0" lvl="0" marL="50734" marR="0" rtl="0" algn="l">
              <a:lnSpc>
                <a:spcPct val="100000"/>
              </a:lnSpc>
              <a:spcBef>
                <a:spcPts val="0"/>
              </a:spcBef>
              <a:spcAft>
                <a:spcPts val="0"/>
              </a:spcAft>
              <a:buClr>
                <a:srgbClr val="000000"/>
              </a:buClr>
              <a:buSzPts val="3396"/>
              <a:buFont typeface="Arial"/>
              <a:buNone/>
            </a:pPr>
            <a:r>
              <a:rPr b="0" baseline="-25000" i="0" lang="en-US" sz="3396" u="none" cap="none" strike="noStrike">
                <a:solidFill>
                  <a:srgbClr val="818180"/>
                </a:solidFill>
                <a:latin typeface="Arial"/>
                <a:ea typeface="Arial"/>
                <a:cs typeface="Arial"/>
                <a:sym typeface="Arial"/>
              </a:rPr>
              <a:t>,</a:t>
            </a:r>
            <a:r>
              <a:rPr b="1" i="0" lang="en-US" sz="799" u="none" cap="none" strike="noStrike">
                <a:solidFill>
                  <a:srgbClr val="AE7570"/>
                </a:solidFill>
                <a:latin typeface="Arial"/>
                <a:ea typeface="Arial"/>
                <a:cs typeface="Arial"/>
                <a:sym typeface="Arial"/>
              </a:rPr>
              <a:t>..,_</a:t>
            </a:r>
            <a:r>
              <a:rPr b="0" baseline="-25000" i="0" lang="en-US" sz="3396" u="none" cap="none" strike="noStrike">
                <a:solidFill>
                  <a:srgbClr val="818180"/>
                </a:solidFill>
                <a:latin typeface="Arial"/>
                <a:ea typeface="Arial"/>
                <a:cs typeface="Arial"/>
                <a:sym typeface="Arial"/>
              </a:rPr>
              <a:t>_ </a:t>
            </a:r>
            <a:r>
              <a:rPr b="1" i="0" lang="en-US" sz="799" u="none" cap="none" strike="noStrike">
                <a:solidFill>
                  <a:srgbClr val="AE7570"/>
                </a:solidFill>
                <a:latin typeface="Arial"/>
                <a:ea typeface="Arial"/>
                <a:cs typeface="Arial"/>
                <a:sym typeface="Arial"/>
              </a:rPr>
              <a:t>...,</a:t>
            </a:r>
            <a:r>
              <a:rPr b="1" i="0" lang="en-US" sz="799" u="none" cap="none" strike="noStrike">
                <a:solidFill>
                  <a:srgbClr val="A8938B"/>
                </a:solidFill>
                <a:latin typeface="Arial"/>
                <a:ea typeface="Arial"/>
                <a:cs typeface="Arial"/>
                <a:sym typeface="Arial"/>
              </a:rPr>
              <a:t>, </a:t>
            </a:r>
            <a:r>
              <a:rPr b="1" i="0" lang="en-US" sz="799" u="none" cap="none" strike="noStrike">
                <a:solidFill>
                  <a:srgbClr val="DF2163"/>
                </a:solidFill>
                <a:latin typeface="Arial"/>
                <a:ea typeface="Arial"/>
                <a:cs typeface="Arial"/>
                <a:sym typeface="Arial"/>
              </a:rPr>
              <a:t>4111111:</a:t>
            </a:r>
            <a:endParaRPr b="0" i="0" sz="799" u="none" cap="none" strike="noStrike">
              <a:solidFill>
                <a:srgbClr val="000000"/>
              </a:solidFill>
              <a:latin typeface="Arial"/>
              <a:ea typeface="Arial"/>
              <a:cs typeface="Arial"/>
              <a:sym typeface="Arial"/>
            </a:endParaRPr>
          </a:p>
        </p:txBody>
      </p:sp>
      <p:sp>
        <p:nvSpPr>
          <p:cNvPr id="123" name="Google Shape;123;p5"/>
          <p:cNvSpPr txBox="1"/>
          <p:nvPr/>
        </p:nvSpPr>
        <p:spPr>
          <a:xfrm>
            <a:off x="8020867" y="3600029"/>
            <a:ext cx="438003" cy="48842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063"/>
              <a:buFont typeface="Arial"/>
              <a:buNone/>
            </a:pPr>
            <a:r>
              <a:rPr b="0" i="0" lang="en-US" sz="3063" u="none" cap="none" strike="noStrike">
                <a:solidFill>
                  <a:srgbClr val="A8345C"/>
                </a:solidFill>
                <a:latin typeface="Times New Roman"/>
                <a:ea typeface="Times New Roman"/>
                <a:cs typeface="Times New Roman"/>
                <a:sym typeface="Times New Roman"/>
              </a:rPr>
              <a:t>-</a:t>
            </a:r>
            <a:r>
              <a:rPr b="0" i="0" lang="en-US" sz="3063" u="none" cap="none" strike="noStrike">
                <a:solidFill>
                  <a:srgbClr val="383B3B"/>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24" name="Google Shape;124;p5"/>
          <p:cNvSpPr txBox="1"/>
          <p:nvPr/>
        </p:nvSpPr>
        <p:spPr>
          <a:xfrm>
            <a:off x="8521442" y="3555214"/>
            <a:ext cx="475208" cy="48842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063"/>
              <a:buFont typeface="Arial"/>
              <a:buNone/>
            </a:pPr>
            <a:r>
              <a:rPr b="0" i="0" lang="en-US" sz="3063" u="none" cap="none" strike="noStrike">
                <a:solidFill>
                  <a:srgbClr val="646464"/>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25" name="Google Shape;125;p5"/>
          <p:cNvSpPr txBox="1"/>
          <p:nvPr/>
        </p:nvSpPr>
        <p:spPr>
          <a:xfrm>
            <a:off x="9619494" y="3829516"/>
            <a:ext cx="2261041"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6F6F6F"/>
                </a:solidFill>
                <a:latin typeface="Arial"/>
                <a:ea typeface="Arial"/>
                <a:cs typeface="Arial"/>
                <a:sym typeface="Arial"/>
              </a:rPr>
              <a:t>.........,._,..lel"OI/All...llllohc'.b•.,._&amp;IN(</a:t>
            </a:r>
            <a:endParaRPr b="0" i="0" sz="799" u="none" cap="none" strike="noStrike">
              <a:solidFill>
                <a:srgbClr val="000000"/>
              </a:solidFill>
              <a:latin typeface="Arial"/>
              <a:ea typeface="Arial"/>
              <a:cs typeface="Arial"/>
              <a:sym typeface="Arial"/>
            </a:endParaRPr>
          </a:p>
        </p:txBody>
      </p:sp>
      <p:sp>
        <p:nvSpPr>
          <p:cNvPr id="126" name="Google Shape;126;p5"/>
          <p:cNvSpPr txBox="1"/>
          <p:nvPr/>
        </p:nvSpPr>
        <p:spPr>
          <a:xfrm>
            <a:off x="8521442" y="3682218"/>
            <a:ext cx="391497" cy="48842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063"/>
              <a:buFont typeface="Arial"/>
              <a:buNone/>
            </a:pPr>
            <a:r>
              <a:rPr b="0" i="0" lang="en-US" sz="3063" u="none" cap="none" strike="noStrike">
                <a:solidFill>
                  <a:srgbClr val="666666"/>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27" name="Google Shape;127;p5"/>
          <p:cNvSpPr txBox="1"/>
          <p:nvPr/>
        </p:nvSpPr>
        <p:spPr>
          <a:xfrm>
            <a:off x="7049818" y="4025856"/>
            <a:ext cx="348373" cy="48842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063"/>
              <a:buFont typeface="Arial"/>
              <a:buNone/>
            </a:pPr>
            <a:r>
              <a:rPr b="0" i="0" lang="en-US" sz="3063" u="none" cap="none" strike="noStrike">
                <a:solidFill>
                  <a:srgbClr val="6A6A6A"/>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28" name="Google Shape;128;p5"/>
          <p:cNvSpPr txBox="1"/>
          <p:nvPr/>
        </p:nvSpPr>
        <p:spPr>
          <a:xfrm>
            <a:off x="8521442" y="4246887"/>
            <a:ext cx="960563" cy="282696"/>
          </a:xfrm>
          <a:prstGeom prst="rect">
            <a:avLst/>
          </a:prstGeom>
          <a:noFill/>
          <a:ln>
            <a:noFill/>
          </a:ln>
        </p:spPr>
        <p:txBody>
          <a:bodyPr anchorCtr="0" anchor="t" bIns="0" lIns="0" spcFirstLastPara="1" rIns="0" wrap="square" tIns="23675">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585858"/>
                </a:solidFill>
                <a:latin typeface="Arial"/>
                <a:ea typeface="Arial"/>
                <a:cs typeface="Arial"/>
                <a:sym typeface="Arial"/>
              </a:rPr>
              <a:t>.,._...,._</a:t>
            </a:r>
            <a:endParaRPr b="0" i="0" sz="799" u="none" cap="none" strike="noStrike">
              <a:solidFill>
                <a:srgbClr val="000000"/>
              </a:solidFill>
              <a:latin typeface="Arial"/>
              <a:ea typeface="Arial"/>
              <a:cs typeface="Arial"/>
              <a:sym typeface="Arial"/>
            </a:endParaRPr>
          </a:p>
          <a:p>
            <a:pPr indent="0" lvl="0" marL="16911" marR="0" rtl="0" algn="l">
              <a:lnSpc>
                <a:spcPct val="100000"/>
              </a:lnSpc>
              <a:spcBef>
                <a:spcPts val="53"/>
              </a:spcBef>
              <a:spcAft>
                <a:spcPts val="0"/>
              </a:spcAft>
              <a:buClr>
                <a:srgbClr val="000000"/>
              </a:buClr>
              <a:buSzPts val="799"/>
              <a:buFont typeface="Arial"/>
              <a:buNone/>
            </a:pPr>
            <a:r>
              <a:rPr b="1" i="0" lang="en-US" sz="799" u="none" cap="none" strike="noStrike">
                <a:solidFill>
                  <a:srgbClr val="5B5B5B"/>
                </a:solidFill>
                <a:latin typeface="Arial"/>
                <a:ea typeface="Arial"/>
                <a:cs typeface="Arial"/>
                <a:sym typeface="Arial"/>
              </a:rPr>
              <a:t>MMriun </a:t>
            </a:r>
            <a:r>
              <a:rPr b="1" i="0" lang="en-US" sz="799" u="none" cap="none" strike="noStrike">
                <a:solidFill>
                  <a:srgbClr val="6A6A6A"/>
                </a:solidFill>
                <a:latin typeface="Arial"/>
                <a:ea typeface="Arial"/>
                <a:cs typeface="Arial"/>
                <a:sym typeface="Arial"/>
              </a:rPr>
              <a:t>•••</a:t>
            </a:r>
            <a:r>
              <a:rPr b="1" i="0" lang="en-US" sz="799" u="none" cap="none" strike="noStrike">
                <a:solidFill>
                  <a:srgbClr val="5B5B5B"/>
                </a:solidFill>
                <a:latin typeface="Arial"/>
                <a:ea typeface="Arial"/>
                <a:cs typeface="Arial"/>
                <a:sym typeface="Arial"/>
              </a:rPr>
              <a:t>'"""'</a:t>
            </a:r>
            <a:endParaRPr b="0" i="0" sz="799" u="none" cap="none" strike="noStrike">
              <a:solidFill>
                <a:srgbClr val="000000"/>
              </a:solidFill>
              <a:latin typeface="Arial"/>
              <a:ea typeface="Arial"/>
              <a:cs typeface="Arial"/>
              <a:sym typeface="Arial"/>
            </a:endParaRPr>
          </a:p>
        </p:txBody>
      </p:sp>
      <p:sp>
        <p:nvSpPr>
          <p:cNvPr id="129" name="Google Shape;129;p5"/>
          <p:cNvSpPr txBox="1"/>
          <p:nvPr/>
        </p:nvSpPr>
        <p:spPr>
          <a:xfrm>
            <a:off x="9612052" y="4261093"/>
            <a:ext cx="2267807" cy="273557"/>
          </a:xfrm>
          <a:prstGeom prst="rect">
            <a:avLst/>
          </a:prstGeom>
          <a:noFill/>
          <a:ln>
            <a:noFill/>
          </a:ln>
        </p:spPr>
        <p:txBody>
          <a:bodyPr anchorCtr="0" anchor="t" bIns="0" lIns="0" spcFirstLastPara="1" rIns="0" wrap="square" tIns="16900">
            <a:spAutoFit/>
          </a:bodyPr>
          <a:lstStyle/>
          <a:p>
            <a:pPr indent="0" lvl="0" marL="16911" marR="0" rtl="0" algn="l">
              <a:lnSpc>
                <a:spcPct val="85857"/>
              </a:lnSpc>
              <a:spcBef>
                <a:spcPts val="0"/>
              </a:spcBef>
              <a:spcAft>
                <a:spcPts val="0"/>
              </a:spcAft>
              <a:buClr>
                <a:srgbClr val="000000"/>
              </a:buClr>
              <a:buSzPts val="799"/>
              <a:buFont typeface="Arial"/>
              <a:buNone/>
            </a:pPr>
            <a:r>
              <a:rPr b="1" i="0" lang="en-US" sz="799" u="none" cap="none" strike="noStrike">
                <a:solidFill>
                  <a:srgbClr val="585858"/>
                </a:solidFill>
                <a:latin typeface="Arial"/>
                <a:ea typeface="Arial"/>
                <a:cs typeface="Arial"/>
                <a:sym typeface="Arial"/>
              </a:rPr>
              <a:t>o-,  </a:t>
            </a:r>
            <a:r>
              <a:rPr b="1" i="0" lang="en-US" sz="799" u="none" cap="none" strike="noStrike">
                <a:solidFill>
                  <a:srgbClr val="969696"/>
                </a:solidFill>
                <a:latin typeface="Arial"/>
                <a:ea typeface="Arial"/>
                <a:cs typeface="Arial"/>
                <a:sym typeface="Arial"/>
              </a:rPr>
              <a:t>o.-, _______,..., _____ _</a:t>
            </a:r>
            <a:endParaRPr b="0" i="0" sz="799" u="none" cap="none" strike="noStrike">
              <a:solidFill>
                <a:srgbClr val="000000"/>
              </a:solidFill>
              <a:latin typeface="Arial"/>
              <a:ea typeface="Arial"/>
              <a:cs typeface="Arial"/>
              <a:sym typeface="Arial"/>
            </a:endParaRPr>
          </a:p>
          <a:p>
            <a:pPr indent="0" lvl="0" marL="23676" marR="0" rtl="0" algn="l">
              <a:lnSpc>
                <a:spcPct val="99399"/>
              </a:lnSpc>
              <a:spcBef>
                <a:spcPts val="0"/>
              </a:spcBef>
              <a:spcAft>
                <a:spcPts val="0"/>
              </a:spcAft>
              <a:buClr>
                <a:srgbClr val="000000"/>
              </a:buClr>
              <a:buSzPts val="799"/>
              <a:buFont typeface="Arial"/>
              <a:buNone/>
            </a:pPr>
            <a:r>
              <a:rPr b="1" i="0" lang="en-US" sz="799" u="none" cap="none" strike="noStrike">
                <a:solidFill>
                  <a:srgbClr val="5B5B5B"/>
                </a:solidFill>
                <a:latin typeface="Arial"/>
                <a:ea typeface="Arial"/>
                <a:cs typeface="Arial"/>
                <a:sym typeface="Arial"/>
              </a:rPr>
              <a:t>u..'--..s._,.;., </a:t>
            </a:r>
            <a:r>
              <a:rPr b="1" i="0" lang="en-US" sz="1332" u="none" cap="none" strike="noStrike">
                <a:solidFill>
                  <a:srgbClr val="5B5B5B"/>
                </a:solidFill>
                <a:latin typeface="Times New Roman"/>
                <a:ea typeface="Times New Roman"/>
                <a:cs typeface="Times New Roman"/>
                <a:sym typeface="Times New Roman"/>
              </a:rPr>
              <a:t>"'° </a:t>
            </a:r>
            <a:r>
              <a:rPr b="1" i="0" lang="en-US" sz="799" u="none" cap="none" strike="noStrike">
                <a:solidFill>
                  <a:srgbClr val="5B5B5B"/>
                </a:solidFill>
                <a:latin typeface="Arial"/>
                <a:ea typeface="Arial"/>
                <a:cs typeface="Arial"/>
                <a:sym typeface="Arial"/>
              </a:rPr>
              <a:t>c- .....� ...</a:t>
            </a:r>
            <a:r>
              <a:rPr b="1" i="0" lang="en-US" sz="799" u="none" cap="none" strike="noStrike">
                <a:solidFill>
                  <a:srgbClr val="9D9D9C"/>
                </a:solidFill>
                <a:latin typeface="Arial"/>
                <a:ea typeface="Arial"/>
                <a:cs typeface="Arial"/>
                <a:sym typeface="Arial"/>
              </a:rPr>
              <a:t>-�&amp;,11</a:t>
            </a:r>
            <a:endParaRPr b="0" i="0" sz="799" u="none" cap="none" strike="noStrike">
              <a:solidFill>
                <a:srgbClr val="000000"/>
              </a:solidFill>
              <a:latin typeface="Arial"/>
              <a:ea typeface="Arial"/>
              <a:cs typeface="Arial"/>
              <a:sym typeface="Arial"/>
            </a:endParaRPr>
          </a:p>
        </p:txBody>
      </p:sp>
      <p:sp>
        <p:nvSpPr>
          <p:cNvPr id="130" name="Google Shape;130;p5"/>
          <p:cNvSpPr txBox="1"/>
          <p:nvPr/>
        </p:nvSpPr>
        <p:spPr>
          <a:xfrm>
            <a:off x="11748458" y="4840136"/>
            <a:ext cx="123453" cy="48842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063"/>
              <a:buFont typeface="Arial"/>
              <a:buNone/>
            </a:pPr>
            <a:r>
              <a:rPr b="0" i="0" lang="en-US" sz="3063" u="none" cap="none" strike="noStrike">
                <a:solidFill>
                  <a:srgbClr val="8BD7EF"/>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31" name="Google Shape;131;p5"/>
          <p:cNvSpPr txBox="1"/>
          <p:nvPr/>
        </p:nvSpPr>
        <p:spPr>
          <a:xfrm>
            <a:off x="7533145" y="5755883"/>
            <a:ext cx="100622"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C6C6C6"/>
                </a:solidFill>
                <a:latin typeface="Arial"/>
                <a:ea typeface="Arial"/>
                <a:cs typeface="Arial"/>
                <a:sym typeface="Arial"/>
              </a:rPr>
              <a:t>•</a:t>
            </a:r>
            <a:endParaRPr b="0" i="0" sz="799" u="none" cap="none" strike="noStrike">
              <a:solidFill>
                <a:srgbClr val="000000"/>
              </a:solidFill>
              <a:latin typeface="Arial"/>
              <a:ea typeface="Arial"/>
              <a:cs typeface="Arial"/>
              <a:sym typeface="Arial"/>
            </a:endParaRPr>
          </a:p>
        </p:txBody>
      </p:sp>
      <p:sp>
        <p:nvSpPr>
          <p:cNvPr id="132" name="Google Shape;132;p5"/>
          <p:cNvSpPr txBox="1"/>
          <p:nvPr/>
        </p:nvSpPr>
        <p:spPr>
          <a:xfrm>
            <a:off x="7908914" y="5818118"/>
            <a:ext cx="1953257"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A3B4D7"/>
                </a:solidFill>
                <a:latin typeface="Arial"/>
                <a:ea typeface="Arial"/>
                <a:cs typeface="Arial"/>
                <a:sym typeface="Arial"/>
              </a:rPr>
              <a:t>y-cao,,,;</a:t>
            </a:r>
            <a:r>
              <a:rPr b="1" i="0" lang="en-US" sz="799" u="none" cap="none" strike="noStrike">
                <a:solidFill>
                  <a:srgbClr val="96A8CD"/>
                </a:solidFill>
                <a:latin typeface="Arial"/>
                <a:ea typeface="Arial"/>
                <a:cs typeface="Arial"/>
                <a:sym typeface="Arial"/>
              </a:rPr>
              <a:t>�bK.limitl�p&lt;oflHiil'Ml</a:t>
            </a:r>
            <a:endParaRPr b="0" i="0" sz="799" u="none" cap="none" strike="noStrike">
              <a:solidFill>
                <a:srgbClr val="000000"/>
              </a:solidFill>
              <a:latin typeface="Arial"/>
              <a:ea typeface="Arial"/>
              <a:cs typeface="Arial"/>
              <a:sym typeface="Arial"/>
            </a:endParaRPr>
          </a:p>
        </p:txBody>
      </p:sp>
      <p:sp>
        <p:nvSpPr>
          <p:cNvPr id="133" name="Google Shape;133;p5"/>
          <p:cNvSpPr txBox="1"/>
          <p:nvPr/>
        </p:nvSpPr>
        <p:spPr>
          <a:xfrm>
            <a:off x="10329092" y="5750132"/>
            <a:ext cx="175878" cy="22206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1332"/>
              <a:buFont typeface="Arial"/>
              <a:buNone/>
            </a:pPr>
            <a:r>
              <a:rPr b="0" i="0" lang="en-US" sz="1332" u="none" cap="none" strike="noStrike">
                <a:solidFill>
                  <a:srgbClr val="C6C6C6"/>
                </a:solidFill>
                <a:latin typeface="Times New Roman"/>
                <a:ea typeface="Times New Roman"/>
                <a:cs typeface="Times New Roman"/>
                <a:sym typeface="Times New Roman"/>
              </a:rPr>
              <a:t>"°'</a:t>
            </a:r>
            <a:endParaRPr b="0" i="0" sz="1332" u="none" cap="none" strike="noStrike">
              <a:solidFill>
                <a:srgbClr val="000000"/>
              </a:solidFill>
              <a:latin typeface="Times New Roman"/>
              <a:ea typeface="Times New Roman"/>
              <a:cs typeface="Times New Roman"/>
              <a:sym typeface="Times New Roman"/>
            </a:endParaRPr>
          </a:p>
        </p:txBody>
      </p:sp>
      <p:sp>
        <p:nvSpPr>
          <p:cNvPr id="134" name="Google Shape;134;p5"/>
          <p:cNvSpPr txBox="1"/>
          <p:nvPr/>
        </p:nvSpPr>
        <p:spPr>
          <a:xfrm>
            <a:off x="7154330" y="5785647"/>
            <a:ext cx="722113" cy="549851"/>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462"/>
              <a:buFont typeface="Arial"/>
              <a:buNone/>
            </a:pPr>
            <a:r>
              <a:rPr b="0" i="0" lang="en-US" sz="3462" u="none" cap="none" strike="noStrike">
                <a:solidFill>
                  <a:srgbClr val="4A88ED"/>
                </a:solidFill>
                <a:latin typeface="Times New Roman"/>
                <a:ea typeface="Times New Roman"/>
                <a:cs typeface="Times New Roman"/>
                <a:sym typeface="Times New Roman"/>
              </a:rPr>
              <a:t>I</a:t>
            </a:r>
            <a:r>
              <a:rPr b="0" i="0" lang="en-US" sz="3329" u="none" cap="none" strike="noStrike">
                <a:solidFill>
                  <a:srgbClr val="4A88ED"/>
                </a:solidFill>
                <a:latin typeface="Times New Roman"/>
                <a:ea typeface="Times New Roman"/>
                <a:cs typeface="Times New Roman"/>
                <a:sym typeface="Times New Roman"/>
              </a:rPr>
              <a:t>!I</a:t>
            </a:r>
            <a:r>
              <a:rPr b="1" i="0" lang="en-US" sz="2530" u="none" cap="none" strike="noStrike">
                <a:solidFill>
                  <a:srgbClr val="4A88ED"/>
                </a:solidFill>
                <a:latin typeface="Times New Roman"/>
                <a:ea typeface="Times New Roman"/>
                <a:cs typeface="Times New Roman"/>
                <a:sym typeface="Times New Roman"/>
              </a:rPr>
              <a:t>ii</a:t>
            </a:r>
            <a:r>
              <a:rPr b="1" i="0" lang="en-US" sz="3462" u="none" cap="none" strike="noStrike">
                <a:solidFill>
                  <a:srgbClr val="4A88ED"/>
                </a:solidFill>
                <a:latin typeface="Times New Roman"/>
                <a:ea typeface="Times New Roman"/>
                <a:cs typeface="Times New Roman"/>
                <a:sym typeface="Times New Roman"/>
              </a:rPr>
              <a:t>I</a:t>
            </a:r>
            <a:endParaRPr b="0" i="0" sz="3462" u="none" cap="none" strike="noStrike">
              <a:solidFill>
                <a:srgbClr val="000000"/>
              </a:solidFill>
              <a:latin typeface="Times New Roman"/>
              <a:ea typeface="Times New Roman"/>
              <a:cs typeface="Times New Roman"/>
              <a:sym typeface="Times New Roman"/>
            </a:endParaRPr>
          </a:p>
        </p:txBody>
      </p:sp>
      <p:sp>
        <p:nvSpPr>
          <p:cNvPr id="135" name="Google Shape;135;p5"/>
          <p:cNvSpPr txBox="1"/>
          <p:nvPr/>
        </p:nvSpPr>
        <p:spPr>
          <a:xfrm>
            <a:off x="7908914" y="5934299"/>
            <a:ext cx="2821653"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96ABD4"/>
                </a:solidFill>
                <a:latin typeface="Arial"/>
                <a:ea typeface="Arial"/>
                <a:cs typeface="Arial"/>
                <a:sym typeface="Arial"/>
              </a:rPr>
              <a:t>"'-"5-f'..IIISOh«l!'lp,ll!Mlsi-.bK.MN</a:t>
            </a:r>
            <a:r>
              <a:rPr b="1" i="0" lang="en-US" sz="799" u="none" cap="none" strike="noStrike">
                <a:solidFill>
                  <a:srgbClr val="90A0C4"/>
                </a:solidFill>
                <a:latin typeface="Arial"/>
                <a:ea typeface="Arial"/>
                <a:cs typeface="Arial"/>
                <a:sym typeface="Arial"/>
              </a:rPr>
              <a:t>1</a:t>
            </a:r>
            <a:r>
              <a:rPr b="1" i="0" lang="en-US" sz="799" u="none" cap="none" strike="noStrike">
                <a:solidFill>
                  <a:srgbClr val="96ABD4"/>
                </a:solidFill>
                <a:latin typeface="Arial"/>
                <a:ea typeface="Arial"/>
                <a:cs typeface="Arial"/>
                <a:sym typeface="Arial"/>
              </a:rPr>
              <a:t>U011119� �</a:t>
            </a:r>
            <a:endParaRPr b="0" i="0" sz="799" u="none" cap="none" strike="noStrike">
              <a:solidFill>
                <a:srgbClr val="000000"/>
              </a:solidFill>
              <a:latin typeface="Arial"/>
              <a:ea typeface="Arial"/>
              <a:cs typeface="Arial"/>
              <a:sym typeface="Arial"/>
            </a:endParaRPr>
          </a:p>
        </p:txBody>
      </p:sp>
      <p:sp>
        <p:nvSpPr>
          <p:cNvPr id="136" name="Google Shape;136;p5"/>
          <p:cNvSpPr txBox="1"/>
          <p:nvPr/>
        </p:nvSpPr>
        <p:spPr>
          <a:xfrm>
            <a:off x="7961170" y="6105779"/>
            <a:ext cx="2089393"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B4B5B5"/>
                </a:solidFill>
                <a:latin typeface="Arial"/>
                <a:ea typeface="Arial"/>
                <a:cs typeface="Arial"/>
                <a:sym typeface="Arial"/>
              </a:rPr>
              <a:t>flOfflPal)� </a:t>
            </a:r>
            <a:r>
              <a:rPr b="1" i="0" lang="en-US" sz="799" u="none" cap="none" strike="noStrike">
                <a:solidFill>
                  <a:srgbClr val="96ABD4"/>
                </a:solidFill>
                <a:latin typeface="Arial"/>
                <a:ea typeface="Arial"/>
                <a:cs typeface="Arial"/>
                <a:sym typeface="Arial"/>
              </a:rPr>
              <a:t>� l,old PabstMI in..o!flef 1,gtt...,n</a:t>
            </a:r>
            <a:endParaRPr b="0" i="0" sz="799" u="none" cap="none" strike="noStrike">
              <a:solidFill>
                <a:srgbClr val="000000"/>
              </a:solidFill>
              <a:latin typeface="Arial"/>
              <a:ea typeface="Arial"/>
              <a:cs typeface="Arial"/>
              <a:sym typeface="Arial"/>
            </a:endParaRPr>
          </a:p>
        </p:txBody>
      </p:sp>
      <p:sp>
        <p:nvSpPr>
          <p:cNvPr id="137" name="Google Shape;137;p5"/>
          <p:cNvSpPr txBox="1"/>
          <p:nvPr/>
        </p:nvSpPr>
        <p:spPr>
          <a:xfrm>
            <a:off x="11412262" y="5433385"/>
            <a:ext cx="325543" cy="611406"/>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862"/>
              <a:buFont typeface="Arial"/>
              <a:buNone/>
            </a:pPr>
            <a:r>
              <a:rPr b="0" i="0" lang="en-US" sz="3862" u="none" cap="none" strike="noStrike">
                <a:solidFill>
                  <a:srgbClr val="B0B1B1"/>
                </a:solidFill>
                <a:latin typeface="Times New Roman"/>
                <a:ea typeface="Times New Roman"/>
                <a:cs typeface="Times New Roman"/>
                <a:sym typeface="Times New Roman"/>
              </a:rPr>
              <a:t>.....</a:t>
            </a:r>
            <a:endParaRPr b="0" i="0" sz="3862" u="none" cap="none" strike="noStrike">
              <a:solidFill>
                <a:srgbClr val="000000"/>
              </a:solidFill>
              <a:latin typeface="Times New Roman"/>
              <a:ea typeface="Times New Roman"/>
              <a:cs typeface="Times New Roman"/>
              <a:sym typeface="Times New Roman"/>
            </a:endParaRPr>
          </a:p>
        </p:txBody>
      </p:sp>
      <p:sp>
        <p:nvSpPr>
          <p:cNvPr id="138" name="Google Shape;138;p5"/>
          <p:cNvSpPr txBox="1"/>
          <p:nvPr/>
        </p:nvSpPr>
        <p:spPr>
          <a:xfrm>
            <a:off x="11378439" y="5661857"/>
            <a:ext cx="527633" cy="488424"/>
          </a:xfrm>
          <a:prstGeom prst="rect">
            <a:avLst/>
          </a:prstGeom>
          <a:noFill/>
          <a:ln>
            <a:noFill/>
          </a:ln>
        </p:spPr>
        <p:txBody>
          <a:bodyPr anchorCtr="0" anchor="t" bIns="0" lIns="0" spcFirstLastPara="1" rIns="0" wrap="square" tIns="16900">
            <a:spAutoFit/>
          </a:bodyPr>
          <a:lstStyle/>
          <a:p>
            <a:pPr indent="0" lvl="0" marL="50734" marR="0" rtl="0" algn="l">
              <a:lnSpc>
                <a:spcPct val="100000"/>
              </a:lnSpc>
              <a:spcBef>
                <a:spcPts val="0"/>
              </a:spcBef>
              <a:spcAft>
                <a:spcPts val="0"/>
              </a:spcAft>
              <a:buClr>
                <a:srgbClr val="000000"/>
              </a:buClr>
              <a:buSzPts val="3396"/>
              <a:buFont typeface="Arial"/>
              <a:buNone/>
            </a:pPr>
            <a:r>
              <a:rPr b="0" baseline="-25000" i="0" lang="en-US" sz="3396" u="none" cap="none" strike="noStrike">
                <a:solidFill>
                  <a:srgbClr val="A8B7DA"/>
                </a:solidFill>
                <a:latin typeface="Arial"/>
                <a:ea typeface="Arial"/>
                <a:cs typeface="Arial"/>
                <a:sym typeface="Arial"/>
              </a:rPr>
              <a:t>,</a:t>
            </a:r>
            <a:r>
              <a:rPr b="0" i="0" lang="en-US" sz="3063" u="none" cap="none" strike="noStrike">
                <a:solidFill>
                  <a:srgbClr val="A8B7DA"/>
                </a:solidFill>
                <a:latin typeface="Times New Roman"/>
                <a:ea typeface="Times New Roman"/>
                <a:cs typeface="Times New Roman"/>
                <a:sym typeface="Times New Roman"/>
              </a:rPr>
              <a:t>.</a:t>
            </a:r>
            <a:r>
              <a:rPr b="0" baseline="-25000" i="0" lang="en-US" sz="3396" u="none" cap="none" strike="noStrike">
                <a:solidFill>
                  <a:srgbClr val="A8B7DA"/>
                </a:solidFill>
                <a:latin typeface="Arial"/>
                <a:ea typeface="Arial"/>
                <a:cs typeface="Arial"/>
                <a:sym typeface="Arial"/>
              </a:rPr>
              <a:t>....</a:t>
            </a:r>
            <a:r>
              <a:rPr b="0" i="0" lang="en-US" sz="3063" u="none" cap="none" strike="noStrike">
                <a:solidFill>
                  <a:srgbClr val="A8B7DA"/>
                </a:solidFill>
                <a:latin typeface="Times New Roman"/>
                <a:ea typeface="Times New Roman"/>
                <a:cs typeface="Times New Roman"/>
                <a:sym typeface="Times New Roman"/>
              </a:rPr>
              <a:t>...</a:t>
            </a:r>
            <a:r>
              <a:rPr b="0" baseline="-25000" i="0" lang="en-US" sz="3396" u="none" cap="none" strike="noStrike">
                <a:solidFill>
                  <a:srgbClr val="A8B7DA"/>
                </a:solidFill>
                <a:latin typeface="Arial"/>
                <a:ea typeface="Arial"/>
                <a:cs typeface="Arial"/>
                <a:sym typeface="Arial"/>
              </a:rPr>
              <a:t>,</a:t>
            </a:r>
            <a:r>
              <a:rPr b="0" i="0" lang="en-US" sz="3063" u="none" cap="none" strike="noStrike">
                <a:solidFill>
                  <a:srgbClr val="A8B7DA"/>
                </a:solidFill>
                <a:latin typeface="Times New Roman"/>
                <a:ea typeface="Times New Roman"/>
                <a:cs typeface="Times New Roman"/>
                <a:sym typeface="Times New Roman"/>
              </a:rPr>
              <a:t>.</a:t>
            </a:r>
            <a:r>
              <a:rPr b="0" baseline="-25000" i="0" lang="en-US" sz="4594" u="none" cap="none" strike="noStrike">
                <a:solidFill>
                  <a:srgbClr val="A8B7DA"/>
                </a:solidFill>
                <a:latin typeface="Times New Roman"/>
                <a:ea typeface="Times New Roman"/>
                <a:cs typeface="Times New Roman"/>
                <a:sym typeface="Times New Roman"/>
              </a:rPr>
              <a:t>....</a:t>
            </a:r>
            <a:r>
              <a:rPr b="0" i="0" lang="en-US" sz="3063" u="none" cap="none" strike="noStrike">
                <a:solidFill>
                  <a:srgbClr val="A8B7DA"/>
                </a:solidFill>
                <a:latin typeface="Times New Roman"/>
                <a:ea typeface="Times New Roman"/>
                <a:cs typeface="Times New Roman"/>
                <a:sym typeface="Times New Roman"/>
              </a:rPr>
              <a:t>,.,.</a:t>
            </a:r>
            <a:endParaRPr b="0" i="0" sz="3063" u="none" cap="none" strike="noStrike">
              <a:solidFill>
                <a:srgbClr val="000000"/>
              </a:solidFill>
              <a:latin typeface="Times New Roman"/>
              <a:ea typeface="Times New Roman"/>
              <a:cs typeface="Times New Roman"/>
              <a:sym typeface="Times New Roman"/>
            </a:endParaRPr>
          </a:p>
        </p:txBody>
      </p:sp>
      <p:sp>
        <p:nvSpPr>
          <p:cNvPr id="139" name="Google Shape;139;p5"/>
          <p:cNvSpPr txBox="1"/>
          <p:nvPr/>
        </p:nvSpPr>
        <p:spPr>
          <a:xfrm>
            <a:off x="11412262" y="5769582"/>
            <a:ext cx="280728" cy="611406"/>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862"/>
              <a:buFont typeface="Arial"/>
              <a:buNone/>
            </a:pPr>
            <a:r>
              <a:rPr b="0" i="0" lang="en-US" sz="3862" u="none" cap="none" strike="noStrike">
                <a:solidFill>
                  <a:srgbClr val="A8B7DA"/>
                </a:solidFill>
                <a:latin typeface="Times New Roman"/>
                <a:ea typeface="Times New Roman"/>
                <a:cs typeface="Times New Roman"/>
                <a:sym typeface="Times New Roman"/>
              </a:rPr>
              <a:t>...</a:t>
            </a:r>
            <a:r>
              <a:rPr b="0" i="0" lang="en-US" sz="3862" u="none" cap="none" strike="noStrike">
                <a:solidFill>
                  <a:srgbClr val="93A8E3"/>
                </a:solidFill>
                <a:latin typeface="Times New Roman"/>
                <a:ea typeface="Times New Roman"/>
                <a:cs typeface="Times New Roman"/>
                <a:sym typeface="Times New Roman"/>
              </a:rPr>
              <a:t>.</a:t>
            </a:r>
            <a:endParaRPr b="0" i="0" sz="3862" u="none" cap="none" strike="noStrike">
              <a:solidFill>
                <a:srgbClr val="000000"/>
              </a:solidFill>
              <a:latin typeface="Times New Roman"/>
              <a:ea typeface="Times New Roman"/>
              <a:cs typeface="Times New Roman"/>
              <a:sym typeface="Times New Roman"/>
            </a:endParaRPr>
          </a:p>
        </p:txBody>
      </p:sp>
      <p:sp>
        <p:nvSpPr>
          <p:cNvPr id="140" name="Google Shape;140;p5"/>
          <p:cNvSpPr txBox="1"/>
          <p:nvPr/>
        </p:nvSpPr>
        <p:spPr>
          <a:xfrm>
            <a:off x="7901473" y="6218239"/>
            <a:ext cx="1959176"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ADAFAF"/>
                </a:solidFill>
                <a:latin typeface="Arial"/>
                <a:ea typeface="Arial"/>
                <a:cs typeface="Arial"/>
                <a:sym typeface="Arial"/>
              </a:rPr>
              <a:t>11-die,i:tn </a:t>
            </a:r>
            <a:r>
              <a:rPr b="1" i="0" lang="en-US" sz="799" u="none" cap="none" strike="noStrike">
                <a:solidFill>
                  <a:srgbClr val="9BABCD"/>
                </a:solidFill>
                <a:latin typeface="Arial"/>
                <a:ea typeface="Arial"/>
                <a:cs typeface="Arial"/>
                <a:sym typeface="Arial"/>
              </a:rPr>
              <a:t>M,c</a:t>
            </a:r>
            <a:r>
              <a:rPr b="1" i="0" lang="en-US" sz="799" u="none" cap="none" strike="noStrike">
                <a:solidFill>
                  <a:srgbClr val="ABB8DC"/>
                </a:solidFill>
                <a:latin typeface="Arial"/>
                <a:ea typeface="Arial"/>
                <a:cs typeface="Arial"/>
                <a:sym typeface="Arial"/>
              </a:rPr>
              <a:t>:M</a:t>
            </a:r>
            <a:r>
              <a:rPr b="1" i="0" lang="en-US" sz="799" u="none" cap="none" strike="noStrike">
                <a:solidFill>
                  <a:srgbClr val="9BABCD"/>
                </a:solidFill>
                <a:latin typeface="Arial"/>
                <a:ea typeface="Arial"/>
                <a:cs typeface="Arial"/>
                <a:sym typeface="Arial"/>
              </a:rPr>
              <a:t>c,1r1 </a:t>
            </a:r>
            <a:r>
              <a:rPr b="1" i="0" lang="en-US" sz="799" u="none" cap="none" strike="noStrike">
                <a:solidFill>
                  <a:srgbClr val="8B9CB8"/>
                </a:solidFill>
                <a:latin typeface="Arial"/>
                <a:ea typeface="Arial"/>
                <a:cs typeface="Arial"/>
                <a:sym typeface="Arial"/>
              </a:rPr>
              <a:t>•</a:t>
            </a:r>
            <a:r>
              <a:rPr b="1" i="0" lang="en-US" sz="799" u="none" cap="none" strike="noStrike">
                <a:solidFill>
                  <a:srgbClr val="9BABCD"/>
                </a:solidFill>
                <a:latin typeface="Arial"/>
                <a:ea typeface="Arial"/>
                <a:cs typeface="Arial"/>
                <a:sym typeface="Arial"/>
              </a:rPr>
              <a:t>lMI.,to Mlf20 -• 1 1</a:t>
            </a:r>
            <a:endParaRPr b="0" i="0" sz="799" u="none" cap="none" strike="noStrike">
              <a:solidFill>
                <a:srgbClr val="000000"/>
              </a:solidFill>
              <a:latin typeface="Arial"/>
              <a:ea typeface="Arial"/>
              <a:cs typeface="Arial"/>
              <a:sym typeface="Arial"/>
            </a:endParaRPr>
          </a:p>
        </p:txBody>
      </p:sp>
      <p:sp>
        <p:nvSpPr>
          <p:cNvPr id="141" name="Google Shape;141;p5"/>
          <p:cNvSpPr txBox="1"/>
          <p:nvPr/>
        </p:nvSpPr>
        <p:spPr>
          <a:xfrm>
            <a:off x="7460596" y="7166963"/>
            <a:ext cx="131063" cy="1400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1" i="0" lang="en-US" sz="799" u="none" cap="none" strike="noStrike">
                <a:solidFill>
                  <a:srgbClr val="6F5C47"/>
                </a:solidFill>
                <a:latin typeface="Arial"/>
                <a:ea typeface="Arial"/>
                <a:cs typeface="Arial"/>
                <a:sym typeface="Arial"/>
              </a:rPr>
              <a:t>l</a:t>
            </a:r>
            <a:endParaRPr b="0" i="0" sz="799" u="none" cap="none" strike="noStrike">
              <a:solidFill>
                <a:srgbClr val="000000"/>
              </a:solidFill>
              <a:latin typeface="Arial"/>
              <a:ea typeface="Arial"/>
              <a:cs typeface="Arial"/>
              <a:sym typeface="Arial"/>
            </a:endParaRPr>
          </a:p>
        </p:txBody>
      </p:sp>
      <p:sp>
        <p:nvSpPr>
          <p:cNvPr id="142" name="Google Shape;142;p5"/>
          <p:cNvSpPr txBox="1"/>
          <p:nvPr/>
        </p:nvSpPr>
        <p:spPr>
          <a:xfrm>
            <a:off x="7673339" y="6819606"/>
            <a:ext cx="3300243" cy="488359"/>
          </a:xfrm>
          <a:prstGeom prst="rect">
            <a:avLst/>
          </a:prstGeom>
          <a:noFill/>
          <a:ln>
            <a:noFill/>
          </a:ln>
        </p:spPr>
        <p:txBody>
          <a:bodyPr anchorCtr="0" anchor="t" bIns="0" lIns="0" spcFirstLastPara="1" rIns="0" wrap="square" tIns="16900">
            <a:spAutoFit/>
          </a:bodyPr>
          <a:lstStyle/>
          <a:p>
            <a:pPr indent="0" lvl="0" marL="50734" marR="0" rtl="0" algn="l">
              <a:lnSpc>
                <a:spcPct val="100000"/>
              </a:lnSpc>
              <a:spcBef>
                <a:spcPts val="0"/>
              </a:spcBef>
              <a:spcAft>
                <a:spcPts val="0"/>
              </a:spcAft>
              <a:buClr>
                <a:srgbClr val="000000"/>
              </a:buClr>
              <a:buSzPts val="799"/>
              <a:buFont typeface="Arial"/>
              <a:buNone/>
            </a:pPr>
            <a:r>
              <a:rPr b="1" i="0" lang="en-US" sz="799" u="none" cap="none" strike="noStrike">
                <a:solidFill>
                  <a:srgbClr val="5370AA"/>
                </a:solidFill>
                <a:latin typeface="Arial"/>
                <a:ea typeface="Arial"/>
                <a:cs typeface="Arial"/>
                <a:sym typeface="Arial"/>
              </a:rPr>
              <a:t>Ashott Dinda</a:t>
            </a:r>
            <a:r>
              <a:rPr b="0" baseline="-25000" i="0" lang="en-US" sz="4594" u="none" cap="none" strike="noStrike">
                <a:solidFill>
                  <a:srgbClr val="C5C5C4"/>
                </a:solidFill>
                <a:latin typeface="Times New Roman"/>
                <a:ea typeface="Times New Roman"/>
                <a:cs typeface="Times New Roman"/>
                <a:sym typeface="Times New Roman"/>
              </a:rPr>
              <a:t>.</a:t>
            </a:r>
            <a:r>
              <a:rPr b="1" i="0" lang="en-US" sz="799" u="none" cap="none" strike="noStrike">
                <a:solidFill>
                  <a:srgbClr val="5370AA"/>
                </a:solidFill>
                <a:latin typeface="Arial"/>
                <a:ea typeface="Arial"/>
                <a:cs typeface="Arial"/>
                <a:sym typeface="Arial"/>
              </a:rPr>
              <a:t>IIH • g</a:t>
            </a:r>
            <a:r>
              <a:rPr b="0" baseline="-25000" i="0" lang="en-US" sz="1996" u="none" cap="none" strike="noStrike">
                <a:solidFill>
                  <a:srgbClr val="C5C5C4"/>
                </a:solidFill>
                <a:latin typeface="Times New Roman"/>
                <a:ea typeface="Times New Roman"/>
                <a:cs typeface="Times New Roman"/>
                <a:sym typeface="Times New Roman"/>
              </a:rPr>
              <a:t>"</a:t>
            </a:r>
            <a:r>
              <a:rPr b="1" i="0" lang="en-US" sz="799" u="none" cap="none" strike="noStrike">
                <a:solidFill>
                  <a:srgbClr val="5370AA"/>
                </a:solidFill>
                <a:latin typeface="Arial"/>
                <a:ea typeface="Arial"/>
                <a:cs typeface="Arial"/>
                <a:sym typeface="Arial"/>
              </a:rPr>
              <a:t>ood hHrt and learns quickly: Sunil Gavukar</a:t>
            </a:r>
            <a:endParaRPr b="0" i="0" sz="799" u="none" cap="none" strike="noStrike">
              <a:solidFill>
                <a:srgbClr val="000000"/>
              </a:solidFill>
              <a:latin typeface="Arial"/>
              <a:ea typeface="Arial"/>
              <a:cs typeface="Arial"/>
              <a:sym typeface="Arial"/>
            </a:endParaRPr>
          </a:p>
        </p:txBody>
      </p:sp>
      <p:sp>
        <p:nvSpPr>
          <p:cNvPr id="143" name="Google Shape;143;p5"/>
          <p:cNvSpPr txBox="1"/>
          <p:nvPr/>
        </p:nvSpPr>
        <p:spPr>
          <a:xfrm>
            <a:off x="7714602" y="7281116"/>
            <a:ext cx="4157646" cy="39628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
              <a:buFont typeface="Arial"/>
              <a:buNone/>
            </a:pPr>
            <a:r>
              <a:rPr b="0" i="0" lang="en-US" sz="799" u="none" cap="none" strike="noStrike">
                <a:solidFill>
                  <a:srgbClr val="858485"/>
                </a:solidFill>
                <a:latin typeface="Times New Roman"/>
                <a:ea typeface="Times New Roman"/>
                <a:cs typeface="Times New Roman"/>
                <a:sym typeface="Times New Roman"/>
              </a:rPr>
              <a:t>�--- </a:t>
            </a:r>
            <a:r>
              <a:rPr b="1" i="0" lang="en-US" sz="799" u="none" cap="none" strike="noStrike">
                <a:solidFill>
                  <a:srgbClr val="858485"/>
                </a:solidFill>
                <a:latin typeface="Arial"/>
                <a:ea typeface="Arial"/>
                <a:cs typeface="Arial"/>
                <a:sym typeface="Arial"/>
              </a:rPr>
              <a:t>pr-()w,(la. </a:t>
            </a:r>
            <a:r>
              <a:rPr b="0" i="0" lang="en-US" sz="799" u="none" cap="none" strike="noStrike">
                <a:solidFill>
                  <a:srgbClr val="858485"/>
                </a:solidFill>
                <a:latin typeface="Times New Roman"/>
                <a:ea typeface="Times New Roman"/>
                <a:cs typeface="Times New Roman"/>
                <a:sym typeface="Times New Roman"/>
              </a:rPr>
              <a:t>"'-'"�·</a:t>
            </a:r>
            <a:r>
              <a:rPr b="0" i="0" lang="en-US" sz="1665" u="none" cap="none" strike="noStrike">
                <a:solidFill>
                  <a:srgbClr val="858485"/>
                </a:solidFill>
                <a:latin typeface="Trebuchet MS"/>
                <a:ea typeface="Trebuchet MS"/>
                <a:cs typeface="Trebuchet MS"/>
                <a:sym typeface="Trebuchet MS"/>
              </a:rPr>
              <a:t>*�</a:t>
            </a:r>
            <a:r>
              <a:rPr b="1" i="0" lang="en-US" sz="1065" u="none" cap="none" strike="noStrike">
                <a:solidFill>
                  <a:srgbClr val="858485"/>
                </a:solidFill>
                <a:latin typeface="Times New Roman"/>
                <a:ea typeface="Times New Roman"/>
                <a:cs typeface="Times New Roman"/>
                <a:sym typeface="Times New Roman"/>
              </a:rPr>
              <a:t>!8"--�!J!d.���IIQI��"'"'' </a:t>
            </a:r>
            <a:r>
              <a:rPr b="1" i="0" lang="en-US" sz="799" u="none" cap="none" strike="noStrike">
                <a:solidFill>
                  <a:srgbClr val="858485"/>
                </a:solidFill>
                <a:latin typeface="Arial"/>
                <a:ea typeface="Arial"/>
                <a:cs typeface="Arial"/>
                <a:sym typeface="Arial"/>
              </a:rPr>
              <a:t>•�11"11</a:t>
            </a:r>
            <a:endParaRPr b="0" i="0" sz="799"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grpSp>
        <p:nvGrpSpPr>
          <p:cNvPr id="148" name="Google Shape;148;p6"/>
          <p:cNvGrpSpPr/>
          <p:nvPr/>
        </p:nvGrpSpPr>
        <p:grpSpPr>
          <a:xfrm>
            <a:off x="1773484" y="5281214"/>
            <a:ext cx="10378308" cy="3516044"/>
            <a:chOff x="4179313" y="2193440"/>
            <a:chExt cx="5155565" cy="1750695"/>
          </a:xfrm>
        </p:grpSpPr>
        <p:pic>
          <p:nvPicPr>
            <p:cNvPr id="149" name="Google Shape;149;p6"/>
            <p:cNvPicPr preferRelativeResize="0"/>
            <p:nvPr/>
          </p:nvPicPr>
          <p:blipFill rotWithShape="1">
            <a:blip r:embed="rId3">
              <a:alphaModFix/>
            </a:blip>
            <a:srcRect b="0" l="0" r="0" t="0"/>
            <a:stretch/>
          </p:blipFill>
          <p:spPr>
            <a:xfrm>
              <a:off x="8886063" y="2249458"/>
              <a:ext cx="403906" cy="95368"/>
            </a:xfrm>
            <a:prstGeom prst="rect">
              <a:avLst/>
            </a:prstGeom>
            <a:noFill/>
            <a:ln>
              <a:noFill/>
            </a:ln>
          </p:spPr>
        </p:pic>
        <p:pic>
          <p:nvPicPr>
            <p:cNvPr id="150" name="Google Shape;150;p6"/>
            <p:cNvPicPr preferRelativeResize="0"/>
            <p:nvPr/>
          </p:nvPicPr>
          <p:blipFill rotWithShape="1">
            <a:blip r:embed="rId4">
              <a:alphaModFix/>
            </a:blip>
            <a:srcRect b="0" l="0" r="0" t="0"/>
            <a:stretch/>
          </p:blipFill>
          <p:spPr>
            <a:xfrm>
              <a:off x="5531358" y="2462635"/>
              <a:ext cx="611470" cy="762935"/>
            </a:xfrm>
            <a:prstGeom prst="rect">
              <a:avLst/>
            </a:prstGeom>
            <a:noFill/>
            <a:ln>
              <a:noFill/>
            </a:ln>
          </p:spPr>
        </p:pic>
        <p:pic>
          <p:nvPicPr>
            <p:cNvPr id="151" name="Google Shape;151;p6"/>
            <p:cNvPicPr preferRelativeResize="0"/>
            <p:nvPr/>
          </p:nvPicPr>
          <p:blipFill rotWithShape="1">
            <a:blip r:embed="rId5">
              <a:alphaModFix/>
            </a:blip>
            <a:srcRect b="0" l="0" r="0" t="0"/>
            <a:stretch/>
          </p:blipFill>
          <p:spPr>
            <a:xfrm>
              <a:off x="6333490" y="2440252"/>
              <a:ext cx="819034" cy="1391235"/>
            </a:xfrm>
            <a:prstGeom prst="rect">
              <a:avLst/>
            </a:prstGeom>
            <a:noFill/>
            <a:ln>
              <a:noFill/>
            </a:ln>
          </p:spPr>
        </p:pic>
        <p:pic>
          <p:nvPicPr>
            <p:cNvPr id="152" name="Google Shape;152;p6"/>
            <p:cNvPicPr preferRelativeResize="0"/>
            <p:nvPr/>
          </p:nvPicPr>
          <p:blipFill rotWithShape="1">
            <a:blip r:embed="rId6">
              <a:alphaModFix/>
            </a:blip>
            <a:srcRect b="0" l="0" r="0" t="0"/>
            <a:stretch/>
          </p:blipFill>
          <p:spPr>
            <a:xfrm>
              <a:off x="7399401" y="2558033"/>
              <a:ext cx="476835" cy="398297"/>
            </a:xfrm>
            <a:prstGeom prst="rect">
              <a:avLst/>
            </a:prstGeom>
            <a:noFill/>
            <a:ln>
              <a:noFill/>
            </a:ln>
          </p:spPr>
        </p:pic>
        <p:pic>
          <p:nvPicPr>
            <p:cNvPr id="153" name="Google Shape;153;p6"/>
            <p:cNvPicPr preferRelativeResize="0"/>
            <p:nvPr/>
          </p:nvPicPr>
          <p:blipFill rotWithShape="1">
            <a:blip r:embed="rId7">
              <a:alphaModFix/>
            </a:blip>
            <a:srcRect b="0" l="0" r="0" t="0"/>
            <a:stretch/>
          </p:blipFill>
          <p:spPr>
            <a:xfrm>
              <a:off x="8201659" y="2535549"/>
              <a:ext cx="723666" cy="628299"/>
            </a:xfrm>
            <a:prstGeom prst="rect">
              <a:avLst/>
            </a:prstGeom>
            <a:noFill/>
            <a:ln>
              <a:noFill/>
            </a:ln>
          </p:spPr>
        </p:pic>
        <p:sp>
          <p:nvSpPr>
            <p:cNvPr id="154" name="Google Shape;154;p6"/>
            <p:cNvSpPr/>
            <p:nvPr/>
          </p:nvSpPr>
          <p:spPr>
            <a:xfrm>
              <a:off x="4187728" y="2193440"/>
              <a:ext cx="0" cy="1750695"/>
            </a:xfrm>
            <a:custGeom>
              <a:rect b="b" l="l" r="r" t="t"/>
              <a:pathLst>
                <a:path extrusionOk="0" h="1750695" w="120000">
                  <a:moveTo>
                    <a:pt x="0" y="1750263"/>
                  </a:moveTo>
                  <a:lnTo>
                    <a:pt x="0" y="0"/>
                  </a:lnTo>
                </a:path>
              </a:pathLst>
            </a:custGeom>
            <a:noFill/>
            <a:ln cap="flat" cmpd="sng" w="16825">
              <a:solidFill>
                <a:srgbClr val="B8BBB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5" name="Google Shape;155;p6"/>
            <p:cNvSpPr/>
            <p:nvPr/>
          </p:nvSpPr>
          <p:spPr>
            <a:xfrm>
              <a:off x="4179313" y="2201855"/>
              <a:ext cx="5155565" cy="0"/>
            </a:xfrm>
            <a:custGeom>
              <a:rect b="b" l="l" r="r" t="t"/>
              <a:pathLst>
                <a:path extrusionOk="0" h="120000" w="5155565">
                  <a:moveTo>
                    <a:pt x="0" y="0"/>
                  </a:moveTo>
                  <a:lnTo>
                    <a:pt x="5155425" y="0"/>
                  </a:lnTo>
                </a:path>
              </a:pathLst>
            </a:custGeom>
            <a:noFill/>
            <a:ln cap="flat" cmpd="sng" w="16825">
              <a:solidFill>
                <a:srgbClr val="C0C0C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 name="Google Shape;156;p6"/>
            <p:cNvSpPr/>
            <p:nvPr/>
          </p:nvSpPr>
          <p:spPr>
            <a:xfrm>
              <a:off x="4628098" y="3211622"/>
              <a:ext cx="466090" cy="0"/>
            </a:xfrm>
            <a:custGeom>
              <a:rect b="b" l="l" r="r" t="t"/>
              <a:pathLst>
                <a:path extrusionOk="0" h="120000" w="466089">
                  <a:moveTo>
                    <a:pt x="0" y="0"/>
                  </a:moveTo>
                  <a:lnTo>
                    <a:pt x="465620" y="0"/>
                  </a:lnTo>
                </a:path>
              </a:pathLst>
            </a:custGeom>
            <a:noFill/>
            <a:ln cap="flat" cmpd="sng" w="28050">
              <a:solidFill>
                <a:srgbClr val="23282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 name="Google Shape;157;p6"/>
            <p:cNvSpPr/>
            <p:nvPr/>
          </p:nvSpPr>
          <p:spPr>
            <a:xfrm>
              <a:off x="7421787" y="3206013"/>
              <a:ext cx="460375" cy="0"/>
            </a:xfrm>
            <a:custGeom>
              <a:rect b="b" l="l" r="r" t="t"/>
              <a:pathLst>
                <a:path extrusionOk="0" h="120000" w="460375">
                  <a:moveTo>
                    <a:pt x="0" y="0"/>
                  </a:moveTo>
                  <a:lnTo>
                    <a:pt x="460006" y="0"/>
                  </a:lnTo>
                </a:path>
              </a:pathLst>
            </a:custGeom>
            <a:noFill/>
            <a:ln cap="flat" cmpd="sng" w="28050">
              <a:solidFill>
                <a:srgbClr val="17171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8" name="Google Shape;158;p6"/>
          <p:cNvSpPr txBox="1"/>
          <p:nvPr/>
        </p:nvSpPr>
        <p:spPr>
          <a:xfrm>
            <a:off x="715179" y="2323142"/>
            <a:ext cx="6040721" cy="1871160"/>
          </a:xfrm>
          <a:prstGeom prst="rect">
            <a:avLst/>
          </a:prstGeom>
          <a:noFill/>
          <a:ln>
            <a:noFill/>
          </a:ln>
        </p:spPr>
        <p:txBody>
          <a:bodyPr anchorCtr="0" anchor="t" bIns="0" lIns="0" spcFirstLastPara="1" rIns="0" wrap="square" tIns="10975">
            <a:spAutoFit/>
          </a:bodyPr>
          <a:lstStyle/>
          <a:p>
            <a:pPr indent="-328924" lvl="0" marL="344990" marR="6765" rtl="0" algn="l">
              <a:lnSpc>
                <a:spcPct val="102099"/>
              </a:lnSpc>
              <a:spcBef>
                <a:spcPts val="0"/>
              </a:spcBef>
              <a:spcAft>
                <a:spcPts val="0"/>
              </a:spcAft>
              <a:buClr>
                <a:srgbClr val="000000"/>
              </a:buClr>
              <a:buSzPts val="2400"/>
              <a:buFont typeface="Arial"/>
              <a:buNone/>
            </a:pPr>
            <a:r>
              <a:rPr b="0" i="0" lang="en-US" sz="2400" u="none" cap="none" strike="noStrike">
                <a:solidFill>
                  <a:srgbClr val="2B71A1"/>
                </a:solidFill>
                <a:latin typeface="Arial"/>
                <a:ea typeface="Arial"/>
                <a:cs typeface="Arial"/>
                <a:sym typeface="Arial"/>
              </a:rPr>
              <a:t>3</a:t>
            </a:r>
            <a:r>
              <a:rPr b="0" i="0" lang="en-US" sz="2400" u="none" cap="none" strike="noStrike">
                <a:solidFill>
                  <a:srgbClr val="205782"/>
                </a:solidFill>
                <a:latin typeface="Arial"/>
                <a:ea typeface="Arial"/>
                <a:cs typeface="Arial"/>
                <a:sym typeface="Arial"/>
              </a:rPr>
              <a:t>. </a:t>
            </a:r>
            <a:r>
              <a:rPr b="0" i="0" lang="en-US" sz="2400" u="none" cap="none" strike="noStrike">
                <a:solidFill>
                  <a:srgbClr val="2B71A1"/>
                </a:solidFill>
                <a:latin typeface="Arial"/>
                <a:ea typeface="Arial"/>
                <a:cs typeface="Arial"/>
                <a:sym typeface="Arial"/>
              </a:rPr>
              <a:t>Co</a:t>
            </a:r>
            <a:r>
              <a:rPr b="0" i="0" lang="en-US" sz="2400" u="none" cap="none" strike="noStrike">
                <a:solidFill>
                  <a:srgbClr val="135F93"/>
                </a:solidFill>
                <a:latin typeface="Arial"/>
                <a:ea typeface="Arial"/>
                <a:cs typeface="Arial"/>
                <a:sym typeface="Arial"/>
              </a:rPr>
              <a:t>l</a:t>
            </a:r>
            <a:r>
              <a:rPr b="0" i="0" lang="en-US" sz="2400" u="none" cap="none" strike="noStrike">
                <a:solidFill>
                  <a:srgbClr val="205782"/>
                </a:solidFill>
                <a:latin typeface="Arial"/>
                <a:ea typeface="Arial"/>
                <a:cs typeface="Arial"/>
                <a:sym typeface="Arial"/>
              </a:rPr>
              <a:t>l</a:t>
            </a:r>
            <a:r>
              <a:rPr b="0" i="0" lang="en-US" sz="2400" u="none" cap="none" strike="noStrike">
                <a:solidFill>
                  <a:srgbClr val="2B71A1"/>
                </a:solidFill>
                <a:latin typeface="Arial"/>
                <a:ea typeface="Arial"/>
                <a:cs typeface="Arial"/>
                <a:sym typeface="Arial"/>
              </a:rPr>
              <a:t>aborat</a:t>
            </a:r>
            <a:r>
              <a:rPr b="0" i="0" lang="en-US" sz="2400" u="none" cap="none" strike="noStrike">
                <a:solidFill>
                  <a:srgbClr val="3485C1"/>
                </a:solidFill>
                <a:latin typeface="Arial"/>
                <a:ea typeface="Arial"/>
                <a:cs typeface="Arial"/>
                <a:sym typeface="Arial"/>
              </a:rPr>
              <a:t>i</a:t>
            </a:r>
            <a:r>
              <a:rPr b="0" i="0" lang="en-US" sz="2400" u="none" cap="none" strike="noStrike">
                <a:solidFill>
                  <a:srgbClr val="2B71A1"/>
                </a:solidFill>
                <a:latin typeface="Arial"/>
                <a:ea typeface="Arial"/>
                <a:cs typeface="Arial"/>
                <a:sym typeface="Arial"/>
              </a:rPr>
              <a:t>ve F</a:t>
            </a:r>
            <a:r>
              <a:rPr b="0" i="0" lang="en-US" sz="2400" u="none" cap="none" strike="noStrike">
                <a:solidFill>
                  <a:srgbClr val="457695"/>
                </a:solidFill>
                <a:latin typeface="Arial"/>
                <a:ea typeface="Arial"/>
                <a:cs typeface="Arial"/>
                <a:sym typeface="Arial"/>
              </a:rPr>
              <a:t>il</a:t>
            </a:r>
            <a:r>
              <a:rPr b="0" i="0" lang="en-US" sz="2400" u="none" cap="none" strike="noStrike">
                <a:solidFill>
                  <a:srgbClr val="2B71A1"/>
                </a:solidFill>
                <a:latin typeface="Arial"/>
                <a:ea typeface="Arial"/>
                <a:cs typeface="Arial"/>
                <a:sym typeface="Arial"/>
              </a:rPr>
              <a:t>te</a:t>
            </a:r>
            <a:r>
              <a:rPr b="0" i="0" lang="en-US" sz="2400" u="none" cap="none" strike="noStrike">
                <a:solidFill>
                  <a:srgbClr val="3485C1"/>
                </a:solidFill>
                <a:latin typeface="Arial"/>
                <a:ea typeface="Arial"/>
                <a:cs typeface="Arial"/>
                <a:sym typeface="Arial"/>
              </a:rPr>
              <a:t>ri</a:t>
            </a:r>
            <a:r>
              <a:rPr b="0" i="0" lang="en-US" sz="2400" u="none" cap="none" strike="noStrike">
                <a:solidFill>
                  <a:srgbClr val="2B71A1"/>
                </a:solidFill>
                <a:latin typeface="Arial"/>
                <a:ea typeface="Arial"/>
                <a:cs typeface="Arial"/>
                <a:sym typeface="Arial"/>
              </a:rPr>
              <a:t>ng</a:t>
            </a:r>
            <a:r>
              <a:rPr b="0" i="0" lang="en-US" sz="2400" u="none" cap="none" strike="noStrike">
                <a:solidFill>
                  <a:srgbClr val="457695"/>
                </a:solidFill>
                <a:latin typeface="Arial"/>
                <a:ea typeface="Arial"/>
                <a:cs typeface="Arial"/>
                <a:sym typeface="Arial"/>
              </a:rPr>
              <a:t>: </a:t>
            </a:r>
            <a:r>
              <a:rPr b="0" i="0" lang="en-US" sz="2400" u="none" cap="none" strike="noStrike">
                <a:solidFill>
                  <a:srgbClr val="1C2020"/>
                </a:solidFill>
                <a:latin typeface="Arial"/>
                <a:ea typeface="Arial"/>
                <a:cs typeface="Arial"/>
                <a:sym typeface="Arial"/>
              </a:rPr>
              <a:t>Collaborative filtering algorithms recommend items (this is the filtering part) based on preference  information  from  many  users  (this  is  the collaborative part)</a:t>
            </a:r>
            <a:endParaRPr b="0" i="0" sz="2400" u="none" cap="none" strike="noStrike">
              <a:solidFill>
                <a:srgbClr val="000000"/>
              </a:solidFill>
              <a:latin typeface="Arial"/>
              <a:ea typeface="Arial"/>
              <a:cs typeface="Arial"/>
              <a:sym typeface="Arial"/>
            </a:endParaRPr>
          </a:p>
        </p:txBody>
      </p:sp>
      <p:sp>
        <p:nvSpPr>
          <p:cNvPr id="159" name="Google Shape;159;p6"/>
          <p:cNvSpPr txBox="1"/>
          <p:nvPr/>
        </p:nvSpPr>
        <p:spPr>
          <a:xfrm>
            <a:off x="5837446" y="5311646"/>
            <a:ext cx="2768381" cy="150318"/>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866"/>
              <a:buFont typeface="Arial"/>
              <a:buNone/>
            </a:pPr>
            <a:r>
              <a:rPr b="1" i="0" lang="en-US" sz="866" u="none" cap="none" strike="noStrike">
                <a:solidFill>
                  <a:srgbClr val="A46F46"/>
                </a:solidFill>
                <a:latin typeface="Merriweather Sans"/>
                <a:ea typeface="Merriweather Sans"/>
                <a:cs typeface="Merriweather Sans"/>
                <a:sym typeface="Merriweather Sans"/>
              </a:rPr>
              <a:t>Cuttomer• Who 8ot.19ht Tfll• Item AIM aought</a:t>
            </a:r>
            <a:endParaRPr b="0" i="0" sz="866" u="none" cap="none" strike="noStrike">
              <a:solidFill>
                <a:srgbClr val="000000"/>
              </a:solidFill>
              <a:latin typeface="Merriweather Sans"/>
              <a:ea typeface="Merriweather Sans"/>
              <a:cs typeface="Merriweather Sans"/>
              <a:sym typeface="Merriweather Sans"/>
            </a:endParaRPr>
          </a:p>
        </p:txBody>
      </p:sp>
      <p:sp>
        <p:nvSpPr>
          <p:cNvPr id="160" name="Google Shape;160;p6"/>
          <p:cNvSpPr txBox="1"/>
          <p:nvPr/>
        </p:nvSpPr>
        <p:spPr>
          <a:xfrm>
            <a:off x="6011464" y="5547199"/>
            <a:ext cx="1012988" cy="293195"/>
          </a:xfrm>
          <a:prstGeom prst="rect">
            <a:avLst/>
          </a:prstGeom>
          <a:noFill/>
          <a:ln>
            <a:noFill/>
          </a:ln>
        </p:spPr>
        <p:txBody>
          <a:bodyPr anchorCtr="0" anchor="t" bIns="0" lIns="0" spcFirstLastPara="1" rIns="0" wrap="square" tIns="36350">
            <a:spAutoFit/>
          </a:bodyPr>
          <a:lstStyle/>
          <a:p>
            <a:pPr indent="14374" lvl="0" marL="16911" marR="6765" rtl="0" algn="l">
              <a:lnSpc>
                <a:spcPct val="104291"/>
              </a:lnSpc>
              <a:spcBef>
                <a:spcPts val="0"/>
              </a:spcBef>
              <a:spcAft>
                <a:spcPts val="0"/>
              </a:spcAft>
              <a:buClr>
                <a:srgbClr val="000000"/>
              </a:buClr>
              <a:buSzPts val="932"/>
              <a:buFont typeface="Arial"/>
              <a:buNone/>
            </a:pPr>
            <a:r>
              <a:rPr b="1" i="0" lang="en-US" sz="932" u="none" cap="none" strike="noStrike">
                <a:solidFill>
                  <a:srgbClr val="C19F86"/>
                </a:solidFill>
                <a:latin typeface="Arial"/>
                <a:ea typeface="Arial"/>
                <a:cs typeface="Arial"/>
                <a:sym typeface="Arial"/>
              </a:rPr>
              <a:t>�E.le'IIM </a:t>
            </a:r>
            <a:r>
              <a:rPr b="1" i="0" lang="en-US" sz="932" u="none" cap="none" strike="noStrike">
                <a:solidFill>
                  <a:srgbClr val="AB9784"/>
                </a:solidFill>
                <a:latin typeface="Arial"/>
                <a:ea typeface="Arial"/>
                <a:cs typeface="Arial"/>
                <a:sym typeface="Arial"/>
              </a:rPr>
              <a:t>1</a:t>
            </a:r>
            <a:r>
              <a:rPr b="1" i="0" lang="en-US" sz="932" u="none" cap="none" strike="noStrike">
                <a:solidFill>
                  <a:srgbClr val="C19F86"/>
                </a:solidFill>
                <a:latin typeface="Arial"/>
                <a:ea typeface="Arial"/>
                <a:cs typeface="Arial"/>
                <a:sym typeface="Arial"/>
              </a:rPr>
              <a:t>«il U!":$-wl��</a:t>
            </a:r>
            <a:endParaRPr b="0" i="0" sz="932" u="none" cap="none" strike="noStrike">
              <a:solidFill>
                <a:srgbClr val="000000"/>
              </a:solidFill>
              <a:latin typeface="Arial"/>
              <a:ea typeface="Arial"/>
              <a:cs typeface="Arial"/>
              <a:sym typeface="Arial"/>
            </a:endParaRPr>
          </a:p>
        </p:txBody>
      </p:sp>
      <p:sp>
        <p:nvSpPr>
          <p:cNvPr id="161" name="Google Shape;161;p6"/>
          <p:cNvSpPr txBox="1"/>
          <p:nvPr/>
        </p:nvSpPr>
        <p:spPr>
          <a:xfrm>
            <a:off x="6018906" y="5792920"/>
            <a:ext cx="1030745"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C19F86"/>
                </a:solidFill>
                <a:latin typeface="Arial"/>
                <a:ea typeface="Arial"/>
                <a:cs typeface="Arial"/>
                <a:sym typeface="Arial"/>
              </a:rPr>
              <a:t>Cr4.l&amp;</a:t>
            </a:r>
            <a:r>
              <a:rPr b="1" i="0" lang="en-US" sz="932" u="none" cap="none" strike="noStrike">
                <a:solidFill>
                  <a:srgbClr val="A6857C"/>
                </a:solidFill>
                <a:latin typeface="Arial"/>
                <a:ea typeface="Arial"/>
                <a:cs typeface="Arial"/>
                <a:sym typeface="Arial"/>
              </a:rPr>
              <a:t>T</a:t>
            </a:r>
            <a:r>
              <a:rPr b="1" i="0" lang="en-US" sz="932" u="none" cap="none" strike="noStrike">
                <a:solidFill>
                  <a:srgbClr val="C19F86"/>
                </a:solidFill>
                <a:latin typeface="Arial"/>
                <a:ea typeface="Arial"/>
                <a:cs typeface="Arial"/>
                <a:sym typeface="Arial"/>
              </a:rPr>
              <a:t>9t:'YlfL�</a:t>
            </a:r>
            <a:endParaRPr b="0" i="0" sz="932" u="none" cap="none" strike="noStrike">
              <a:solidFill>
                <a:srgbClr val="000000"/>
              </a:solidFill>
              <a:latin typeface="Arial"/>
              <a:ea typeface="Arial"/>
              <a:cs typeface="Arial"/>
              <a:sym typeface="Arial"/>
            </a:endParaRPr>
          </a:p>
        </p:txBody>
      </p:sp>
      <p:sp>
        <p:nvSpPr>
          <p:cNvPr id="162" name="Google Shape;162;p6"/>
          <p:cNvSpPr txBox="1"/>
          <p:nvPr/>
        </p:nvSpPr>
        <p:spPr>
          <a:xfrm>
            <a:off x="6011465" y="5909439"/>
            <a:ext cx="855712"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C19F86"/>
                </a:solidFill>
                <a:latin typeface="Arial"/>
                <a:ea typeface="Arial"/>
                <a:cs typeface="Arial"/>
                <a:sym typeface="Arial"/>
              </a:rPr>
              <a:t>IOG�.C1IO-¢-'f</a:t>
            </a:r>
            <a:endParaRPr b="0" i="0" sz="932" u="none" cap="none" strike="noStrike">
              <a:solidFill>
                <a:srgbClr val="000000"/>
              </a:solidFill>
              <a:latin typeface="Arial"/>
              <a:ea typeface="Arial"/>
              <a:cs typeface="Arial"/>
              <a:sym typeface="Arial"/>
            </a:endParaRPr>
          </a:p>
        </p:txBody>
      </p:sp>
      <p:sp>
        <p:nvSpPr>
          <p:cNvPr id="163" name="Google Shape;163;p6"/>
          <p:cNvSpPr txBox="1"/>
          <p:nvPr/>
        </p:nvSpPr>
        <p:spPr>
          <a:xfrm>
            <a:off x="6018906" y="5867668"/>
            <a:ext cx="788913" cy="365505"/>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2264"/>
              <a:buFont typeface="Arial"/>
              <a:buNone/>
            </a:pPr>
            <a:r>
              <a:rPr b="0" i="0" lang="en-US" sz="2264" u="none" cap="none" strike="noStrike">
                <a:solidFill>
                  <a:srgbClr val="CCA933"/>
                </a:solidFill>
                <a:latin typeface="Times New Roman"/>
                <a:ea typeface="Times New Roman"/>
                <a:cs typeface="Times New Roman"/>
                <a:sym typeface="Times New Roman"/>
              </a:rPr>
              <a:t>......</a:t>
            </a:r>
            <a:r>
              <a:rPr b="0" i="0" lang="en-US" sz="2264" u="none" cap="none" strike="noStrike">
                <a:solidFill>
                  <a:srgbClr val="CCC4A3"/>
                </a:solidFill>
                <a:latin typeface="Times New Roman"/>
                <a:ea typeface="Times New Roman"/>
                <a:cs typeface="Times New Roman"/>
                <a:sym typeface="Times New Roman"/>
              </a:rPr>
              <a:t>. </a:t>
            </a:r>
            <a:r>
              <a:rPr b="0" i="0" lang="en-US" sz="2264" u="none" cap="none" strike="noStrike">
                <a:solidFill>
                  <a:srgbClr val="8095B1"/>
                </a:solidFill>
                <a:latin typeface="Times New Roman"/>
                <a:ea typeface="Times New Roman"/>
                <a:cs typeface="Times New Roman"/>
                <a:sym typeface="Times New Roman"/>
              </a:rPr>
              <a:t>,.,..</a:t>
            </a:r>
            <a:endParaRPr b="0" i="0" sz="2264" u="none" cap="none" strike="noStrike">
              <a:solidFill>
                <a:srgbClr val="000000"/>
              </a:solidFill>
              <a:latin typeface="Times New Roman"/>
              <a:ea typeface="Times New Roman"/>
              <a:cs typeface="Times New Roman"/>
              <a:sym typeface="Times New Roman"/>
            </a:endParaRPr>
          </a:p>
        </p:txBody>
      </p:sp>
      <p:sp>
        <p:nvSpPr>
          <p:cNvPr id="164" name="Google Shape;164;p6"/>
          <p:cNvSpPr txBox="1"/>
          <p:nvPr/>
        </p:nvSpPr>
        <p:spPr>
          <a:xfrm>
            <a:off x="6018906" y="6164631"/>
            <a:ext cx="639246"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B685C"/>
                </a:solidFill>
                <a:latin typeface="Arial"/>
                <a:ea typeface="Arial"/>
                <a:cs typeface="Arial"/>
                <a:sym typeface="Arial"/>
              </a:rPr>
              <a:t>s</a:t>
            </a:r>
            <a:r>
              <a:rPr b="1" i="0" lang="en-US" sz="932" u="none" cap="none" strike="noStrike">
                <a:solidFill>
                  <a:srgbClr val="A6857C"/>
                </a:solidFill>
                <a:latin typeface="Arial"/>
                <a:ea typeface="Arial"/>
                <a:cs typeface="Arial"/>
                <a:sym typeface="Arial"/>
              </a:rPr>
              <a:t>w•</a:t>
            </a:r>
            <a:r>
              <a:rPr b="1" i="0" lang="en-US" sz="932" u="none" cap="none" strike="noStrike">
                <a:solidFill>
                  <a:srgbClr val="8AABAB"/>
                </a:solidFill>
                <a:latin typeface="Arial"/>
                <a:ea typeface="Arial"/>
                <a:cs typeface="Arial"/>
                <a:sym typeface="Arial"/>
              </a:rPr>
              <a:t>.,,,,,,_</a:t>
            </a:r>
            <a:endParaRPr b="0" i="0" sz="932" u="none" cap="none" strike="noStrike">
              <a:solidFill>
                <a:srgbClr val="000000"/>
              </a:solidFill>
              <a:latin typeface="Arial"/>
              <a:ea typeface="Arial"/>
              <a:cs typeface="Arial"/>
              <a:sym typeface="Arial"/>
            </a:endParaRPr>
          </a:p>
        </p:txBody>
      </p:sp>
      <p:sp>
        <p:nvSpPr>
          <p:cNvPr id="165" name="Google Shape;165;p6"/>
          <p:cNvSpPr txBox="1"/>
          <p:nvPr/>
        </p:nvSpPr>
        <p:spPr>
          <a:xfrm>
            <a:off x="7225696" y="5655938"/>
            <a:ext cx="941960"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195B3"/>
                </a:solidFill>
                <a:latin typeface="Arial"/>
                <a:ea typeface="Arial"/>
                <a:cs typeface="Arial"/>
                <a:sym typeface="Arial"/>
              </a:rPr>
              <a:t>C-C..,O,OSlA</a:t>
            </a:r>
            <a:endParaRPr b="0" i="0" sz="932" u="none" cap="none" strike="noStrike">
              <a:solidFill>
                <a:srgbClr val="000000"/>
              </a:solidFill>
              <a:latin typeface="Arial"/>
              <a:ea typeface="Arial"/>
              <a:cs typeface="Arial"/>
              <a:sym typeface="Arial"/>
            </a:endParaRPr>
          </a:p>
        </p:txBody>
      </p:sp>
      <p:sp>
        <p:nvSpPr>
          <p:cNvPr id="166" name="Google Shape;166;p6"/>
          <p:cNvSpPr txBox="1"/>
          <p:nvPr/>
        </p:nvSpPr>
        <p:spPr>
          <a:xfrm>
            <a:off x="7221637" y="4886643"/>
            <a:ext cx="400798" cy="1246644"/>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990"/>
              <a:buFont typeface="Arial"/>
              <a:buNone/>
            </a:pPr>
            <a:r>
              <a:rPr b="0" i="0" lang="en-US" sz="7990" u="none" cap="none" strike="noStrike">
                <a:solidFill>
                  <a:srgbClr val="859AB9"/>
                </a:solidFill>
                <a:latin typeface="Times New Roman"/>
                <a:ea typeface="Times New Roman"/>
                <a:cs typeface="Times New Roman"/>
                <a:sym typeface="Times New Roman"/>
              </a:rPr>
              <a:t>-</a:t>
            </a:r>
            <a:endParaRPr b="0" i="0" sz="7990" u="none" cap="none" strike="noStrike">
              <a:solidFill>
                <a:srgbClr val="000000"/>
              </a:solidFill>
              <a:latin typeface="Times New Roman"/>
              <a:ea typeface="Times New Roman"/>
              <a:cs typeface="Times New Roman"/>
              <a:sym typeface="Times New Roman"/>
            </a:endParaRPr>
          </a:p>
        </p:txBody>
      </p:sp>
      <p:sp>
        <p:nvSpPr>
          <p:cNvPr id="167" name="Google Shape;167;p6"/>
          <p:cNvSpPr txBox="1"/>
          <p:nvPr/>
        </p:nvSpPr>
        <p:spPr>
          <a:xfrm>
            <a:off x="7233307" y="5182760"/>
            <a:ext cx="725495" cy="1041652"/>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6658"/>
              <a:buFont typeface="Arial"/>
              <a:buNone/>
            </a:pPr>
            <a:r>
              <a:rPr b="0" i="0" lang="en-US" sz="6658" u="none" cap="none" strike="noStrike">
                <a:solidFill>
                  <a:srgbClr val="D3A828"/>
                </a:solidFill>
                <a:latin typeface="Times New Roman"/>
                <a:ea typeface="Times New Roman"/>
                <a:cs typeface="Times New Roman"/>
                <a:sym typeface="Times New Roman"/>
              </a:rPr>
              <a:t>.... </a:t>
            </a:r>
            <a:r>
              <a:rPr b="0" i="0" lang="en-US" sz="6658" u="none" cap="none" strike="noStrike">
                <a:solidFill>
                  <a:srgbClr val="859AB9"/>
                </a:solidFill>
                <a:latin typeface="Times New Roman"/>
                <a:ea typeface="Times New Roman"/>
                <a:cs typeface="Times New Roman"/>
                <a:sym typeface="Times New Roman"/>
              </a:rPr>
              <a:t>.</a:t>
            </a:r>
            <a:r>
              <a:rPr b="0" i="0" lang="en-US" sz="1731" u="none" cap="none" strike="noStrike">
                <a:solidFill>
                  <a:srgbClr val="808B93"/>
                </a:solidFill>
                <a:latin typeface="Times New Roman"/>
                <a:ea typeface="Times New Roman"/>
                <a:cs typeface="Times New Roman"/>
                <a:sym typeface="Times New Roman"/>
              </a:rPr>
              <a:t>,</a:t>
            </a:r>
            <a:r>
              <a:rPr b="0" i="0" lang="en-US" sz="1731" u="none" cap="none" strike="noStrike">
                <a:solidFill>
                  <a:srgbClr val="859AB9"/>
                </a:solidFill>
                <a:latin typeface="Times New Roman"/>
                <a:ea typeface="Times New Roman"/>
                <a:cs typeface="Times New Roman"/>
                <a:sym typeface="Times New Roman"/>
              </a:rPr>
              <a:t>.</a:t>
            </a:r>
            <a:endParaRPr b="0" i="0" sz="1731" u="none" cap="none" strike="noStrike">
              <a:solidFill>
                <a:srgbClr val="000000"/>
              </a:solidFill>
              <a:latin typeface="Times New Roman"/>
              <a:ea typeface="Times New Roman"/>
              <a:cs typeface="Times New Roman"/>
              <a:sym typeface="Times New Roman"/>
            </a:endParaRPr>
          </a:p>
        </p:txBody>
      </p:sp>
      <p:sp>
        <p:nvSpPr>
          <p:cNvPr id="168" name="Google Shape;168;p6"/>
          <p:cNvSpPr txBox="1"/>
          <p:nvPr/>
        </p:nvSpPr>
        <p:spPr>
          <a:xfrm>
            <a:off x="7229079" y="6036950"/>
            <a:ext cx="632483"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976F6B"/>
                </a:solidFill>
                <a:latin typeface="Arial"/>
                <a:ea typeface="Arial"/>
                <a:cs typeface="Arial"/>
                <a:sym typeface="Arial"/>
              </a:rPr>
              <a:t>S</a:t>
            </a:r>
            <a:r>
              <a:rPr b="1" i="0" lang="en-US" sz="932" u="none" cap="none" strike="noStrike">
                <a:solidFill>
                  <a:srgbClr val="A38479"/>
                </a:solidFill>
                <a:latin typeface="Arial"/>
                <a:ea typeface="Arial"/>
                <a:cs typeface="Arial"/>
                <a:sym typeface="Arial"/>
              </a:rPr>
              <a:t>2:U</a:t>
            </a:r>
            <a:r>
              <a:rPr b="1" i="0" lang="en-US" sz="932" u="none" cap="none" strike="noStrike">
                <a:solidFill>
                  <a:srgbClr val="AB978B"/>
                </a:solidFill>
                <a:latin typeface="Arial"/>
                <a:ea typeface="Arial"/>
                <a:cs typeface="Arial"/>
                <a:sym typeface="Arial"/>
              </a:rPr>
              <a:t>I</a:t>
            </a:r>
            <a:r>
              <a:rPr b="1" i="0" lang="en-US" sz="932" u="none" cap="none" strike="noStrike">
                <a:solidFill>
                  <a:srgbClr val="86AEAE"/>
                </a:solidFill>
                <a:latin typeface="Arial"/>
                <a:ea typeface="Arial"/>
                <a:cs typeface="Arial"/>
                <a:sym typeface="Arial"/>
              </a:rPr>
              <a:t>...,_,_</a:t>
            </a:r>
            <a:endParaRPr b="0" i="0" sz="932" u="none" cap="none" strike="noStrike">
              <a:solidFill>
                <a:srgbClr val="000000"/>
              </a:solidFill>
              <a:latin typeface="Arial"/>
              <a:ea typeface="Arial"/>
              <a:cs typeface="Arial"/>
              <a:sym typeface="Arial"/>
            </a:endParaRPr>
          </a:p>
        </p:txBody>
      </p:sp>
      <p:sp>
        <p:nvSpPr>
          <p:cNvPr id="169" name="Google Shape;169;p6"/>
          <p:cNvSpPr txBox="1"/>
          <p:nvPr/>
        </p:nvSpPr>
        <p:spPr>
          <a:xfrm>
            <a:off x="9851010" y="5229773"/>
            <a:ext cx="662078" cy="242522"/>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1465"/>
              <a:buFont typeface="Arial"/>
              <a:buNone/>
            </a:pPr>
            <a:r>
              <a:rPr b="1" i="0" lang="en-US" sz="1465" u="none" cap="none" strike="noStrike">
                <a:solidFill>
                  <a:srgbClr val="B81E0B"/>
                </a:solidFill>
                <a:latin typeface="Arial"/>
                <a:ea typeface="Arial"/>
                <a:cs typeface="Arial"/>
                <a:sym typeface="Arial"/>
              </a:rPr>
              <a:t>1-</a:t>
            </a:r>
            <a:r>
              <a:rPr b="1" i="0" lang="en-US" sz="1465" u="none" cap="none" strike="noStrike">
                <a:solidFill>
                  <a:srgbClr val="9A241C"/>
                </a:solidFill>
                <a:latin typeface="Arial"/>
                <a:ea typeface="Arial"/>
                <a:cs typeface="Arial"/>
                <a:sym typeface="Arial"/>
              </a:rPr>
              <a:t>iifiitM</a:t>
            </a:r>
            <a:r>
              <a:rPr b="1" i="0" lang="en-US" sz="1465" u="none" cap="none" strike="noStrike">
                <a:solidFill>
                  <a:srgbClr val="B81E0B"/>
                </a:solidFill>
                <a:latin typeface="Arial"/>
                <a:ea typeface="Arial"/>
                <a:cs typeface="Arial"/>
                <a:sym typeface="Arial"/>
              </a:rPr>
              <a:t>I</a:t>
            </a:r>
            <a:endParaRPr b="0" i="0" sz="1465" u="none" cap="none" strike="noStrike">
              <a:solidFill>
                <a:srgbClr val="000000"/>
              </a:solidFill>
              <a:latin typeface="Arial"/>
              <a:ea typeface="Arial"/>
              <a:cs typeface="Arial"/>
              <a:sym typeface="Arial"/>
            </a:endParaRPr>
          </a:p>
        </p:txBody>
      </p:sp>
      <p:sp>
        <p:nvSpPr>
          <p:cNvPr id="170" name="Google Shape;170;p6"/>
          <p:cNvSpPr txBox="1"/>
          <p:nvPr/>
        </p:nvSpPr>
        <p:spPr>
          <a:xfrm>
            <a:off x="9641986" y="5655938"/>
            <a:ext cx="1005378"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194AF"/>
                </a:solidFill>
                <a:latin typeface="Arial"/>
                <a:ea typeface="Arial"/>
                <a:cs typeface="Arial"/>
                <a:sym typeface="Arial"/>
              </a:rPr>
              <a:t>�SOMC/,,Wf'Of'J</a:t>
            </a:r>
            <a:endParaRPr b="0" i="0" sz="932" u="none" cap="none" strike="noStrike">
              <a:solidFill>
                <a:srgbClr val="000000"/>
              </a:solidFill>
              <a:latin typeface="Arial"/>
              <a:ea typeface="Arial"/>
              <a:cs typeface="Arial"/>
              <a:sym typeface="Arial"/>
            </a:endParaRPr>
          </a:p>
        </p:txBody>
      </p:sp>
      <p:sp>
        <p:nvSpPr>
          <p:cNvPr id="171" name="Google Shape;171;p6"/>
          <p:cNvSpPr txBox="1"/>
          <p:nvPr/>
        </p:nvSpPr>
        <p:spPr>
          <a:xfrm>
            <a:off x="9641985" y="5783111"/>
            <a:ext cx="1080633"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79AAF"/>
                </a:solidFill>
                <a:latin typeface="Arial"/>
                <a:ea typeface="Arial"/>
                <a:cs typeface="Arial"/>
                <a:sym typeface="Arial"/>
              </a:rPr>
              <a:t>C.,,OUJ</a:t>
            </a:r>
            <a:r>
              <a:rPr b="1" i="0" lang="en-US" sz="932" u="none" cap="none" strike="noStrike">
                <a:solidFill>
                  <a:srgbClr val="848BA0"/>
                </a:solidFill>
                <a:latin typeface="Arial"/>
                <a:ea typeface="Arial"/>
                <a:cs typeface="Arial"/>
                <a:sym typeface="Arial"/>
              </a:rPr>
              <a:t>l</a:t>
            </a:r>
            <a:r>
              <a:rPr b="1" i="0" lang="en-US" sz="932" u="none" cap="none" strike="noStrike">
                <a:solidFill>
                  <a:srgbClr val="879AAF"/>
                </a:solidFill>
                <a:latin typeface="Arial"/>
                <a:ea typeface="Arial"/>
                <a:cs typeface="Arial"/>
                <a:sym typeface="Arial"/>
              </a:rPr>
              <a:t>o�--</a:t>
            </a:r>
            <a:r>
              <a:rPr b="1" i="0" lang="en-US" sz="932" u="none" cap="none" strike="noStrike">
                <a:solidFill>
                  <a:srgbClr val="A3ABAF"/>
                </a:solidFill>
                <a:latin typeface="Arial"/>
                <a:ea typeface="Arial"/>
                <a:cs typeface="Arial"/>
                <a:sym typeface="Arial"/>
              </a:rPr>
              <a:t>•</a:t>
            </a:r>
            <a:endParaRPr b="0" i="0" sz="932" u="none" cap="none" strike="noStrike">
              <a:solidFill>
                <a:srgbClr val="000000"/>
              </a:solidFill>
              <a:latin typeface="Arial"/>
              <a:ea typeface="Arial"/>
              <a:cs typeface="Arial"/>
              <a:sym typeface="Arial"/>
            </a:endParaRPr>
          </a:p>
        </p:txBody>
      </p:sp>
      <p:sp>
        <p:nvSpPr>
          <p:cNvPr id="172" name="Google Shape;172;p6"/>
          <p:cNvSpPr txBox="1"/>
          <p:nvPr/>
        </p:nvSpPr>
        <p:spPr>
          <a:xfrm>
            <a:off x="9634375" y="5892020"/>
            <a:ext cx="833728"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79AAF"/>
                </a:solidFill>
                <a:latin typeface="Arial"/>
                <a:ea typeface="Arial"/>
                <a:cs typeface="Arial"/>
                <a:sym typeface="Arial"/>
              </a:rPr>
              <a:t>SOSOlCM«oQ,&lt;Wf</a:t>
            </a:r>
            <a:endParaRPr b="0" i="0" sz="932" u="none" cap="none" strike="noStrike">
              <a:solidFill>
                <a:srgbClr val="000000"/>
              </a:solidFill>
              <a:latin typeface="Arial"/>
              <a:ea typeface="Arial"/>
              <a:cs typeface="Arial"/>
              <a:sym typeface="Arial"/>
            </a:endParaRPr>
          </a:p>
        </p:txBody>
      </p:sp>
      <p:sp>
        <p:nvSpPr>
          <p:cNvPr id="173" name="Google Shape;173;p6"/>
          <p:cNvSpPr txBox="1"/>
          <p:nvPr/>
        </p:nvSpPr>
        <p:spPr>
          <a:xfrm>
            <a:off x="9649426" y="5475495"/>
            <a:ext cx="781303" cy="836659"/>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5326"/>
              <a:buFont typeface="Arial"/>
              <a:buNone/>
            </a:pPr>
            <a:r>
              <a:rPr b="0" i="0" lang="en-US" sz="5326" u="none" cap="none" strike="noStrike">
                <a:solidFill>
                  <a:srgbClr val="CFA838"/>
                </a:solidFill>
                <a:latin typeface="Times New Roman"/>
                <a:ea typeface="Times New Roman"/>
                <a:cs typeface="Times New Roman"/>
                <a:sym typeface="Times New Roman"/>
              </a:rPr>
              <a:t>.....</a:t>
            </a:r>
            <a:r>
              <a:rPr b="1" i="0" lang="en-US" sz="932" u="none" cap="none" strike="noStrike">
                <a:solidFill>
                  <a:srgbClr val="879AAF"/>
                </a:solidFill>
                <a:latin typeface="Arial"/>
                <a:ea typeface="Arial"/>
                <a:cs typeface="Arial"/>
                <a:sym typeface="Arial"/>
              </a:rPr>
              <a:t>,,,</a:t>
            </a:r>
            <a:r>
              <a:rPr b="0" i="0" lang="en-US" sz="1332" u="none" cap="none" strike="noStrike">
                <a:solidFill>
                  <a:srgbClr val="879AAF"/>
                </a:solidFill>
                <a:latin typeface="Times New Roman"/>
                <a:ea typeface="Times New Roman"/>
                <a:cs typeface="Times New Roman"/>
                <a:sym typeface="Times New Roman"/>
              </a:rPr>
              <a:t>....</a:t>
            </a:r>
            <a:endParaRPr b="0" i="0" sz="1332" u="none" cap="none" strike="noStrike">
              <a:solidFill>
                <a:srgbClr val="000000"/>
              </a:solidFill>
              <a:latin typeface="Times New Roman"/>
              <a:ea typeface="Times New Roman"/>
              <a:cs typeface="Times New Roman"/>
              <a:sym typeface="Times New Roman"/>
            </a:endParaRPr>
          </a:p>
        </p:txBody>
      </p:sp>
      <p:sp>
        <p:nvSpPr>
          <p:cNvPr id="174" name="Google Shape;174;p6"/>
          <p:cNvSpPr txBox="1"/>
          <p:nvPr/>
        </p:nvSpPr>
        <p:spPr>
          <a:xfrm>
            <a:off x="9651623" y="6159726"/>
            <a:ext cx="637557"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906B68"/>
                </a:solidFill>
                <a:latin typeface="Arial"/>
                <a:ea typeface="Arial"/>
                <a:cs typeface="Arial"/>
                <a:sym typeface="Arial"/>
              </a:rPr>
              <a:t>S</a:t>
            </a:r>
            <a:r>
              <a:rPr b="1" i="0" lang="en-US" sz="932" u="none" cap="none" strike="noStrike">
                <a:solidFill>
                  <a:srgbClr val="A98B7C"/>
                </a:solidFill>
                <a:latin typeface="Arial"/>
                <a:ea typeface="Arial"/>
                <a:cs typeface="Arial"/>
                <a:sym typeface="Arial"/>
              </a:rPr>
              <a:t>it.I&amp;</a:t>
            </a:r>
            <a:r>
              <a:rPr b="1" i="0" lang="en-US" sz="932" u="none" cap="none" strike="noStrike">
                <a:solidFill>
                  <a:srgbClr val="8AAEAB"/>
                </a:solidFill>
                <a:latin typeface="Arial"/>
                <a:ea typeface="Arial"/>
                <a:cs typeface="Arial"/>
                <a:sym typeface="Arial"/>
              </a:rPr>
              <a:t>""""-</a:t>
            </a:r>
            <a:endParaRPr b="0" i="0" sz="932" u="none" cap="none" strike="noStrike">
              <a:solidFill>
                <a:srgbClr val="000000"/>
              </a:solidFill>
              <a:latin typeface="Arial"/>
              <a:ea typeface="Arial"/>
              <a:cs typeface="Arial"/>
              <a:sym typeface="Arial"/>
            </a:endParaRPr>
          </a:p>
        </p:txBody>
      </p:sp>
      <p:sp>
        <p:nvSpPr>
          <p:cNvPr id="175" name="Google Shape;175;p6"/>
          <p:cNvSpPr txBox="1"/>
          <p:nvPr/>
        </p:nvSpPr>
        <p:spPr>
          <a:xfrm>
            <a:off x="10844549" y="5532486"/>
            <a:ext cx="975783"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597B1"/>
                </a:solidFill>
                <a:latin typeface="Arial"/>
                <a:ea typeface="Arial"/>
                <a:cs typeface="Arial"/>
                <a:sym typeface="Arial"/>
              </a:rPr>
              <a:t>C.W-LP..t</a:t>
            </a:r>
            <a:r>
              <a:rPr b="1" i="0" lang="en-US" sz="932" u="none" cap="none" strike="noStrike">
                <a:solidFill>
                  <a:srgbClr val="74859C"/>
                </a:solidFill>
                <a:latin typeface="Arial"/>
                <a:ea typeface="Arial"/>
                <a:cs typeface="Arial"/>
                <a:sym typeface="Arial"/>
              </a:rPr>
              <a:t>\</a:t>
            </a:r>
            <a:r>
              <a:rPr b="1" i="0" lang="en-US" sz="932" u="none" cap="none" strike="noStrike">
                <a:solidFill>
                  <a:srgbClr val="8597B1"/>
                </a:solidFill>
                <a:latin typeface="Arial"/>
                <a:ea typeface="Arial"/>
                <a:cs typeface="Arial"/>
                <a:sym typeface="Arial"/>
              </a:rPr>
              <a:t>D</a:t>
            </a:r>
            <a:r>
              <a:rPr b="1" i="0" lang="en-US" sz="932" u="none" cap="none" strike="noStrike">
                <a:solidFill>
                  <a:srgbClr val="9CA3AB"/>
                </a:solidFill>
                <a:latin typeface="Arial"/>
                <a:ea typeface="Arial"/>
                <a:cs typeface="Arial"/>
                <a:sym typeface="Arial"/>
              </a:rPr>
              <a:t>.</a:t>
            </a:r>
            <a:r>
              <a:rPr b="1" i="0" lang="en-US" sz="932" u="none" cap="none" strike="noStrike">
                <a:solidFill>
                  <a:srgbClr val="8597B1"/>
                </a:solidFill>
                <a:latin typeface="Arial"/>
                <a:ea typeface="Arial"/>
                <a:cs typeface="Arial"/>
                <a:sym typeface="Arial"/>
              </a:rPr>
              <a:t>__.</a:t>
            </a:r>
            <a:endParaRPr b="0" i="0" sz="932" u="none" cap="none" strike="noStrike">
              <a:solidFill>
                <a:srgbClr val="000000"/>
              </a:solidFill>
              <a:latin typeface="Arial"/>
              <a:ea typeface="Arial"/>
              <a:cs typeface="Arial"/>
              <a:sym typeface="Arial"/>
            </a:endParaRPr>
          </a:p>
        </p:txBody>
      </p:sp>
      <p:sp>
        <p:nvSpPr>
          <p:cNvPr id="176" name="Google Shape;176;p6"/>
          <p:cNvSpPr txBox="1"/>
          <p:nvPr/>
        </p:nvSpPr>
        <p:spPr>
          <a:xfrm>
            <a:off x="10844549" y="5662534"/>
            <a:ext cx="1073023" cy="160513"/>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932"/>
              <a:buFont typeface="Arial"/>
              <a:buNone/>
            </a:pPr>
            <a:r>
              <a:rPr b="1" i="0" lang="en-US" sz="932" u="none" cap="none" strike="noStrike">
                <a:solidFill>
                  <a:srgbClr val="8597B1"/>
                </a:solidFill>
                <a:latin typeface="Arial"/>
                <a:ea typeface="Arial"/>
                <a:cs typeface="Arial"/>
                <a:sym typeface="Arial"/>
              </a:rPr>
              <a:t>bllltoy</a:t>
            </a:r>
            <a:r>
              <a:rPr b="1" i="0" lang="en-US" sz="932" u="none" cap="none" strike="noStrike">
                <a:solidFill>
                  <a:srgbClr val="A3ABB8"/>
                </a:solidFill>
                <a:latin typeface="Arial"/>
                <a:ea typeface="Arial"/>
                <a:cs typeface="Arial"/>
                <a:sym typeface="Arial"/>
              </a:rPr>
              <a:t>, </a:t>
            </a:r>
            <a:r>
              <a:rPr b="1" i="0" lang="en-US" sz="932" u="none" cap="none" strike="noStrike">
                <a:solidFill>
                  <a:srgbClr val="8597B1"/>
                </a:solidFill>
                <a:latin typeface="Arial"/>
                <a:ea typeface="Arial"/>
                <a:cs typeface="Arial"/>
                <a:sym typeface="Arial"/>
              </a:rPr>
              <a:t>u.c,</a:t>
            </a:r>
            <a:r>
              <a:rPr b="1" i="0" lang="en-US" sz="932" u="none" cap="none" strike="noStrike">
                <a:solidFill>
                  <a:srgbClr val="74859C"/>
                </a:solidFill>
                <a:latin typeface="Arial"/>
                <a:ea typeface="Arial"/>
                <a:cs typeface="Arial"/>
                <a:sym typeface="Arial"/>
              </a:rPr>
              <a:t>1</a:t>
            </a:r>
            <a:r>
              <a:rPr b="1" i="0" lang="en-US" sz="932" u="none" cap="none" strike="noStrike">
                <a:solidFill>
                  <a:srgbClr val="8597B1"/>
                </a:solidFill>
                <a:latin typeface="Arial"/>
                <a:ea typeface="Arial"/>
                <a:cs typeface="Arial"/>
                <a:sym typeface="Arial"/>
              </a:rPr>
              <a:t>089001)</a:t>
            </a:r>
            <a:endParaRPr b="0" i="0" sz="932" u="none" cap="none" strike="noStrike">
              <a:solidFill>
                <a:srgbClr val="000000"/>
              </a:solidFill>
              <a:latin typeface="Arial"/>
              <a:ea typeface="Arial"/>
              <a:cs typeface="Arial"/>
              <a:sym typeface="Arial"/>
            </a:endParaRPr>
          </a:p>
        </p:txBody>
      </p:sp>
      <p:sp>
        <p:nvSpPr>
          <p:cNvPr id="177" name="Google Shape;177;p6"/>
          <p:cNvSpPr txBox="1"/>
          <p:nvPr/>
        </p:nvSpPr>
        <p:spPr>
          <a:xfrm>
            <a:off x="10851990" y="5182760"/>
            <a:ext cx="684063" cy="1041652"/>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6658"/>
              <a:buFont typeface="Arial"/>
              <a:buNone/>
            </a:pPr>
            <a:r>
              <a:rPr b="0" i="0" lang="en-US" sz="6658" u="none" cap="none" strike="noStrike">
                <a:solidFill>
                  <a:srgbClr val="CFA838"/>
                </a:solidFill>
                <a:latin typeface="Times New Roman"/>
                <a:ea typeface="Times New Roman"/>
                <a:cs typeface="Times New Roman"/>
                <a:sym typeface="Times New Roman"/>
              </a:rPr>
              <a:t>·-</a:t>
            </a:r>
            <a:r>
              <a:rPr b="0" i="0" lang="en-US" sz="2264" u="none" cap="none" strike="noStrike">
                <a:solidFill>
                  <a:srgbClr val="8493AB"/>
                </a:solidFill>
                <a:latin typeface="Times New Roman"/>
                <a:ea typeface="Times New Roman"/>
                <a:cs typeface="Times New Roman"/>
                <a:sym typeface="Times New Roman"/>
              </a:rPr>
              <a:t>..</a:t>
            </a:r>
            <a:endParaRPr b="0" i="0" sz="2264" u="none" cap="none" strike="noStrike">
              <a:solidFill>
                <a:srgbClr val="000000"/>
              </a:solidFill>
              <a:latin typeface="Times New Roman"/>
              <a:ea typeface="Times New Roman"/>
              <a:cs typeface="Times New Roman"/>
              <a:sym typeface="Times New Roman"/>
            </a:endParaRPr>
          </a:p>
        </p:txBody>
      </p:sp>
      <p:sp>
        <p:nvSpPr>
          <p:cNvPr id="178" name="Google Shape;178;p6"/>
          <p:cNvSpPr txBox="1"/>
          <p:nvPr/>
        </p:nvSpPr>
        <p:spPr>
          <a:xfrm>
            <a:off x="10851990" y="5867837"/>
            <a:ext cx="632483" cy="365505"/>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2264"/>
              <a:buFont typeface="Arial"/>
              <a:buNone/>
            </a:pPr>
            <a:r>
              <a:rPr b="0" i="0" lang="en-US" sz="2264" u="none" cap="none" strike="noStrike">
                <a:solidFill>
                  <a:srgbClr val="A07874"/>
                </a:solidFill>
                <a:latin typeface="Times New Roman"/>
                <a:ea typeface="Times New Roman"/>
                <a:cs typeface="Times New Roman"/>
                <a:sym typeface="Times New Roman"/>
              </a:rPr>
              <a:t>.,,</a:t>
            </a:r>
            <a:r>
              <a:rPr b="0" i="0" lang="en-US" sz="2264" u="none" cap="none" strike="noStrike">
                <a:solidFill>
                  <a:srgbClr val="AB8480"/>
                </a:solidFill>
                <a:latin typeface="Times New Roman"/>
                <a:ea typeface="Times New Roman"/>
                <a:cs typeface="Times New Roman"/>
                <a:sym typeface="Times New Roman"/>
              </a:rPr>
              <a:t>.,</a:t>
            </a:r>
            <a:r>
              <a:rPr b="0" i="0" lang="en-US" sz="2264" u="none" cap="none" strike="noStrike">
                <a:solidFill>
                  <a:srgbClr val="87ABAB"/>
                </a:solidFill>
                <a:latin typeface="Times New Roman"/>
                <a:ea typeface="Times New Roman"/>
                <a:cs typeface="Times New Roman"/>
                <a:sym typeface="Times New Roman"/>
              </a:rPr>
              <a:t>_</a:t>
            </a:r>
            <a:endParaRPr b="0" i="0" sz="2264" u="none" cap="none" strike="noStrike">
              <a:solidFill>
                <a:srgbClr val="000000"/>
              </a:solidFill>
              <a:latin typeface="Times New Roman"/>
              <a:ea typeface="Times New Roman"/>
              <a:cs typeface="Times New Roman"/>
              <a:sym typeface="Times New Roman"/>
            </a:endParaRPr>
          </a:p>
        </p:txBody>
      </p:sp>
      <p:sp>
        <p:nvSpPr>
          <p:cNvPr id="179" name="Google Shape;179;p6"/>
          <p:cNvSpPr txBox="1"/>
          <p:nvPr/>
        </p:nvSpPr>
        <p:spPr>
          <a:xfrm>
            <a:off x="12151792" y="5188340"/>
            <a:ext cx="101468" cy="129736"/>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732"/>
              <a:buFont typeface="Arial"/>
              <a:buNone/>
            </a:pPr>
            <a:r>
              <a:rPr b="0" i="0" lang="en-US" sz="732" u="none" cap="none" strike="noStrike">
                <a:solidFill>
                  <a:srgbClr val="5C5F5F"/>
                </a:solidFill>
                <a:latin typeface="Times New Roman"/>
                <a:ea typeface="Times New Roman"/>
                <a:cs typeface="Times New Roman"/>
                <a:sym typeface="Times New Roman"/>
              </a:rPr>
              <a:t>)</a:t>
            </a:r>
            <a:endParaRPr b="0" i="0" sz="732" u="none" cap="none" strike="noStrike">
              <a:solidFill>
                <a:srgbClr val="000000"/>
              </a:solidFill>
              <a:latin typeface="Times New Roman"/>
              <a:ea typeface="Times New Roman"/>
              <a:cs typeface="Times New Roman"/>
              <a:sym typeface="Times New Roman"/>
            </a:endParaRPr>
          </a:p>
        </p:txBody>
      </p:sp>
      <p:sp>
        <p:nvSpPr>
          <p:cNvPr id="180" name="Google Shape;180;p6"/>
          <p:cNvSpPr txBox="1"/>
          <p:nvPr/>
        </p:nvSpPr>
        <p:spPr>
          <a:xfrm>
            <a:off x="749012" y="1595911"/>
            <a:ext cx="3855779" cy="549851"/>
          </a:xfrm>
          <a:prstGeom prst="rect">
            <a:avLst/>
          </a:prstGeom>
          <a:noFill/>
          <a:ln>
            <a:noFill/>
          </a:ln>
        </p:spPr>
        <p:txBody>
          <a:bodyPr anchorCtr="0" anchor="t" bIns="0" lIns="0" spcFirstLastPara="1" rIns="0" wrap="square" tIns="16900">
            <a:spAutoFit/>
          </a:bodyPr>
          <a:lstStyle/>
          <a:p>
            <a:pPr indent="0" lvl="0" marL="16911" marR="0" rtl="0" algn="l">
              <a:lnSpc>
                <a:spcPct val="100000"/>
              </a:lnSpc>
              <a:spcBef>
                <a:spcPts val="0"/>
              </a:spcBef>
              <a:spcAft>
                <a:spcPts val="0"/>
              </a:spcAft>
              <a:buClr>
                <a:srgbClr val="000000"/>
              </a:buClr>
              <a:buSzPts val="3400"/>
              <a:buFont typeface="Arial"/>
              <a:buNone/>
            </a:pPr>
            <a:r>
              <a:rPr b="1" i="0" lang="en-US" sz="3400" u="none" cap="none" strike="noStrike">
                <a:solidFill>
                  <a:srgbClr val="0070C0"/>
                </a:solidFill>
                <a:latin typeface="Arial"/>
                <a:ea typeface="Arial"/>
                <a:cs typeface="Arial"/>
                <a:sym typeface="Arial"/>
              </a:rPr>
              <a:t>Mllib - Techniques</a:t>
            </a:r>
            <a:endParaRPr b="0" i="0" sz="3400" u="none" cap="none" strike="noStrike">
              <a:solidFill>
                <a:srgbClr val="0070C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p94"/>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6" name="Google Shape;186;p94"/>
          <p:cNvSpPr/>
          <p:nvPr/>
        </p:nvSpPr>
        <p:spPr>
          <a:xfrm>
            <a:off x="0" y="0"/>
            <a:ext cx="13001548"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7" name="Google Shape;187;p94"/>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8" name="Google Shape;188;p94"/>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9" name="Google Shape;189;p94"/>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0" name="Google Shape;190;p94"/>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1" name="Google Shape;191;p94"/>
          <p:cNvSpPr/>
          <p:nvPr/>
        </p:nvSpPr>
        <p:spPr>
          <a:xfrm flipH="1" rot="5400000">
            <a:off x="-2723300" y="2708867"/>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192" name="Google Shape;192;p94"/>
          <p:cNvSpPr txBox="1"/>
          <p:nvPr>
            <p:ph type="title"/>
          </p:nvPr>
        </p:nvSpPr>
        <p:spPr>
          <a:xfrm>
            <a:off x="497836" y="834638"/>
            <a:ext cx="3414791" cy="4817773"/>
          </a:xfrm>
          <a:prstGeom prst="rect">
            <a:avLst/>
          </a:prstGeom>
          <a:noFill/>
          <a:ln>
            <a:noFill/>
          </a:ln>
        </p:spPr>
        <p:txBody>
          <a:bodyPr anchorCtr="0" anchor="b" bIns="45700" lIns="91425" spcFirstLastPara="1" rIns="91425" wrap="square" tIns="45700">
            <a:normAutofit/>
          </a:bodyPr>
          <a:lstStyle/>
          <a:p>
            <a:pPr indent="0" lvl="0" marL="1221105" rtl="0" algn="r">
              <a:lnSpc>
                <a:spcPct val="90000"/>
              </a:lnSpc>
              <a:spcBef>
                <a:spcPts val="0"/>
              </a:spcBef>
              <a:spcAft>
                <a:spcPts val="0"/>
              </a:spcAft>
              <a:buSzPts val="1400"/>
              <a:buNone/>
            </a:pPr>
            <a:r>
              <a:rPr b="1" lang="en-US" sz="2800">
                <a:solidFill>
                  <a:srgbClr val="FFFFFF"/>
                </a:solidFill>
                <a:latin typeface="Arial"/>
                <a:ea typeface="Arial"/>
                <a:cs typeface="Arial"/>
                <a:sym typeface="Arial"/>
              </a:rPr>
              <a:t>Linear regression with many features</a:t>
            </a:r>
            <a:endParaRPr sz="2800">
              <a:solidFill>
                <a:srgbClr val="FFFFFF"/>
              </a:solidFill>
              <a:latin typeface="Arial"/>
              <a:ea typeface="Arial"/>
              <a:cs typeface="Arial"/>
              <a:sym typeface="Arial"/>
            </a:endParaRPr>
          </a:p>
        </p:txBody>
      </p:sp>
      <p:sp>
        <p:nvSpPr>
          <p:cNvPr id="193" name="Google Shape;193;p94"/>
          <p:cNvSpPr txBox="1"/>
          <p:nvPr/>
        </p:nvSpPr>
        <p:spPr>
          <a:xfrm>
            <a:off x="5130942" y="923704"/>
            <a:ext cx="6992371" cy="7887712"/>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Suppose we have 𝑚 examples in our data set and 𝑛 = 𝑚 features (plus</a:t>
            </a:r>
            <a:endParaRPr/>
          </a:p>
          <a:p>
            <a:pPr indent="-12700" lvl="0" marL="12700" marR="0" rtl="0" algn="l">
              <a:lnSpc>
                <a:spcPct val="90000"/>
              </a:lnSpc>
              <a:spcBef>
                <a:spcPts val="12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assumption that features are linearly independent, though we’ll always assume this)</a:t>
            </a:r>
            <a:endParaRPr/>
          </a:p>
          <a:p>
            <a:pPr indent="-12700" lvl="0" marL="12700" marR="0" rtl="0" algn="l">
              <a:lnSpc>
                <a:spcPct val="90000"/>
              </a:lnSpc>
              <a:spcBef>
                <a:spcPts val="12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Then 𝑋 ∈ ℝ</a:t>
            </a:r>
            <a:r>
              <a:rPr b="0" baseline="30000" i="0" lang="en-US" sz="2500" u="none" cap="none" strike="noStrike">
                <a:solidFill>
                  <a:schemeClr val="dk1"/>
                </a:solidFill>
                <a:latin typeface="Arial"/>
                <a:ea typeface="Arial"/>
                <a:cs typeface="Arial"/>
                <a:sym typeface="Arial"/>
              </a:rPr>
              <a:t>𝑚×𝑛 </a:t>
            </a:r>
            <a:r>
              <a:rPr b="0" i="0" lang="en-US" sz="2500" u="none" cap="none" strike="noStrike">
                <a:solidFill>
                  <a:schemeClr val="dk1"/>
                </a:solidFill>
                <a:latin typeface="Arial"/>
                <a:ea typeface="Arial"/>
                <a:cs typeface="Arial"/>
                <a:sym typeface="Arial"/>
              </a:rPr>
              <a:t>is a square matrix, and least squares solution is:</a:t>
            </a:r>
            <a:endParaRPr b="0" i="0" sz="2500" u="none" cap="none" strike="noStrike">
              <a:solidFill>
                <a:schemeClr val="dk1"/>
              </a:solidFill>
              <a:latin typeface="Arial"/>
              <a:ea typeface="Arial"/>
              <a:cs typeface="Arial"/>
              <a:sym typeface="Arial"/>
            </a:endParaRPr>
          </a:p>
          <a:p>
            <a:pPr indent="-12700" lvl="0" marL="12700" marR="0" rtl="0" algn="l">
              <a:lnSpc>
                <a:spcPct val="90000"/>
              </a:lnSpc>
              <a:spcBef>
                <a:spcPts val="12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𝜃 =(𝑋</a:t>
            </a:r>
            <a:r>
              <a:rPr b="0" baseline="30000" i="0" lang="en-US" sz="2500" u="none" cap="none" strike="noStrike">
                <a:solidFill>
                  <a:schemeClr val="dk1"/>
                </a:solidFill>
                <a:latin typeface="Arial"/>
                <a:ea typeface="Arial"/>
                <a:cs typeface="Arial"/>
                <a:sym typeface="Arial"/>
              </a:rPr>
              <a:t>𝑇</a:t>
            </a:r>
            <a:r>
              <a:rPr b="0" i="0" lang="en-US" sz="2500" u="none" cap="none" strike="noStrike">
                <a:solidFill>
                  <a:schemeClr val="dk1"/>
                </a:solidFill>
                <a:latin typeface="Arial"/>
                <a:ea typeface="Arial"/>
                <a:cs typeface="Arial"/>
                <a:sym typeface="Arial"/>
              </a:rPr>
              <a:t>𝑋) −1</a:t>
            </a:r>
            <a:r>
              <a:rPr b="0" baseline="-25000" i="0" lang="en-US" sz="2500" u="none" cap="none" strike="noStrike">
                <a:solidFill>
                  <a:schemeClr val="dk1"/>
                </a:solidFill>
                <a:latin typeface="Arial"/>
                <a:ea typeface="Arial"/>
                <a:cs typeface="Arial"/>
                <a:sym typeface="Arial"/>
              </a:rPr>
              <a:t>𝑋</a:t>
            </a:r>
            <a:r>
              <a:rPr b="0" i="0" lang="en-US" sz="2500" u="none" cap="none" strike="noStrike">
                <a:solidFill>
                  <a:schemeClr val="dk1"/>
                </a:solidFill>
                <a:latin typeface="Arial"/>
                <a:ea typeface="Arial"/>
                <a:cs typeface="Arial"/>
                <a:sym typeface="Arial"/>
              </a:rPr>
              <a:t>𝑇</a:t>
            </a:r>
            <a:r>
              <a:rPr b="0" baseline="-25000" i="0" lang="en-US" sz="2500" u="none" cap="none" strike="noStrike">
                <a:solidFill>
                  <a:schemeClr val="dk1"/>
                </a:solidFill>
                <a:latin typeface="Arial"/>
                <a:ea typeface="Arial"/>
                <a:cs typeface="Arial"/>
                <a:sym typeface="Arial"/>
              </a:rPr>
              <a:t>𝑌 = 𝑋</a:t>
            </a:r>
            <a:r>
              <a:rPr b="0" i="0" lang="en-US" sz="2500" u="none" cap="none" strike="noStrike">
                <a:solidFill>
                  <a:schemeClr val="dk1"/>
                </a:solidFill>
                <a:latin typeface="Arial"/>
                <a:ea typeface="Arial"/>
                <a:cs typeface="Arial"/>
                <a:sym typeface="Arial"/>
              </a:rPr>
              <a:t>−1</a:t>
            </a:r>
            <a:r>
              <a:rPr b="0" baseline="-25000" i="0" lang="en-US" sz="2500" u="none" cap="none" strike="noStrike">
                <a:solidFill>
                  <a:schemeClr val="dk1"/>
                </a:solidFill>
                <a:latin typeface="Arial"/>
                <a:ea typeface="Arial"/>
                <a:cs typeface="Arial"/>
                <a:sym typeface="Arial"/>
              </a:rPr>
              <a:t>𝑋</a:t>
            </a:r>
            <a:r>
              <a:rPr b="0" i="0" lang="en-US" sz="2500" u="none" cap="none" strike="noStrike">
                <a:solidFill>
                  <a:schemeClr val="dk1"/>
                </a:solidFill>
                <a:latin typeface="Arial"/>
                <a:ea typeface="Arial"/>
                <a:cs typeface="Arial"/>
                <a:sym typeface="Arial"/>
              </a:rPr>
              <a:t>−𝑇</a:t>
            </a:r>
            <a:r>
              <a:rPr b="0" baseline="-25000" i="0" lang="en-US" sz="2500" u="none" cap="none" strike="noStrike">
                <a:solidFill>
                  <a:schemeClr val="dk1"/>
                </a:solidFill>
                <a:latin typeface="Arial"/>
                <a:ea typeface="Arial"/>
                <a:cs typeface="Arial"/>
                <a:sym typeface="Arial"/>
              </a:rPr>
              <a:t>𝑋</a:t>
            </a:r>
            <a:r>
              <a:rPr b="0" i="0" lang="en-US" sz="2500" u="none" cap="none" strike="noStrike">
                <a:solidFill>
                  <a:schemeClr val="dk1"/>
                </a:solidFill>
                <a:latin typeface="Arial"/>
                <a:ea typeface="Arial"/>
                <a:cs typeface="Arial"/>
                <a:sym typeface="Arial"/>
              </a:rPr>
              <a:t>𝑇</a:t>
            </a:r>
            <a:r>
              <a:rPr b="0" baseline="-25000" i="0" lang="en-US" sz="2500" u="none" cap="none" strike="noStrike">
                <a:solidFill>
                  <a:schemeClr val="dk1"/>
                </a:solidFill>
                <a:latin typeface="Arial"/>
                <a:ea typeface="Arial"/>
                <a:cs typeface="Arial"/>
                <a:sym typeface="Arial"/>
              </a:rPr>
              <a:t>𝑦 = 𝑋</a:t>
            </a:r>
            <a:r>
              <a:rPr b="0" i="0" lang="en-US" sz="2500" u="none" cap="none" strike="noStrike">
                <a:solidFill>
                  <a:schemeClr val="dk1"/>
                </a:solidFill>
                <a:latin typeface="Arial"/>
                <a:ea typeface="Arial"/>
                <a:cs typeface="Arial"/>
                <a:sym typeface="Arial"/>
              </a:rPr>
              <a:t>−1</a:t>
            </a:r>
            <a:r>
              <a:rPr b="0" baseline="-25000" i="0" lang="en-US" sz="2500" u="none" cap="none" strike="noStrike">
                <a:solidFill>
                  <a:schemeClr val="dk1"/>
                </a:solidFill>
                <a:latin typeface="Arial"/>
                <a:ea typeface="Arial"/>
                <a:cs typeface="Arial"/>
                <a:sym typeface="Arial"/>
              </a:rPr>
              <a:t>𝑦</a:t>
            </a:r>
            <a:endParaRPr b="0" i="0" sz="2500" u="none" cap="none" strike="noStrike">
              <a:solidFill>
                <a:schemeClr val="dk1"/>
              </a:solidFill>
              <a:latin typeface="Arial"/>
              <a:ea typeface="Arial"/>
              <a:cs typeface="Arial"/>
              <a:sym typeface="Arial"/>
            </a:endParaRPr>
          </a:p>
          <a:p>
            <a:pPr indent="-12700" lvl="0" marL="12700" marR="0" rtl="0" algn="l">
              <a:lnSpc>
                <a:spcPct val="90000"/>
              </a:lnSpc>
              <a:spcBef>
                <a:spcPts val="12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and we therefore have 𝑋𝜃 = 𝑦 (i.e., we fit data exactly)</a:t>
            </a:r>
            <a:endParaRPr/>
          </a:p>
          <a:p>
            <a:pPr indent="-12700" lvl="0" marL="12700" marR="508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Note that we can </a:t>
            </a:r>
            <a:r>
              <a:rPr b="0" i="1" lang="en-US" sz="2500" u="none" cap="none" strike="noStrike">
                <a:solidFill>
                  <a:schemeClr val="dk1"/>
                </a:solidFill>
                <a:latin typeface="Arial"/>
                <a:ea typeface="Arial"/>
                <a:cs typeface="Arial"/>
                <a:sym typeface="Arial"/>
              </a:rPr>
              <a:t>only </a:t>
            </a:r>
            <a:r>
              <a:rPr b="0" i="0" lang="en-US" sz="2500" u="none" cap="none" strike="noStrike">
                <a:solidFill>
                  <a:schemeClr val="dk1"/>
                </a:solidFill>
                <a:latin typeface="Arial"/>
                <a:ea typeface="Arial"/>
                <a:cs typeface="Arial"/>
                <a:sym typeface="Arial"/>
              </a:rPr>
              <a:t>perform the above operations when 𝑋 is square, though if we have </a:t>
            </a:r>
            <a:r>
              <a:rPr b="0" i="1" lang="en-US" sz="2500" u="none" cap="none" strike="noStrike">
                <a:solidFill>
                  <a:schemeClr val="dk1"/>
                </a:solidFill>
                <a:latin typeface="Arial"/>
                <a:ea typeface="Arial"/>
                <a:cs typeface="Arial"/>
                <a:sym typeface="Arial"/>
              </a:rPr>
              <a:t>more </a:t>
            </a:r>
            <a:r>
              <a:rPr b="0" i="0" lang="en-US" sz="2500" u="none" cap="none" strike="noStrike">
                <a:solidFill>
                  <a:schemeClr val="dk1"/>
                </a:solidFill>
                <a:latin typeface="Arial"/>
                <a:ea typeface="Arial"/>
                <a:cs typeface="Arial"/>
                <a:sym typeface="Arial"/>
              </a:rPr>
              <a:t>features than examples, we can still get an exact fit by simply discarding features</a:t>
            </a:r>
            <a:endParaRPr/>
          </a:p>
          <a:p>
            <a:pPr indent="146050" lvl="0" marL="12700" marR="0" rtl="0" algn="l">
              <a:lnSpc>
                <a:spcPct val="90000"/>
              </a:lnSpc>
              <a:spcBef>
                <a:spcPts val="12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146050" lvl="0" marL="12700" marR="0" rtl="0" algn="l">
              <a:lnSpc>
                <a:spcPct val="90000"/>
              </a:lnSpc>
              <a:spcBef>
                <a:spcPts val="120"/>
              </a:spcBef>
              <a:spcAft>
                <a:spcPts val="0"/>
              </a:spcAft>
              <a:buClr>
                <a:srgbClr val="000000"/>
              </a:buClr>
              <a:buSzPts val="2500"/>
              <a:buFont typeface="Arial"/>
              <a:buNone/>
            </a:pPr>
            <a:r>
              <a:t/>
            </a:r>
            <a:endParaRPr b="0" baseline="-25000" i="0" sz="2500" u="none" cap="none" strike="noStrike">
              <a:solidFill>
                <a:schemeClr val="dk1"/>
              </a:solidFill>
              <a:latin typeface="Arial"/>
              <a:ea typeface="Arial"/>
              <a:cs typeface="Arial"/>
              <a:sym typeface="Arial"/>
            </a:endParaRPr>
          </a:p>
          <a:p>
            <a:pPr indent="146050" lvl="0" marL="12700" marR="0" rtl="0" algn="l">
              <a:lnSpc>
                <a:spcPct val="90000"/>
              </a:lnSpc>
              <a:spcBef>
                <a:spcPts val="12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146050" lvl="0" marL="12700" marR="0" rtl="0" algn="l">
              <a:lnSpc>
                <a:spcPct val="90000"/>
              </a:lnSpc>
              <a:spcBef>
                <a:spcPts val="12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146050" lvl="0" marL="12700" marR="0" rtl="0" algn="l">
              <a:lnSpc>
                <a:spcPct val="90000"/>
              </a:lnSpc>
              <a:spcBef>
                <a:spcPts val="12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p:txBody>
      </p:sp>
      <p:sp>
        <p:nvSpPr>
          <p:cNvPr id="194" name="Google Shape;194;p94"/>
          <p:cNvSpPr txBox="1"/>
          <p:nvPr>
            <p:ph idx="12" type="sldNum"/>
          </p:nvPr>
        </p:nvSpPr>
        <p:spPr>
          <a:xfrm>
            <a:off x="12484608" y="9181388"/>
            <a:ext cx="477926" cy="519289"/>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SzPts val="1400"/>
              <a:buNone/>
            </a:pPr>
            <a:r>
              <a:rPr lang="en-US" sz="1400">
                <a:solidFill>
                  <a:srgbClr val="7F7F7F"/>
                </a:solidFill>
                <a:latin typeface="Arial"/>
                <a:ea typeface="Arial"/>
                <a:cs typeface="Arial"/>
                <a:sym typeface="Arial"/>
              </a:rPr>
              <a:t>15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descr="$PPTXTitle" id="199" name="Google Shape;199;p98"/>
          <p:cNvSpPr txBox="1"/>
          <p:nvPr>
            <p:ph type="title"/>
          </p:nvPr>
        </p:nvSpPr>
        <p:spPr>
          <a:xfrm>
            <a:off x="707542" y="494791"/>
            <a:ext cx="11589715" cy="536044"/>
          </a:xfrm>
          <a:prstGeom prst="rect">
            <a:avLst/>
          </a:prstGeom>
          <a:noFill/>
          <a:ln>
            <a:noFill/>
          </a:ln>
        </p:spPr>
        <p:txBody>
          <a:bodyPr anchorCtr="0" anchor="t" bIns="0" lIns="0" spcFirstLastPara="1" rIns="0" wrap="square" tIns="12700">
            <a:spAutoFit/>
          </a:bodyPr>
          <a:lstStyle/>
          <a:p>
            <a:pPr indent="0" lvl="0" marL="3568065" rtl="0" algn="l">
              <a:lnSpc>
                <a:spcPct val="100000"/>
              </a:lnSpc>
              <a:spcBef>
                <a:spcPts val="0"/>
              </a:spcBef>
              <a:spcAft>
                <a:spcPts val="0"/>
              </a:spcAft>
              <a:buSzPts val="1400"/>
              <a:buNone/>
            </a:pPr>
            <a:r>
              <a:rPr b="1" lang="en-US" sz="3400">
                <a:solidFill>
                  <a:schemeClr val="accent1"/>
                </a:solidFill>
              </a:rPr>
              <a:t>Cross-validation</a:t>
            </a:r>
            <a:endParaRPr b="1" sz="3400">
              <a:solidFill>
                <a:schemeClr val="accent1"/>
              </a:solidFill>
            </a:endParaRPr>
          </a:p>
        </p:txBody>
      </p:sp>
      <p:sp>
        <p:nvSpPr>
          <p:cNvPr id="200" name="Google Shape;200;p98"/>
          <p:cNvSpPr txBox="1"/>
          <p:nvPr/>
        </p:nvSpPr>
        <p:spPr>
          <a:xfrm>
            <a:off x="707542" y="1302783"/>
            <a:ext cx="10737215" cy="2058449"/>
          </a:xfrm>
          <a:prstGeom prst="rect">
            <a:avLst/>
          </a:prstGeom>
          <a:noFill/>
          <a:ln>
            <a:noFill/>
          </a:ln>
        </p:spPr>
        <p:txBody>
          <a:bodyPr anchorCtr="0" anchor="t" bIns="0" lIns="0" spcFirstLastPara="1" rIns="0" wrap="square" tIns="63500">
            <a:spAutoFit/>
          </a:bodyPr>
          <a:lstStyle/>
          <a:p>
            <a:pPr indent="0" lvl="0" marL="12700" marR="5080" rtl="0" algn="l">
              <a:lnSpc>
                <a:spcPct val="104166"/>
              </a:lnSpc>
              <a:spcBef>
                <a:spcPts val="60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Although it is difficult to quantify the true generalization error (i.e., the error of these algorithms over the </a:t>
            </a:r>
            <a:r>
              <a:rPr b="0" i="1" lang="en-US" sz="2400" u="none" cap="none" strike="noStrike">
                <a:solidFill>
                  <a:srgbClr val="000000"/>
                </a:solidFill>
                <a:latin typeface="Arial"/>
                <a:ea typeface="Arial"/>
                <a:cs typeface="Arial"/>
                <a:sym typeface="Arial"/>
              </a:rPr>
              <a:t>complete </a:t>
            </a:r>
            <a:r>
              <a:rPr b="0" i="0" lang="en-US" sz="2400" u="none" cap="none" strike="noStrike">
                <a:solidFill>
                  <a:srgbClr val="000000"/>
                </a:solidFill>
                <a:latin typeface="Arial"/>
                <a:ea typeface="Arial"/>
                <a:cs typeface="Arial"/>
                <a:sym typeface="Arial"/>
              </a:rPr>
              <a:t>distribution of possible examples), we can</a:t>
            </a:r>
            <a:endParaRPr b="0" i="0" sz="2400" u="none" cap="none" strike="noStrike">
              <a:solidFill>
                <a:srgbClr val="000000"/>
              </a:solidFill>
              <a:latin typeface="Arial"/>
              <a:ea typeface="Arial"/>
              <a:cs typeface="Arial"/>
              <a:sym typeface="Arial"/>
            </a:endParaRPr>
          </a:p>
          <a:p>
            <a:pPr indent="0" lvl="0" marL="12700" marR="0" rtl="0" algn="l">
              <a:lnSpc>
                <a:spcPct val="107083"/>
              </a:lnSpc>
              <a:spcBef>
                <a:spcPts val="120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approximate it by </a:t>
            </a:r>
            <a:r>
              <a:rPr b="0" i="1" lang="en-US" sz="2400" u="none" cap="none" strike="noStrike">
                <a:solidFill>
                  <a:srgbClr val="000000"/>
                </a:solidFill>
                <a:latin typeface="Arial"/>
                <a:ea typeface="Arial"/>
                <a:cs typeface="Arial"/>
                <a:sym typeface="Arial"/>
              </a:rPr>
              <a:t>holdout cross-validation</a:t>
            </a:r>
            <a:endParaRPr b="0" i="0" sz="2400" u="none" cap="none" strike="noStrike">
              <a:solidFill>
                <a:srgbClr val="000000"/>
              </a:solidFill>
              <a:latin typeface="Arial"/>
              <a:ea typeface="Arial"/>
              <a:cs typeface="Arial"/>
              <a:sym typeface="Arial"/>
            </a:endParaRPr>
          </a:p>
          <a:p>
            <a:pPr indent="0" lvl="0" marL="12700" marR="0" rtl="0" algn="l">
              <a:lnSpc>
                <a:spcPct val="100000"/>
              </a:lnSpc>
              <a:spcBef>
                <a:spcPts val="1200"/>
              </a:spcBef>
              <a:spcAft>
                <a:spcPts val="600"/>
              </a:spcAft>
              <a:buClr>
                <a:srgbClr val="000000"/>
              </a:buClr>
              <a:buSzPts val="2400"/>
              <a:buFont typeface="Arial"/>
              <a:buNone/>
            </a:pPr>
            <a:r>
              <a:rPr b="0" i="0" lang="en-US" sz="2400" u="none" cap="none" strike="noStrike">
                <a:solidFill>
                  <a:srgbClr val="000000"/>
                </a:solidFill>
                <a:latin typeface="Arial"/>
                <a:ea typeface="Arial"/>
                <a:cs typeface="Arial"/>
                <a:sym typeface="Arial"/>
              </a:rPr>
              <a:t>Basic idea is to split the data set into a training set and a holdout set</a:t>
            </a:r>
            <a:endParaRPr b="0" i="0" sz="2400" u="none" cap="none" strike="noStrike">
              <a:solidFill>
                <a:srgbClr val="000000"/>
              </a:solidFill>
              <a:latin typeface="Arial"/>
              <a:ea typeface="Arial"/>
              <a:cs typeface="Arial"/>
              <a:sym typeface="Arial"/>
            </a:endParaRPr>
          </a:p>
        </p:txBody>
      </p:sp>
      <p:sp>
        <p:nvSpPr>
          <p:cNvPr id="201" name="Google Shape;201;p98"/>
          <p:cNvSpPr txBox="1"/>
          <p:nvPr/>
        </p:nvSpPr>
        <p:spPr>
          <a:xfrm>
            <a:off x="688340" y="4979923"/>
            <a:ext cx="8953500" cy="1104900"/>
          </a:xfrm>
          <a:prstGeom prst="rect">
            <a:avLst/>
          </a:prstGeom>
          <a:noFill/>
          <a:ln>
            <a:noFill/>
          </a:ln>
        </p:spPr>
        <p:txBody>
          <a:bodyPr anchorCtr="0" anchor="t" bIns="0" lIns="0" spcFirstLastPara="1" rIns="0" wrap="square" tIns="12700">
            <a:spAutoFit/>
          </a:bodyPr>
          <a:lstStyle/>
          <a:p>
            <a:pPr indent="0" lvl="0" marL="1838325"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Narrow"/>
                <a:ea typeface="Arial Narrow"/>
                <a:cs typeface="Arial Narrow"/>
                <a:sym typeface="Arial Narrow"/>
              </a:rPr>
              <a:t>All data</a:t>
            </a:r>
            <a:endParaRPr b="0" i="0" sz="18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1390"/>
              </a:spcBef>
              <a:spcAft>
                <a:spcPts val="0"/>
              </a:spcAft>
              <a:buClr>
                <a:srgbClr val="000000"/>
              </a:buClr>
              <a:buSzPts val="1800"/>
              <a:buFont typeface="Arial"/>
              <a:buNone/>
            </a:pPr>
            <a:r>
              <a:t/>
            </a:r>
            <a:endParaRPr b="0" i="0" sz="18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Train the algorithm on the training set and evaluate on the holdout set</a:t>
            </a:r>
            <a:endParaRPr b="0" i="0" sz="2400" u="none" cap="none" strike="noStrike">
              <a:solidFill>
                <a:srgbClr val="000000"/>
              </a:solidFill>
              <a:latin typeface="Arial Narrow"/>
              <a:ea typeface="Arial Narrow"/>
              <a:cs typeface="Arial Narrow"/>
              <a:sym typeface="Arial Narrow"/>
            </a:endParaRPr>
          </a:p>
        </p:txBody>
      </p:sp>
      <p:pic>
        <p:nvPicPr>
          <p:cNvPr id="202" name="Google Shape;202;p98"/>
          <p:cNvPicPr preferRelativeResize="0"/>
          <p:nvPr/>
        </p:nvPicPr>
        <p:blipFill rotWithShape="1">
          <a:blip r:embed="rId3">
            <a:alphaModFix/>
          </a:blip>
          <a:srcRect b="0" l="0" r="0" t="0"/>
          <a:stretch/>
        </p:blipFill>
        <p:spPr>
          <a:xfrm>
            <a:off x="2862069" y="3464017"/>
            <a:ext cx="6463287" cy="1175072"/>
          </a:xfrm>
          <a:prstGeom prst="rect">
            <a:avLst/>
          </a:prstGeom>
          <a:noFill/>
          <a:ln>
            <a:noFill/>
          </a:ln>
        </p:spPr>
      </p:pic>
      <p:pic>
        <p:nvPicPr>
          <p:cNvPr id="203" name="Google Shape;203;p98"/>
          <p:cNvPicPr preferRelativeResize="0"/>
          <p:nvPr/>
        </p:nvPicPr>
        <p:blipFill rotWithShape="1">
          <a:blip r:embed="rId4">
            <a:alphaModFix/>
          </a:blip>
          <a:srcRect b="0" l="0" r="0" t="0"/>
          <a:stretch/>
        </p:blipFill>
        <p:spPr>
          <a:xfrm>
            <a:off x="2900172" y="3482340"/>
            <a:ext cx="6391656" cy="1103374"/>
          </a:xfrm>
          <a:prstGeom prst="rect">
            <a:avLst/>
          </a:prstGeom>
          <a:noFill/>
          <a:ln>
            <a:noFill/>
          </a:ln>
        </p:spPr>
      </p:pic>
      <p:graphicFrame>
        <p:nvGraphicFramePr>
          <p:cNvPr id="204" name="Google Shape;204;p98"/>
          <p:cNvGraphicFramePr/>
          <p:nvPr/>
        </p:nvGraphicFramePr>
        <p:xfrm>
          <a:off x="2895409" y="3477577"/>
          <a:ext cx="3000000" cy="3000000"/>
        </p:xfrm>
        <a:graphic>
          <a:graphicData uri="http://schemas.openxmlformats.org/drawingml/2006/table">
            <a:tbl>
              <a:tblPr bandRow="1" firstRow="1">
                <a:noFill/>
                <a:tableStyleId>{42223116-3C84-4EE4-85F8-6DDD05C4C417}</a:tableStyleId>
              </a:tblPr>
              <a:tblGrid>
                <a:gridCol w="3878575"/>
                <a:gridCol w="2513325"/>
              </a:tblGrid>
              <a:tr h="11036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0" lvl="0" marL="838835" marR="0" rtl="0" algn="l">
                        <a:lnSpc>
                          <a:spcPct val="1000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Training set (e.g. 70%)</a:t>
                      </a:r>
                      <a:endParaRPr sz="1800" u="none" cap="none" strike="noStrike">
                        <a:latin typeface="Arial Narrow"/>
                        <a:ea typeface="Arial Narrow"/>
                        <a:cs typeface="Arial Narrow"/>
                        <a:sym typeface="Arial Narrow"/>
                      </a:endParaRPr>
                    </a:p>
                  </a:txBody>
                  <a:tcPr marT="161925"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245745" lvl="0" marL="567055" marR="347980" rtl="0" algn="l">
                        <a:lnSpc>
                          <a:spcPct val="1022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Holdout / validation set (e.g. 30%)</a:t>
                      </a:r>
                      <a:endParaRPr sz="1800" u="none" cap="none" strike="noStrike">
                        <a:latin typeface="Arial Narrow"/>
                        <a:ea typeface="Arial Narrow"/>
                        <a:cs typeface="Arial Narrow"/>
                        <a:sym typeface="Arial Narrow"/>
                      </a:endParaRPr>
                    </a:p>
                  </a:txBody>
                  <a:tcPr marT="3800"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r>
            </a:tbl>
          </a:graphicData>
        </a:graphic>
      </p:graphicFrame>
      <p:grpSp>
        <p:nvGrpSpPr>
          <p:cNvPr id="205" name="Google Shape;205;p98"/>
          <p:cNvGrpSpPr/>
          <p:nvPr/>
        </p:nvGrpSpPr>
        <p:grpSpPr>
          <a:xfrm>
            <a:off x="2845306" y="4747233"/>
            <a:ext cx="6498336" cy="277393"/>
            <a:chOff x="2845306" y="4747233"/>
            <a:chExt cx="6498336" cy="277393"/>
          </a:xfrm>
        </p:grpSpPr>
        <p:pic>
          <p:nvPicPr>
            <p:cNvPr id="206" name="Google Shape;206;p98"/>
            <p:cNvPicPr preferRelativeResize="0"/>
            <p:nvPr/>
          </p:nvPicPr>
          <p:blipFill rotWithShape="1">
            <a:blip r:embed="rId5">
              <a:alphaModFix/>
            </a:blip>
            <a:srcRect b="0" l="0" r="0" t="0"/>
            <a:stretch/>
          </p:blipFill>
          <p:spPr>
            <a:xfrm>
              <a:off x="2845306" y="4747233"/>
              <a:ext cx="6498336" cy="277393"/>
            </a:xfrm>
            <a:prstGeom prst="rect">
              <a:avLst/>
            </a:prstGeom>
            <a:noFill/>
            <a:ln>
              <a:noFill/>
            </a:ln>
          </p:spPr>
        </p:pic>
        <p:sp>
          <p:nvSpPr>
            <p:cNvPr id="207" name="Google Shape;207;p98"/>
            <p:cNvSpPr/>
            <p:nvPr/>
          </p:nvSpPr>
          <p:spPr>
            <a:xfrm>
              <a:off x="2900932" y="4769358"/>
              <a:ext cx="6391910" cy="184785"/>
            </a:xfrm>
            <a:custGeom>
              <a:rect b="b" l="l" r="r" t="t"/>
              <a:pathLst>
                <a:path extrusionOk="0" h="184785" w="6391909">
                  <a:moveTo>
                    <a:pt x="6391657" y="0"/>
                  </a:moveTo>
                  <a:lnTo>
                    <a:pt x="6390452" y="35891"/>
                  </a:lnTo>
                  <a:lnTo>
                    <a:pt x="6387164" y="65198"/>
                  </a:lnTo>
                  <a:lnTo>
                    <a:pt x="6382280" y="84957"/>
                  </a:lnTo>
                  <a:lnTo>
                    <a:pt x="6376290" y="92202"/>
                  </a:lnTo>
                  <a:lnTo>
                    <a:pt x="3211196" y="92202"/>
                  </a:lnTo>
                  <a:lnTo>
                    <a:pt x="3205204" y="99446"/>
                  </a:lnTo>
                  <a:lnTo>
                    <a:pt x="3200320" y="119205"/>
                  </a:lnTo>
                  <a:lnTo>
                    <a:pt x="3197032" y="148512"/>
                  </a:lnTo>
                  <a:lnTo>
                    <a:pt x="3195828" y="184404"/>
                  </a:lnTo>
                  <a:lnTo>
                    <a:pt x="3194624" y="148512"/>
                  </a:lnTo>
                  <a:lnTo>
                    <a:pt x="3191336" y="119205"/>
                  </a:lnTo>
                  <a:lnTo>
                    <a:pt x="3186452" y="99446"/>
                  </a:lnTo>
                  <a:lnTo>
                    <a:pt x="3180462" y="92202"/>
                  </a:lnTo>
                  <a:lnTo>
                    <a:pt x="15367" y="92202"/>
                  </a:lnTo>
                  <a:lnTo>
                    <a:pt x="9376" y="84957"/>
                  </a:lnTo>
                  <a:lnTo>
                    <a:pt x="4492" y="65198"/>
                  </a:lnTo>
                  <a:lnTo>
                    <a:pt x="1204" y="35891"/>
                  </a:lnTo>
                  <a:lnTo>
                    <a:pt x="0" y="0"/>
                  </a:lnTo>
                </a:path>
              </a:pathLst>
            </a:custGeom>
            <a:noFill/>
            <a:ln cap="flat" cmpd="sng" w="25400">
              <a:solidFill>
                <a:srgbClr val="4966A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8" name="Google Shape;208;p98"/>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19</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descr="$PPTXTitle" id="213" name="Google Shape;213;p104"/>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889885" rtl="0" algn="l">
              <a:lnSpc>
                <a:spcPct val="100000"/>
              </a:lnSpc>
              <a:spcBef>
                <a:spcPts val="0"/>
              </a:spcBef>
              <a:spcAft>
                <a:spcPts val="0"/>
              </a:spcAft>
              <a:buSzPts val="1400"/>
              <a:buNone/>
            </a:pPr>
            <a:r>
              <a:rPr lang="en-US"/>
              <a:t>K-fold cross-validation</a:t>
            </a:r>
            <a:endParaRPr/>
          </a:p>
        </p:txBody>
      </p:sp>
      <p:sp>
        <p:nvSpPr>
          <p:cNvPr id="214" name="Google Shape;214;p104"/>
          <p:cNvSpPr txBox="1"/>
          <p:nvPr/>
        </p:nvSpPr>
        <p:spPr>
          <a:xfrm>
            <a:off x="688340" y="1611883"/>
            <a:ext cx="10844911" cy="112825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 more involved (but actually slightly more common) version of cross validation</a:t>
            </a:r>
            <a:endParaRPr b="0" i="0" sz="2400" u="none" cap="none" strike="noStrike">
              <a:solidFill>
                <a:srgbClr val="000000"/>
              </a:solidFill>
              <a:latin typeface="Arial"/>
              <a:ea typeface="Arial"/>
              <a:cs typeface="Arial"/>
              <a:sym typeface="Arial"/>
            </a:endParaRPr>
          </a:p>
          <a:p>
            <a:pPr indent="0" lvl="0" marL="12700" marR="65151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Split data set into 𝑘 disjoint subsets (folds); train on 𝑘 − 1 and evaluate on remaining fold; repeat 𝑘 times, holding out each fold once</a:t>
            </a:r>
            <a:endParaRPr b="0" i="0" sz="2400" u="none" cap="none" strike="noStrike">
              <a:solidFill>
                <a:srgbClr val="000000"/>
              </a:solidFill>
              <a:latin typeface="Arial"/>
              <a:ea typeface="Arial"/>
              <a:cs typeface="Arial"/>
              <a:sym typeface="Arial"/>
            </a:endParaRPr>
          </a:p>
        </p:txBody>
      </p:sp>
      <p:sp>
        <p:nvSpPr>
          <p:cNvPr id="215" name="Google Shape;215;p104"/>
          <p:cNvSpPr txBox="1"/>
          <p:nvPr/>
        </p:nvSpPr>
        <p:spPr>
          <a:xfrm>
            <a:off x="688340" y="4979923"/>
            <a:ext cx="8100060" cy="1038746"/>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Narrow"/>
                <a:ea typeface="Arial Narrow"/>
                <a:cs typeface="Arial Narrow"/>
                <a:sym typeface="Arial Narrow"/>
              </a:rPr>
              <a:t>All data</a:t>
            </a:r>
            <a:endParaRPr b="0" i="0" sz="18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790"/>
              </a:spcBef>
              <a:spcAft>
                <a:spcPts val="0"/>
              </a:spcAft>
              <a:buClr>
                <a:srgbClr val="000000"/>
              </a:buClr>
              <a:buSzPts val="1800"/>
              <a:buFont typeface="Arial"/>
              <a:buNone/>
            </a:pPr>
            <a:r>
              <a:t/>
            </a:r>
            <a:endParaRPr b="0" i="0" sz="18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Report average error over all held out folds</a:t>
            </a:r>
            <a:endParaRPr b="0" i="0" sz="2400" u="none" cap="none" strike="noStrike">
              <a:solidFill>
                <a:srgbClr val="000000"/>
              </a:solidFill>
              <a:latin typeface="Arial"/>
              <a:ea typeface="Arial"/>
              <a:cs typeface="Arial"/>
              <a:sym typeface="Arial"/>
            </a:endParaRPr>
          </a:p>
        </p:txBody>
      </p:sp>
      <p:pic>
        <p:nvPicPr>
          <p:cNvPr id="216" name="Google Shape;216;p104"/>
          <p:cNvPicPr preferRelativeResize="0"/>
          <p:nvPr/>
        </p:nvPicPr>
        <p:blipFill rotWithShape="1">
          <a:blip r:embed="rId3">
            <a:alphaModFix/>
          </a:blip>
          <a:srcRect b="0" l="0" r="0" t="0"/>
          <a:stretch/>
        </p:blipFill>
        <p:spPr>
          <a:xfrm>
            <a:off x="2862069" y="3464017"/>
            <a:ext cx="6463287" cy="1175072"/>
          </a:xfrm>
          <a:prstGeom prst="rect">
            <a:avLst/>
          </a:prstGeom>
          <a:noFill/>
          <a:ln>
            <a:noFill/>
          </a:ln>
        </p:spPr>
      </p:pic>
      <p:pic>
        <p:nvPicPr>
          <p:cNvPr id="217" name="Google Shape;217;p104"/>
          <p:cNvPicPr preferRelativeResize="0"/>
          <p:nvPr/>
        </p:nvPicPr>
        <p:blipFill rotWithShape="1">
          <a:blip r:embed="rId4">
            <a:alphaModFix/>
          </a:blip>
          <a:srcRect b="0" l="0" r="0" t="0"/>
          <a:stretch/>
        </p:blipFill>
        <p:spPr>
          <a:xfrm>
            <a:off x="2900172" y="3482340"/>
            <a:ext cx="6391656" cy="1103374"/>
          </a:xfrm>
          <a:prstGeom prst="rect">
            <a:avLst/>
          </a:prstGeom>
          <a:noFill/>
          <a:ln>
            <a:noFill/>
          </a:ln>
        </p:spPr>
      </p:pic>
      <p:graphicFrame>
        <p:nvGraphicFramePr>
          <p:cNvPr id="218" name="Google Shape;218;p104"/>
          <p:cNvGraphicFramePr/>
          <p:nvPr/>
        </p:nvGraphicFramePr>
        <p:xfrm>
          <a:off x="2890647" y="3472815"/>
          <a:ext cx="3000000" cy="3000000"/>
        </p:xfrm>
        <a:graphic>
          <a:graphicData uri="http://schemas.openxmlformats.org/drawingml/2006/table">
            <a:tbl>
              <a:tblPr bandRow="1" firstRow="1">
                <a:noFill/>
                <a:tableStyleId>{42223116-3C84-4EE4-85F8-6DDD05C4C417}</a:tableStyleId>
              </a:tblPr>
              <a:tblGrid>
                <a:gridCol w="1656725"/>
                <a:gridCol w="1644650"/>
                <a:gridCol w="1370325"/>
                <a:gridCol w="1720850"/>
              </a:tblGrid>
              <a:tr h="11030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0" lvl="0" marL="607060" marR="0" rtl="0" algn="l">
                        <a:lnSpc>
                          <a:spcPct val="1000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Fold 1</a:t>
                      </a:r>
                      <a:endParaRPr sz="1800" u="none" cap="none" strike="noStrike">
                        <a:latin typeface="Arial Narrow"/>
                        <a:ea typeface="Arial Narrow"/>
                        <a:cs typeface="Arial Narrow"/>
                        <a:sym typeface="Arial Narrow"/>
                      </a:endParaRPr>
                    </a:p>
                  </a:txBody>
                  <a:tcPr marT="160650"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0" lvl="0" marL="505459" marR="0" rtl="0" algn="l">
                        <a:lnSpc>
                          <a:spcPct val="1000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Fold 2</a:t>
                      </a:r>
                      <a:endParaRPr sz="1800" u="none" cap="none" strike="noStrike">
                        <a:latin typeface="Arial Narrow"/>
                        <a:ea typeface="Arial Narrow"/>
                        <a:cs typeface="Arial Narrow"/>
                        <a:sym typeface="Arial Narrow"/>
                      </a:endParaRPr>
                    </a:p>
                  </a:txBody>
                  <a:tcPr marT="172725"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0" lvl="0" marL="46355" marR="0" rtl="0" algn="ctr">
                        <a:lnSpc>
                          <a:spcPct val="1000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a:t>
                      </a:r>
                      <a:endParaRPr sz="1800" u="none" cap="none" strike="noStrike">
                        <a:latin typeface="Arial Narrow"/>
                        <a:ea typeface="Arial Narrow"/>
                        <a:cs typeface="Arial Narrow"/>
                        <a:sym typeface="Arial Narrow"/>
                      </a:endParaRPr>
                    </a:p>
                  </a:txBody>
                  <a:tcPr marT="160650"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Times New Roman"/>
                        <a:ea typeface="Times New Roman"/>
                        <a:cs typeface="Times New Roman"/>
                        <a:sym typeface="Times New Roman"/>
                      </a:endParaRPr>
                    </a:p>
                    <a:p>
                      <a:pPr indent="0" lvl="0" marL="554990" marR="0" rtl="0" algn="l">
                        <a:lnSpc>
                          <a:spcPct val="100000"/>
                        </a:lnSpc>
                        <a:spcBef>
                          <a:spcPts val="0"/>
                        </a:spcBef>
                        <a:spcAft>
                          <a:spcPts val="0"/>
                        </a:spcAft>
                        <a:buClr>
                          <a:srgbClr val="000000"/>
                        </a:buClr>
                        <a:buSzPts val="1800"/>
                        <a:buFont typeface="Arial"/>
                        <a:buNone/>
                      </a:pPr>
                      <a:r>
                        <a:rPr lang="en-US" sz="1800" u="none" cap="none" strike="noStrike">
                          <a:latin typeface="Arial Narrow"/>
                          <a:ea typeface="Arial Narrow"/>
                          <a:cs typeface="Arial Narrow"/>
                          <a:sym typeface="Arial Narrow"/>
                        </a:rPr>
                        <a:t>Fold </a:t>
                      </a:r>
                      <a:r>
                        <a:rPr lang="en-US" sz="1800" u="none" cap="none" strike="noStrike">
                          <a:latin typeface="Arial"/>
                          <a:ea typeface="Arial"/>
                          <a:cs typeface="Arial"/>
                          <a:sym typeface="Arial"/>
                        </a:rPr>
                        <a:t>𝑘</a:t>
                      </a:r>
                      <a:endParaRPr sz="1800" u="none" cap="none" strike="noStrike">
                        <a:latin typeface="Arial"/>
                        <a:ea typeface="Arial"/>
                        <a:cs typeface="Arial"/>
                        <a:sym typeface="Arial"/>
                      </a:endParaRPr>
                    </a:p>
                  </a:txBody>
                  <a:tcPr marT="148600" marB="0" marR="0" marL="0">
                    <a:lnL cap="flat" cmpd="sng" w="9525">
                      <a:solidFill>
                        <a:srgbClr val="4662AA"/>
                      </a:solidFill>
                      <a:prstDash val="solid"/>
                      <a:round/>
                      <a:headEnd len="sm" w="sm" type="none"/>
                      <a:tailEnd len="sm" w="sm" type="none"/>
                    </a:lnL>
                    <a:lnR cap="flat" cmpd="sng" w="9525">
                      <a:solidFill>
                        <a:srgbClr val="4662AA"/>
                      </a:solidFill>
                      <a:prstDash val="solid"/>
                      <a:round/>
                      <a:headEnd len="sm" w="sm" type="none"/>
                      <a:tailEnd len="sm" w="sm" type="none"/>
                    </a:lnR>
                    <a:lnT cap="flat" cmpd="sng" w="9525">
                      <a:solidFill>
                        <a:srgbClr val="4662AA"/>
                      </a:solidFill>
                      <a:prstDash val="solid"/>
                      <a:round/>
                      <a:headEnd len="sm" w="sm" type="none"/>
                      <a:tailEnd len="sm" w="sm" type="none"/>
                    </a:lnT>
                    <a:lnB cap="flat" cmpd="sng" w="9525">
                      <a:solidFill>
                        <a:srgbClr val="4662AA"/>
                      </a:solidFill>
                      <a:prstDash val="solid"/>
                      <a:round/>
                      <a:headEnd len="sm" w="sm" type="none"/>
                      <a:tailEnd len="sm" w="sm" type="none"/>
                    </a:lnB>
                  </a:tcPr>
                </a:tc>
              </a:tr>
            </a:tbl>
          </a:graphicData>
        </a:graphic>
      </p:graphicFrame>
      <p:grpSp>
        <p:nvGrpSpPr>
          <p:cNvPr id="219" name="Google Shape;219;p104"/>
          <p:cNvGrpSpPr/>
          <p:nvPr/>
        </p:nvGrpSpPr>
        <p:grpSpPr>
          <a:xfrm>
            <a:off x="2845306" y="4747233"/>
            <a:ext cx="6498336" cy="277393"/>
            <a:chOff x="2845306" y="4747233"/>
            <a:chExt cx="6498336" cy="277393"/>
          </a:xfrm>
        </p:grpSpPr>
        <p:pic>
          <p:nvPicPr>
            <p:cNvPr id="220" name="Google Shape;220;p104"/>
            <p:cNvPicPr preferRelativeResize="0"/>
            <p:nvPr/>
          </p:nvPicPr>
          <p:blipFill rotWithShape="1">
            <a:blip r:embed="rId5">
              <a:alphaModFix/>
            </a:blip>
            <a:srcRect b="0" l="0" r="0" t="0"/>
            <a:stretch/>
          </p:blipFill>
          <p:spPr>
            <a:xfrm>
              <a:off x="2845306" y="4747233"/>
              <a:ext cx="6498336" cy="277393"/>
            </a:xfrm>
            <a:prstGeom prst="rect">
              <a:avLst/>
            </a:prstGeom>
            <a:noFill/>
            <a:ln>
              <a:noFill/>
            </a:ln>
          </p:spPr>
        </p:pic>
        <p:sp>
          <p:nvSpPr>
            <p:cNvPr id="221" name="Google Shape;221;p104"/>
            <p:cNvSpPr/>
            <p:nvPr/>
          </p:nvSpPr>
          <p:spPr>
            <a:xfrm>
              <a:off x="2900932" y="4769358"/>
              <a:ext cx="6391910" cy="184785"/>
            </a:xfrm>
            <a:custGeom>
              <a:rect b="b" l="l" r="r" t="t"/>
              <a:pathLst>
                <a:path extrusionOk="0" h="184785" w="6391909">
                  <a:moveTo>
                    <a:pt x="6391657" y="0"/>
                  </a:moveTo>
                  <a:lnTo>
                    <a:pt x="6390452" y="35891"/>
                  </a:lnTo>
                  <a:lnTo>
                    <a:pt x="6387164" y="65198"/>
                  </a:lnTo>
                  <a:lnTo>
                    <a:pt x="6382280" y="84957"/>
                  </a:lnTo>
                  <a:lnTo>
                    <a:pt x="6376290" y="92202"/>
                  </a:lnTo>
                  <a:lnTo>
                    <a:pt x="3211196" y="92202"/>
                  </a:lnTo>
                  <a:lnTo>
                    <a:pt x="3205204" y="99446"/>
                  </a:lnTo>
                  <a:lnTo>
                    <a:pt x="3200320" y="119205"/>
                  </a:lnTo>
                  <a:lnTo>
                    <a:pt x="3197032" y="148512"/>
                  </a:lnTo>
                  <a:lnTo>
                    <a:pt x="3195828" y="184404"/>
                  </a:lnTo>
                  <a:lnTo>
                    <a:pt x="3194624" y="148512"/>
                  </a:lnTo>
                  <a:lnTo>
                    <a:pt x="3191336" y="119205"/>
                  </a:lnTo>
                  <a:lnTo>
                    <a:pt x="3186452" y="99446"/>
                  </a:lnTo>
                  <a:lnTo>
                    <a:pt x="3180462" y="92202"/>
                  </a:lnTo>
                  <a:lnTo>
                    <a:pt x="15367" y="92202"/>
                  </a:lnTo>
                  <a:lnTo>
                    <a:pt x="9376" y="84957"/>
                  </a:lnTo>
                  <a:lnTo>
                    <a:pt x="4492" y="65198"/>
                  </a:lnTo>
                  <a:lnTo>
                    <a:pt x="1204" y="35891"/>
                  </a:lnTo>
                  <a:lnTo>
                    <a:pt x="0" y="0"/>
                  </a:lnTo>
                </a:path>
              </a:pathLst>
            </a:custGeom>
            <a:noFill/>
            <a:ln cap="flat" cmpd="sng" w="25400">
              <a:solidFill>
                <a:srgbClr val="4966A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descr="$PPTXTitle" id="226" name="Google Shape;226;p105"/>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889885" rtl="0" algn="l">
              <a:lnSpc>
                <a:spcPct val="100000"/>
              </a:lnSpc>
              <a:spcBef>
                <a:spcPts val="0"/>
              </a:spcBef>
              <a:spcAft>
                <a:spcPts val="0"/>
              </a:spcAft>
              <a:buSzPts val="1400"/>
              <a:buNone/>
            </a:pPr>
            <a:r>
              <a:rPr lang="en-US"/>
              <a:t>K-fold cross-validation</a:t>
            </a:r>
            <a:endParaRPr/>
          </a:p>
        </p:txBody>
      </p:sp>
      <p:sp>
        <p:nvSpPr>
          <p:cNvPr id="227" name="Google Shape;227;p105"/>
          <p:cNvSpPr txBox="1"/>
          <p:nvPr/>
        </p:nvSpPr>
        <p:spPr>
          <a:xfrm>
            <a:off x="688340" y="1611883"/>
            <a:ext cx="235902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K=4-fold example:</a:t>
            </a:r>
            <a:endParaRPr b="0" i="0" sz="2400" u="none" cap="none" strike="noStrike">
              <a:solidFill>
                <a:srgbClr val="000000"/>
              </a:solidFill>
              <a:latin typeface="Arial Narrow"/>
              <a:ea typeface="Arial Narrow"/>
              <a:cs typeface="Arial Narrow"/>
              <a:sym typeface="Arial Narrow"/>
            </a:endParaRPr>
          </a:p>
        </p:txBody>
      </p:sp>
      <p:pic>
        <p:nvPicPr>
          <p:cNvPr id="228" name="Google Shape;228;p105"/>
          <p:cNvPicPr preferRelativeResize="0"/>
          <p:nvPr/>
        </p:nvPicPr>
        <p:blipFill rotWithShape="1">
          <a:blip r:embed="rId3">
            <a:alphaModFix/>
          </a:blip>
          <a:srcRect b="0" l="0" r="0" t="0"/>
          <a:stretch/>
        </p:blipFill>
        <p:spPr>
          <a:xfrm>
            <a:off x="1546985" y="2835781"/>
            <a:ext cx="8987028" cy="461772"/>
          </a:xfrm>
          <a:prstGeom prst="rect">
            <a:avLst/>
          </a:prstGeom>
          <a:noFill/>
          <a:ln>
            <a:noFill/>
          </a:ln>
        </p:spPr>
      </p:pic>
      <p:pic>
        <p:nvPicPr>
          <p:cNvPr id="229" name="Google Shape;229;p105"/>
          <p:cNvPicPr preferRelativeResize="0"/>
          <p:nvPr/>
        </p:nvPicPr>
        <p:blipFill rotWithShape="1">
          <a:blip r:embed="rId4">
            <a:alphaModFix/>
          </a:blip>
          <a:srcRect b="0" l="0" r="0" t="0"/>
          <a:stretch/>
        </p:blipFill>
        <p:spPr>
          <a:xfrm>
            <a:off x="1546985" y="3760849"/>
            <a:ext cx="8987028" cy="463294"/>
          </a:xfrm>
          <a:prstGeom prst="rect">
            <a:avLst/>
          </a:prstGeom>
          <a:noFill/>
          <a:ln>
            <a:noFill/>
          </a:ln>
        </p:spPr>
      </p:pic>
      <p:pic>
        <p:nvPicPr>
          <p:cNvPr id="230" name="Google Shape;230;p105"/>
          <p:cNvPicPr preferRelativeResize="0"/>
          <p:nvPr/>
        </p:nvPicPr>
        <p:blipFill rotWithShape="1">
          <a:blip r:embed="rId5">
            <a:alphaModFix/>
          </a:blip>
          <a:srcRect b="0" l="0" r="0" t="0"/>
          <a:stretch/>
        </p:blipFill>
        <p:spPr>
          <a:xfrm>
            <a:off x="1546985" y="4687441"/>
            <a:ext cx="8987028" cy="461772"/>
          </a:xfrm>
          <a:prstGeom prst="rect">
            <a:avLst/>
          </a:prstGeom>
          <a:noFill/>
          <a:ln>
            <a:noFill/>
          </a:ln>
        </p:spPr>
      </p:pic>
      <p:pic>
        <p:nvPicPr>
          <p:cNvPr id="231" name="Google Shape;231;p105"/>
          <p:cNvPicPr preferRelativeResize="0"/>
          <p:nvPr/>
        </p:nvPicPr>
        <p:blipFill rotWithShape="1">
          <a:blip r:embed="rId6">
            <a:alphaModFix/>
          </a:blip>
          <a:srcRect b="0" l="0" r="0" t="0"/>
          <a:stretch/>
        </p:blipFill>
        <p:spPr>
          <a:xfrm>
            <a:off x="1546985" y="5612522"/>
            <a:ext cx="8987028" cy="463294"/>
          </a:xfrm>
          <a:prstGeom prst="rect">
            <a:avLst/>
          </a:prstGeom>
          <a:noFill/>
          <a:ln>
            <a:noFill/>
          </a:ln>
        </p:spPr>
      </p:pic>
      <p:graphicFrame>
        <p:nvGraphicFramePr>
          <p:cNvPr id="232" name="Google Shape;232;p105"/>
          <p:cNvGraphicFramePr/>
          <p:nvPr/>
        </p:nvGraphicFramePr>
        <p:xfrm>
          <a:off x="1532697" y="2358198"/>
          <a:ext cx="3000000" cy="3000000"/>
        </p:xfrm>
        <a:graphic>
          <a:graphicData uri="http://schemas.openxmlformats.org/drawingml/2006/table">
            <a:tbl>
              <a:tblPr bandRow="1" firstRow="1">
                <a:noFill/>
                <a:tableStyleId>{42223116-3C84-4EE4-85F8-6DDD05C4C417}</a:tableStyleId>
              </a:tblPr>
              <a:tblGrid>
                <a:gridCol w="2408675"/>
                <a:gridCol w="2408675"/>
                <a:gridCol w="2408675"/>
                <a:gridCol w="2408675"/>
              </a:tblGrid>
              <a:tr h="770125">
                <a:tc>
                  <a:txBody>
                    <a:bodyPr/>
                    <a:lstStyle/>
                    <a:p>
                      <a:pPr indent="0" lvl="0" marL="5715" marR="0" rtl="0" algn="ctr">
                        <a:lnSpc>
                          <a:spcPct val="100000"/>
                        </a:lnSpc>
                        <a:spcBef>
                          <a:spcPts val="0"/>
                        </a:spcBef>
                        <a:spcAft>
                          <a:spcPts val="0"/>
                        </a:spcAft>
                        <a:buClr>
                          <a:srgbClr val="000000"/>
                        </a:buClr>
                        <a:buSzPts val="2000"/>
                        <a:buFont typeface="Arial"/>
                        <a:buNone/>
                      </a:pPr>
                      <a:r>
                        <a:rPr b="1" lang="en-US" sz="2000" u="none" cap="none" strike="noStrike">
                          <a:latin typeface="Arial"/>
                          <a:ea typeface="Arial"/>
                          <a:cs typeface="Arial"/>
                          <a:sym typeface="Arial"/>
                        </a:rPr>
                        <a:t>Fold 1</a:t>
                      </a:r>
                      <a:endParaRPr sz="2000" u="none" cap="none" strike="noStrike">
                        <a:latin typeface="Arial"/>
                        <a:ea typeface="Arial"/>
                        <a:cs typeface="Arial"/>
                        <a:sym typeface="Arial"/>
                      </a:endParaRPr>
                    </a:p>
                  </a:txBody>
                  <a:tcPr marT="838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6350" marR="0" rtl="0" algn="ctr">
                        <a:lnSpc>
                          <a:spcPct val="100000"/>
                        </a:lnSpc>
                        <a:spcBef>
                          <a:spcPts val="0"/>
                        </a:spcBef>
                        <a:spcAft>
                          <a:spcPts val="0"/>
                        </a:spcAft>
                        <a:buClr>
                          <a:srgbClr val="000000"/>
                        </a:buClr>
                        <a:buSzPts val="2000"/>
                        <a:buFont typeface="Arial"/>
                        <a:buNone/>
                      </a:pPr>
                      <a:r>
                        <a:rPr b="1" lang="en-US" sz="2000" u="none" cap="none" strike="noStrike">
                          <a:latin typeface="Arial"/>
                          <a:ea typeface="Arial"/>
                          <a:cs typeface="Arial"/>
                          <a:sym typeface="Arial"/>
                        </a:rPr>
                        <a:t>Fold 2</a:t>
                      </a:r>
                      <a:endParaRPr sz="2000" u="none" cap="none" strike="noStrike">
                        <a:latin typeface="Arial"/>
                        <a:ea typeface="Arial"/>
                        <a:cs typeface="Arial"/>
                        <a:sym typeface="Arial"/>
                      </a:endParaRPr>
                    </a:p>
                  </a:txBody>
                  <a:tcPr marT="838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7620" marR="0" rtl="0" algn="ctr">
                        <a:lnSpc>
                          <a:spcPct val="100000"/>
                        </a:lnSpc>
                        <a:spcBef>
                          <a:spcPts val="0"/>
                        </a:spcBef>
                        <a:spcAft>
                          <a:spcPts val="0"/>
                        </a:spcAft>
                        <a:buClr>
                          <a:srgbClr val="000000"/>
                        </a:buClr>
                        <a:buSzPts val="2000"/>
                        <a:buFont typeface="Arial"/>
                        <a:buNone/>
                      </a:pPr>
                      <a:r>
                        <a:rPr b="1" lang="en-US" sz="2000" u="none" cap="none" strike="noStrike">
                          <a:latin typeface="Arial"/>
                          <a:ea typeface="Arial"/>
                          <a:cs typeface="Arial"/>
                          <a:sym typeface="Arial"/>
                        </a:rPr>
                        <a:t>Fold 3</a:t>
                      </a:r>
                      <a:endParaRPr sz="2000" u="none" cap="none" strike="noStrike">
                        <a:latin typeface="Arial"/>
                        <a:ea typeface="Arial"/>
                        <a:cs typeface="Arial"/>
                        <a:sym typeface="Arial"/>
                      </a:endParaRPr>
                    </a:p>
                  </a:txBody>
                  <a:tcPr marT="838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17145" marR="0" rtl="0" algn="ctr">
                        <a:lnSpc>
                          <a:spcPct val="100000"/>
                        </a:lnSpc>
                        <a:spcBef>
                          <a:spcPts val="0"/>
                        </a:spcBef>
                        <a:spcAft>
                          <a:spcPts val="0"/>
                        </a:spcAft>
                        <a:buClr>
                          <a:srgbClr val="000000"/>
                        </a:buClr>
                        <a:buSzPts val="2000"/>
                        <a:buFont typeface="Arial"/>
                        <a:buNone/>
                      </a:pPr>
                      <a:r>
                        <a:rPr b="1" lang="en-US" sz="2000" u="none" cap="none" strike="noStrike">
                          <a:latin typeface="Arial"/>
                          <a:ea typeface="Arial"/>
                          <a:cs typeface="Arial"/>
                          <a:sym typeface="Arial"/>
                        </a:rPr>
                        <a:t>Fold 4</a:t>
                      </a:r>
                      <a:endParaRPr sz="2000" u="none" cap="none" strike="noStrike">
                        <a:latin typeface="Arial"/>
                        <a:ea typeface="Arial"/>
                        <a:cs typeface="Arial"/>
                        <a:sym typeface="Arial"/>
                      </a:endParaRPr>
                    </a:p>
                  </a:txBody>
                  <a:tcPr marT="838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01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876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876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876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8255"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Val</a:t>
                      </a:r>
                      <a:endParaRPr sz="2000" u="none" cap="none" strike="noStrike">
                        <a:latin typeface="Arial Narrow"/>
                        <a:ea typeface="Arial Narrow"/>
                        <a:cs typeface="Arial Narrow"/>
                        <a:sym typeface="Arial Narrow"/>
                      </a:endParaRPr>
                    </a:p>
                  </a:txBody>
                  <a:tcPr marT="8762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1225">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01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14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14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Val</a:t>
                      </a:r>
                      <a:endParaRPr sz="2000" u="none" cap="none" strike="noStrike">
                        <a:latin typeface="Arial Narrow"/>
                        <a:ea typeface="Arial Narrow"/>
                        <a:cs typeface="Arial Narrow"/>
                        <a:sym typeface="Arial Narrow"/>
                      </a:endParaRPr>
                    </a:p>
                  </a:txBody>
                  <a:tcPr marT="914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889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145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1225">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01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20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Val</a:t>
                      </a:r>
                      <a:endParaRPr sz="2000" u="none" cap="none" strike="noStrike">
                        <a:latin typeface="Arial Narrow"/>
                        <a:ea typeface="Arial Narrow"/>
                        <a:cs typeface="Arial Narrow"/>
                        <a:sym typeface="Arial Narrow"/>
                      </a:endParaRPr>
                    </a:p>
                  </a:txBody>
                  <a:tcPr marT="920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20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889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20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0125">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t/>
                      </a:r>
                      <a:endParaRPr sz="2000" u="none" cap="none" strike="noStrike">
                        <a:latin typeface="Times New Roman"/>
                        <a:ea typeface="Times New Roman"/>
                        <a:cs typeface="Times New Roman"/>
                        <a:sym typeface="Times New Roman"/>
                      </a:endParaRPr>
                    </a:p>
                  </a:txBody>
                  <a:tcPr marT="0"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r h="770125">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Val</a:t>
                      </a:r>
                      <a:endParaRPr sz="2000" u="none" cap="none" strike="noStrike">
                        <a:latin typeface="Arial Narrow"/>
                        <a:ea typeface="Arial Narrow"/>
                        <a:cs typeface="Arial Narrow"/>
                        <a:sym typeface="Arial Narrow"/>
                      </a:endParaRPr>
                    </a:p>
                  </a:txBody>
                  <a:tcPr marT="901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01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01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c>
                  <a:txBody>
                    <a:bodyPr/>
                    <a:lstStyle/>
                    <a:p>
                      <a:pPr indent="0" lvl="0" marL="8890" marR="0" rtl="0" algn="ctr">
                        <a:lnSpc>
                          <a:spcPct val="100000"/>
                        </a:lnSpc>
                        <a:spcBef>
                          <a:spcPts val="0"/>
                        </a:spcBef>
                        <a:spcAft>
                          <a:spcPts val="0"/>
                        </a:spcAft>
                        <a:buClr>
                          <a:srgbClr val="000000"/>
                        </a:buClr>
                        <a:buSzPts val="2000"/>
                        <a:buFont typeface="Arial"/>
                        <a:buNone/>
                      </a:pPr>
                      <a:r>
                        <a:rPr lang="en-US" sz="2000" u="none" cap="none" strike="noStrike">
                          <a:latin typeface="Arial Narrow"/>
                          <a:ea typeface="Arial Narrow"/>
                          <a:cs typeface="Arial Narrow"/>
                          <a:sym typeface="Arial Narrow"/>
                        </a:rPr>
                        <a:t>Train</a:t>
                      </a:r>
                      <a:endParaRPr sz="2000" u="none" cap="none" strike="noStrike">
                        <a:latin typeface="Arial Narrow"/>
                        <a:ea typeface="Arial Narrow"/>
                        <a:cs typeface="Arial Narrow"/>
                        <a:sym typeface="Arial Narrow"/>
                      </a:endParaRPr>
                    </a:p>
                  </a:txBody>
                  <a:tcPr marT="90175" marB="0" marR="0" marL="0">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descr="$PPTXTitle" id="237" name="Google Shape;237;p99"/>
          <p:cNvSpPr txBox="1"/>
          <p:nvPr>
            <p:ph type="title"/>
          </p:nvPr>
        </p:nvSpPr>
        <p:spPr>
          <a:xfrm>
            <a:off x="-1658847" y="2491884"/>
            <a:ext cx="5643528" cy="2130777"/>
          </a:xfrm>
          <a:prstGeom prst="rect">
            <a:avLst/>
          </a:prstGeom>
          <a:noFill/>
          <a:ln>
            <a:noFill/>
          </a:ln>
        </p:spPr>
        <p:txBody>
          <a:bodyPr anchorCtr="0" anchor="b" bIns="45700" lIns="91425" spcFirstLastPara="1" rIns="91425" wrap="square" tIns="45700">
            <a:normAutofit/>
          </a:bodyPr>
          <a:lstStyle/>
          <a:p>
            <a:pPr indent="0" lvl="0" marL="2677160" rtl="0" algn="ctr">
              <a:lnSpc>
                <a:spcPct val="90000"/>
              </a:lnSpc>
              <a:spcBef>
                <a:spcPts val="0"/>
              </a:spcBef>
              <a:spcAft>
                <a:spcPts val="0"/>
              </a:spcAft>
              <a:buSzPts val="1400"/>
              <a:buNone/>
            </a:pPr>
            <a:r>
              <a:rPr b="1" lang="en-US" sz="3100">
                <a:solidFill>
                  <a:srgbClr val="FFFFFF"/>
                </a:solidFill>
                <a:latin typeface="Arial"/>
                <a:ea typeface="Arial"/>
                <a:cs typeface="Arial"/>
                <a:sym typeface="Arial"/>
              </a:rPr>
              <a:t>Cross-validation in code</a:t>
            </a:r>
            <a:endParaRPr/>
          </a:p>
        </p:txBody>
      </p:sp>
      <p:sp>
        <p:nvSpPr>
          <p:cNvPr id="238" name="Google Shape;238;p99"/>
          <p:cNvSpPr txBox="1"/>
          <p:nvPr/>
        </p:nvSpPr>
        <p:spPr>
          <a:xfrm>
            <a:off x="5130942" y="923704"/>
            <a:ext cx="6992371" cy="1624943"/>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60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A simple example of holdout cross-validation:</a:t>
            </a:r>
            <a:endParaRPr/>
          </a:p>
        </p:txBody>
      </p:sp>
      <p:sp>
        <p:nvSpPr>
          <p:cNvPr id="239" name="Google Shape;239;p99"/>
          <p:cNvSpPr txBox="1"/>
          <p:nvPr/>
        </p:nvSpPr>
        <p:spPr>
          <a:xfrm>
            <a:off x="2183384" y="2158697"/>
            <a:ext cx="10821416" cy="4322337"/>
          </a:xfrm>
          <a:prstGeom prst="rect">
            <a:avLst/>
          </a:prstGeom>
          <a:noFill/>
          <a:ln cap="flat" cmpd="sng" w="9525">
            <a:solidFill>
              <a:srgbClr val="5D9ACF"/>
            </a:solidFill>
            <a:prstDash val="solid"/>
            <a:round/>
            <a:headEnd len="sm" w="sm" type="none"/>
            <a:tailEnd len="sm" w="sm" type="none"/>
          </a:ln>
        </p:spPr>
        <p:txBody>
          <a:bodyPr anchorCtr="0" anchor="t" bIns="0" lIns="0" spcFirstLastPara="1" rIns="0" wrap="square" tIns="47625">
            <a:spAutoFit/>
          </a:bodyPr>
          <a:lstStyle/>
          <a:p>
            <a:pPr indent="0" lvl="0" marL="182880" marR="0" rtl="0" algn="l">
              <a:lnSpc>
                <a:spcPct val="100000"/>
              </a:lnSpc>
              <a:spcBef>
                <a:spcPts val="0"/>
              </a:spcBef>
              <a:spcAft>
                <a:spcPts val="0"/>
              </a:spcAft>
              <a:buClr>
                <a:srgbClr val="000000"/>
              </a:buClr>
              <a:buSzPts val="1400"/>
              <a:buFont typeface="Arial"/>
              <a:buNone/>
            </a:pPr>
            <a:r>
              <a:rPr b="0" i="1" lang="en-US" sz="1400" u="none" cap="none" strike="noStrike">
                <a:solidFill>
                  <a:srgbClr val="408080"/>
                </a:solidFill>
                <a:latin typeface="Courier New"/>
                <a:ea typeface="Courier New"/>
                <a:cs typeface="Courier New"/>
                <a:sym typeface="Courier New"/>
              </a:rPr>
              <a:t># compute a random split of the data</a:t>
            </a:r>
            <a:endParaRPr b="0" i="0" sz="1400" u="none" cap="none" strike="noStrike">
              <a:solidFill>
                <a:srgbClr val="000000"/>
              </a:solidFill>
              <a:latin typeface="Courier New"/>
              <a:ea typeface="Courier New"/>
              <a:cs typeface="Courier New"/>
              <a:sym typeface="Courier New"/>
            </a:endParaRPr>
          </a:p>
          <a:p>
            <a:pPr indent="0" lvl="0" marL="18288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random</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seed(</a:t>
            </a:r>
            <a:r>
              <a:rPr b="0" i="0" lang="en-US" sz="1400" u="none" cap="none" strike="noStrike">
                <a:solidFill>
                  <a:srgbClr val="666666"/>
                </a:solidFill>
                <a:latin typeface="Courier New"/>
                <a:ea typeface="Courier New"/>
                <a:cs typeface="Courier New"/>
                <a:sym typeface="Courier New"/>
              </a:rPr>
              <a:t>0</a:t>
            </a:r>
            <a:r>
              <a:rPr b="0" i="0" lang="en-US" sz="1400" u="none" cap="none" strike="noStrike">
                <a:solidFill>
                  <a:srgbClr val="000000"/>
                </a:solidFill>
                <a:latin typeface="Courier New"/>
                <a:ea typeface="Courier New"/>
                <a:cs typeface="Courier New"/>
                <a:sym typeface="Courier New"/>
              </a:rPr>
              <a:t>)</a:t>
            </a:r>
            <a:endParaRPr/>
          </a:p>
          <a:p>
            <a:pPr indent="0" lvl="0" marL="182880" marR="3515359" rtl="0" algn="l">
              <a:lnSpc>
                <a:spcPct val="101400"/>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perm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random</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permutation(</a:t>
            </a:r>
            <a:r>
              <a:rPr b="0" i="0" lang="en-US" sz="1400" u="none" cap="none" strike="noStrike">
                <a:solidFill>
                  <a:srgbClr val="008000"/>
                </a:solidFill>
                <a:latin typeface="Courier New"/>
                <a:ea typeface="Courier New"/>
                <a:cs typeface="Courier New"/>
                <a:sym typeface="Courier New"/>
              </a:rPr>
              <a:t>len</a:t>
            </a:r>
            <a:r>
              <a:rPr b="0" i="0" lang="en-US" sz="1400" u="none" cap="none" strike="noStrike">
                <a:solidFill>
                  <a:srgbClr val="000000"/>
                </a:solidFill>
                <a:latin typeface="Courier New"/>
                <a:ea typeface="Courier New"/>
                <a:cs typeface="Courier New"/>
                <a:sym typeface="Courier New"/>
              </a:rPr>
              <a:t>(df_daily)) idx_train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perm[:</a:t>
            </a:r>
            <a:r>
              <a:rPr b="0" i="0" lang="en-US" sz="1400" u="none" cap="none" strike="noStrike">
                <a:solidFill>
                  <a:srgbClr val="008000"/>
                </a:solidFill>
                <a:latin typeface="Courier New"/>
                <a:ea typeface="Courier New"/>
                <a:cs typeface="Courier New"/>
                <a:sym typeface="Courier New"/>
              </a:rPr>
              <a:t>int</a:t>
            </a:r>
            <a:r>
              <a:rPr b="0" i="0" lang="en-US" sz="1400" u="none" cap="none" strike="noStrike">
                <a:solidFill>
                  <a:srgbClr val="000000"/>
                </a:solidFill>
                <a:latin typeface="Courier New"/>
                <a:ea typeface="Courier New"/>
                <a:cs typeface="Courier New"/>
                <a:sym typeface="Courier New"/>
              </a:rPr>
              <a:t>(</a:t>
            </a:r>
            <a:r>
              <a:rPr b="0" i="0" lang="en-US" sz="1400" u="none" cap="none" strike="noStrike">
                <a:solidFill>
                  <a:srgbClr val="008000"/>
                </a:solidFill>
                <a:latin typeface="Courier New"/>
                <a:ea typeface="Courier New"/>
                <a:cs typeface="Courier New"/>
                <a:sym typeface="Courier New"/>
              </a:rPr>
              <a:t>len</a:t>
            </a:r>
            <a:r>
              <a:rPr b="0" i="0" lang="en-US" sz="1400" u="none" cap="none" strike="noStrike">
                <a:solidFill>
                  <a:srgbClr val="000000"/>
                </a:solidFill>
                <a:latin typeface="Courier New"/>
                <a:ea typeface="Courier New"/>
                <a:cs typeface="Courier New"/>
                <a:sym typeface="Courier New"/>
              </a:rPr>
              <a:t>(perm)</a:t>
            </a:r>
            <a:r>
              <a:rPr b="0" i="0" lang="en-US" sz="1400" u="none" cap="none" strike="noStrike">
                <a:solidFill>
                  <a:srgbClr val="666666"/>
                </a:solidFill>
                <a:latin typeface="Courier New"/>
                <a:ea typeface="Courier New"/>
                <a:cs typeface="Courier New"/>
                <a:sym typeface="Courier New"/>
              </a:rPr>
              <a:t>*0.7</a:t>
            </a:r>
            <a:r>
              <a:rPr b="0" i="0" lang="en-US" sz="1400" u="none" cap="none" strike="noStrike">
                <a:solidFill>
                  <a:srgbClr val="000000"/>
                </a:solidFill>
                <a:latin typeface="Courier New"/>
                <a:ea typeface="Courier New"/>
                <a:cs typeface="Courier New"/>
                <a:sym typeface="Courier New"/>
              </a:rPr>
              <a:t>)] idx_cv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perm[</a:t>
            </a:r>
            <a:r>
              <a:rPr b="0" i="0" lang="en-US" sz="1400" u="none" cap="none" strike="noStrike">
                <a:solidFill>
                  <a:srgbClr val="008000"/>
                </a:solidFill>
                <a:latin typeface="Courier New"/>
                <a:ea typeface="Courier New"/>
                <a:cs typeface="Courier New"/>
                <a:sym typeface="Courier New"/>
              </a:rPr>
              <a:t>int</a:t>
            </a:r>
            <a:r>
              <a:rPr b="0" i="0" lang="en-US" sz="1400" u="none" cap="none" strike="noStrike">
                <a:solidFill>
                  <a:srgbClr val="000000"/>
                </a:solidFill>
                <a:latin typeface="Courier New"/>
                <a:ea typeface="Courier New"/>
                <a:cs typeface="Courier New"/>
                <a:sym typeface="Courier New"/>
              </a:rPr>
              <a:t>(</a:t>
            </a:r>
            <a:r>
              <a:rPr b="0" i="0" lang="en-US" sz="1400" u="none" cap="none" strike="noStrike">
                <a:solidFill>
                  <a:srgbClr val="008000"/>
                </a:solidFill>
                <a:latin typeface="Courier New"/>
                <a:ea typeface="Courier New"/>
                <a:cs typeface="Courier New"/>
                <a:sym typeface="Courier New"/>
              </a:rPr>
              <a:t>len</a:t>
            </a:r>
            <a:r>
              <a:rPr b="0" i="0" lang="en-US" sz="1400" u="none" cap="none" strike="noStrike">
                <a:solidFill>
                  <a:srgbClr val="000000"/>
                </a:solidFill>
                <a:latin typeface="Courier New"/>
                <a:ea typeface="Courier New"/>
                <a:cs typeface="Courier New"/>
                <a:sym typeface="Courier New"/>
              </a:rPr>
              <a:t>(perm)</a:t>
            </a:r>
            <a:r>
              <a:rPr b="0" i="0" lang="en-US" sz="1400" u="none" cap="none" strike="noStrike">
                <a:solidFill>
                  <a:srgbClr val="666666"/>
                </a:solidFill>
                <a:latin typeface="Courier New"/>
                <a:ea typeface="Courier New"/>
                <a:cs typeface="Courier New"/>
                <a:sym typeface="Courier New"/>
              </a:rPr>
              <a:t>*0.7</a:t>
            </a:r>
            <a:r>
              <a:rPr b="0" i="0" lang="en-US" sz="1400" u="none" cap="none" strike="noStrike">
                <a:solidFill>
                  <a:srgbClr val="000000"/>
                </a:solidFill>
                <a:latin typeface="Courier New"/>
                <a:ea typeface="Courier New"/>
                <a:cs typeface="Courier New"/>
                <a:sym typeface="Courier New"/>
              </a:rPr>
              <a:t>):]</a:t>
            </a:r>
            <a:endParaRPr/>
          </a:p>
          <a:p>
            <a:pPr indent="0" lvl="0" marL="0" marR="0" rtl="0" algn="l">
              <a:lnSpc>
                <a:spcPct val="100000"/>
              </a:lnSpc>
              <a:spcBef>
                <a:spcPts val="140"/>
              </a:spcBef>
              <a:spcAft>
                <a:spcPts val="0"/>
              </a:spcAft>
              <a:buClr>
                <a:srgbClr val="000000"/>
              </a:buClr>
              <a:buSzPts val="1400"/>
              <a:buFont typeface="Arial"/>
              <a:buNone/>
            </a:pPr>
            <a:r>
              <a:t/>
            </a:r>
            <a:endParaRPr b="0" i="0" sz="1400" u="none" cap="none" strike="noStrike">
              <a:solidFill>
                <a:srgbClr val="000000"/>
              </a:solidFill>
              <a:latin typeface="Courier New"/>
              <a:ea typeface="Courier New"/>
              <a:cs typeface="Courier New"/>
              <a:sym typeface="Courier New"/>
            </a:endParaRPr>
          </a:p>
          <a:p>
            <a:pPr indent="0" lvl="0" marL="182880" marR="0" rtl="0" algn="l">
              <a:lnSpc>
                <a:spcPct val="100000"/>
              </a:lnSpc>
              <a:spcBef>
                <a:spcPts val="0"/>
              </a:spcBef>
              <a:spcAft>
                <a:spcPts val="0"/>
              </a:spcAft>
              <a:buClr>
                <a:srgbClr val="000000"/>
              </a:buClr>
              <a:buSzPts val="1400"/>
              <a:buFont typeface="Arial"/>
              <a:buNone/>
            </a:pPr>
            <a:r>
              <a:rPr b="0" i="1" lang="en-US" sz="1400" u="none" cap="none" strike="noStrike">
                <a:solidFill>
                  <a:srgbClr val="408080"/>
                </a:solidFill>
                <a:latin typeface="Courier New"/>
                <a:ea typeface="Courier New"/>
                <a:cs typeface="Courier New"/>
                <a:sym typeface="Courier New"/>
              </a:rPr>
              <a:t># scale features for each split based upon training</a:t>
            </a:r>
            <a:endParaRPr b="0" i="0" sz="1400" u="none" cap="none" strike="noStrike">
              <a:solidFill>
                <a:srgbClr val="000000"/>
              </a:solidFill>
              <a:latin typeface="Courier New"/>
              <a:ea typeface="Courier New"/>
              <a:cs typeface="Courier New"/>
              <a:sym typeface="Courier New"/>
            </a:endParaRPr>
          </a:p>
          <a:p>
            <a:pPr indent="0" lvl="0" marL="182880" marR="0" rtl="0" algn="l">
              <a:lnSpc>
                <a:spcPct val="117499"/>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xt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df_daily</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iloc[idx_train,</a:t>
            </a:r>
            <a:r>
              <a:rPr b="0" i="0" lang="en-US" sz="1400" u="none" cap="none" strike="noStrike">
                <a:solidFill>
                  <a:srgbClr val="666666"/>
                </a:solidFill>
                <a:latin typeface="Courier New"/>
                <a:ea typeface="Courier New"/>
                <a:cs typeface="Courier New"/>
                <a:sym typeface="Courier New"/>
              </a:rPr>
              <a:t>0</a:t>
            </a:r>
            <a:r>
              <a:rPr b="0" i="0" lang="en-US" sz="1400" u="none" cap="none" strike="noStrike">
                <a:solidFill>
                  <a:srgbClr val="000000"/>
                </a:solidFill>
                <a:latin typeface="Courier New"/>
                <a:ea typeface="Courier New"/>
                <a:cs typeface="Courier New"/>
                <a:sym typeface="Courier New"/>
              </a:rPr>
              <a:t>]</a:t>
            </a:r>
            <a:endParaRPr/>
          </a:p>
          <a:p>
            <a:pPr indent="0" lvl="0" marL="182880" marR="2346960" rtl="0" algn="l">
              <a:lnSpc>
                <a:spcPct val="121428"/>
              </a:lnSpc>
              <a:spcBef>
                <a:spcPts val="5"/>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min_xt, rng_xt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min(xt), 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max(xt)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min(xt)) xt </a:t>
            </a:r>
            <a:r>
              <a:rPr b="0" i="0" lang="en-US" sz="1400" u="none" cap="none" strike="noStrike">
                <a:solidFill>
                  <a:srgbClr val="666666"/>
                </a:solidFill>
                <a:latin typeface="Courier New"/>
                <a:ea typeface="Courier New"/>
                <a:cs typeface="Courier New"/>
                <a:sym typeface="Courier New"/>
              </a:rPr>
              <a:t>= 2*</a:t>
            </a:r>
            <a:r>
              <a:rPr b="0" i="0" lang="en-US" sz="1400" u="none" cap="none" strike="noStrike">
                <a:solidFill>
                  <a:srgbClr val="000000"/>
                </a:solidFill>
                <a:latin typeface="Courier New"/>
                <a:ea typeface="Courier New"/>
                <a:cs typeface="Courier New"/>
                <a:sym typeface="Courier New"/>
              </a:rPr>
              <a:t>(xt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min_xt)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rng_xt </a:t>
            </a:r>
            <a:r>
              <a:rPr b="0" i="0" lang="en-US" sz="1400" u="none" cap="none" strike="noStrike">
                <a:solidFill>
                  <a:srgbClr val="666666"/>
                </a:solidFill>
                <a:latin typeface="Courier New"/>
                <a:ea typeface="Courier New"/>
                <a:cs typeface="Courier New"/>
                <a:sym typeface="Courier New"/>
              </a:rPr>
              <a:t>- 1.0</a:t>
            </a:r>
            <a:endParaRPr b="0" i="0" sz="1400" u="none" cap="none" strike="noStrike">
              <a:solidFill>
                <a:srgbClr val="000000"/>
              </a:solidFill>
              <a:latin typeface="Courier New"/>
              <a:ea typeface="Courier New"/>
              <a:cs typeface="Courier New"/>
              <a:sym typeface="Courier New"/>
            </a:endParaRPr>
          </a:p>
          <a:p>
            <a:pPr indent="0" lvl="0" marL="182880" marR="2552065" rtl="0" algn="l">
              <a:lnSpc>
                <a:spcPct val="121428"/>
              </a:lnSpc>
              <a:spcBef>
                <a:spcPts val="1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xcv </a:t>
            </a:r>
            <a:r>
              <a:rPr b="0" i="0" lang="en-US" sz="1400" u="none" cap="none" strike="noStrike">
                <a:solidFill>
                  <a:srgbClr val="666666"/>
                </a:solidFill>
                <a:latin typeface="Courier New"/>
                <a:ea typeface="Courier New"/>
                <a:cs typeface="Courier New"/>
                <a:sym typeface="Courier New"/>
              </a:rPr>
              <a:t>= 2*</a:t>
            </a:r>
            <a:r>
              <a:rPr b="0" i="0" lang="en-US" sz="1400" u="none" cap="none" strike="noStrike">
                <a:solidFill>
                  <a:srgbClr val="000000"/>
                </a:solidFill>
                <a:latin typeface="Courier New"/>
                <a:ea typeface="Courier New"/>
                <a:cs typeface="Courier New"/>
                <a:sym typeface="Courier New"/>
              </a:rPr>
              <a:t>(df_daily</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iloc[idx_cv,</a:t>
            </a:r>
            <a:r>
              <a:rPr b="0" i="0" lang="en-US" sz="1400" u="none" cap="none" strike="noStrike">
                <a:solidFill>
                  <a:srgbClr val="666666"/>
                </a:solidFill>
                <a:latin typeface="Courier New"/>
                <a:ea typeface="Courier New"/>
                <a:cs typeface="Courier New"/>
                <a:sym typeface="Courier New"/>
              </a:rPr>
              <a:t>0</a:t>
            </a:r>
            <a:r>
              <a:rPr b="0" i="0" lang="en-US" sz="1400" u="none" cap="none" strike="noStrike">
                <a:solidFill>
                  <a:srgbClr val="000000"/>
                </a:solidFill>
                <a:latin typeface="Courier New"/>
                <a:ea typeface="Courier New"/>
                <a:cs typeface="Courier New"/>
                <a:sym typeface="Courier New"/>
              </a:rPr>
              <a: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min_xt)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rng_xt </a:t>
            </a:r>
            <a:r>
              <a:rPr b="0" i="0" lang="en-US" sz="1400" u="none" cap="none" strike="noStrike">
                <a:solidFill>
                  <a:srgbClr val="666666"/>
                </a:solidFill>
                <a:latin typeface="Courier New"/>
                <a:ea typeface="Courier New"/>
                <a:cs typeface="Courier New"/>
                <a:sym typeface="Courier New"/>
              </a:rPr>
              <a:t>-1 </a:t>
            </a:r>
            <a:r>
              <a:rPr b="0" i="0" lang="en-US" sz="1400" u="none" cap="none" strike="noStrike">
                <a:solidFill>
                  <a:srgbClr val="000000"/>
                </a:solidFill>
                <a:latin typeface="Courier New"/>
                <a:ea typeface="Courier New"/>
                <a:cs typeface="Courier New"/>
                <a:sym typeface="Courier New"/>
              </a:rPr>
              <a:t>yt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df_daily</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iloc[idx_train,</a:t>
            </a:r>
            <a:r>
              <a:rPr b="0" i="0" lang="en-US" sz="1400" u="none" cap="none" strike="noStrike">
                <a:solidFill>
                  <a:srgbClr val="666666"/>
                </a:solidFill>
                <a:latin typeface="Courier New"/>
                <a:ea typeface="Courier New"/>
                <a:cs typeface="Courier New"/>
                <a:sym typeface="Courier New"/>
              </a:rPr>
              <a:t>1</a:t>
            </a:r>
            <a:r>
              <a:rPr b="0" i="0" lang="en-US" sz="1400" u="none" cap="none" strike="noStrike">
                <a:solidFill>
                  <a:srgbClr val="000000"/>
                </a:solidFill>
                <a:latin typeface="Courier New"/>
                <a:ea typeface="Courier New"/>
                <a:cs typeface="Courier New"/>
                <a:sym typeface="Courier New"/>
              </a:rPr>
              <a:t>]</a:t>
            </a:r>
            <a:endParaRPr/>
          </a:p>
          <a:p>
            <a:pPr indent="0" lvl="0" marL="182880" marR="0" rtl="0" algn="l">
              <a:lnSpc>
                <a:spcPct val="116071"/>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ycv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df_daily</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iloc[idx_cv,</a:t>
            </a:r>
            <a:r>
              <a:rPr b="0" i="0" lang="en-US" sz="1400" u="none" cap="none" strike="noStrike">
                <a:solidFill>
                  <a:srgbClr val="666666"/>
                </a:solidFill>
                <a:latin typeface="Courier New"/>
                <a:ea typeface="Courier New"/>
                <a:cs typeface="Courier New"/>
                <a:sym typeface="Courier New"/>
              </a:rPr>
              <a:t>1</a:t>
            </a:r>
            <a:r>
              <a:rPr b="0" i="0" lang="en-US" sz="1400" u="none" cap="none" strike="noStrike">
                <a:solidFill>
                  <a:srgbClr val="000000"/>
                </a:solidFill>
                <a:latin typeface="Courier New"/>
                <a:ea typeface="Courier New"/>
                <a:cs typeface="Courier New"/>
                <a:sym typeface="Courier New"/>
              </a:rPr>
              <a:t>]</a:t>
            </a:r>
            <a:endParaRPr/>
          </a:p>
          <a:p>
            <a:pPr indent="0" lvl="0" marL="0" marR="0" rtl="0" algn="l">
              <a:lnSpc>
                <a:spcPct val="100000"/>
              </a:lnSpc>
              <a:spcBef>
                <a:spcPts val="140"/>
              </a:spcBef>
              <a:spcAft>
                <a:spcPts val="0"/>
              </a:spcAft>
              <a:buClr>
                <a:srgbClr val="000000"/>
              </a:buClr>
              <a:buSzPts val="1400"/>
              <a:buFont typeface="Arial"/>
              <a:buNone/>
            </a:pPr>
            <a:r>
              <a:t/>
            </a:r>
            <a:endParaRPr b="0" i="0" sz="1400" u="none" cap="none" strike="noStrike">
              <a:solidFill>
                <a:srgbClr val="000000"/>
              </a:solidFill>
              <a:latin typeface="Courier New"/>
              <a:ea typeface="Courier New"/>
              <a:cs typeface="Courier New"/>
              <a:sym typeface="Courier New"/>
            </a:endParaRPr>
          </a:p>
          <a:p>
            <a:pPr indent="0" lvl="0" marL="182880" marR="0" rtl="0" algn="l">
              <a:lnSpc>
                <a:spcPct val="100000"/>
              </a:lnSpc>
              <a:spcBef>
                <a:spcPts val="0"/>
              </a:spcBef>
              <a:spcAft>
                <a:spcPts val="0"/>
              </a:spcAft>
              <a:buClr>
                <a:srgbClr val="000000"/>
              </a:buClr>
              <a:buSzPts val="1400"/>
              <a:buFont typeface="Arial"/>
              <a:buNone/>
            </a:pPr>
            <a:r>
              <a:rPr b="0" i="1" lang="en-US" sz="1400" u="none" cap="none" strike="noStrike">
                <a:solidFill>
                  <a:srgbClr val="408080"/>
                </a:solidFill>
                <a:latin typeface="Courier New"/>
                <a:ea typeface="Courier New"/>
                <a:cs typeface="Courier New"/>
                <a:sym typeface="Courier New"/>
              </a:rPr>
              <a:t># compute least squares solution and error on holdout and training</a:t>
            </a:r>
            <a:endParaRPr b="0" i="0" sz="1400" u="none" cap="none" strike="noStrike">
              <a:solidFill>
                <a:srgbClr val="000000"/>
              </a:solidFill>
              <a:latin typeface="Courier New"/>
              <a:ea typeface="Courier New"/>
              <a:cs typeface="Courier New"/>
              <a:sym typeface="Courier New"/>
            </a:endParaRPr>
          </a:p>
          <a:p>
            <a:pPr indent="0" lvl="0" marL="182880" marR="1916429" rtl="0" algn="l">
              <a:lnSpc>
                <a:spcPct val="115000"/>
              </a:lnSpc>
              <a:spcBef>
                <a:spcPts val="135"/>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X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vstack([xt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i </a:t>
            </a:r>
            <a:r>
              <a:rPr b="1" i="0" lang="en-US" sz="1400" u="none" cap="none" strike="noStrike">
                <a:solidFill>
                  <a:srgbClr val="008000"/>
                </a:solidFill>
                <a:latin typeface="Courier New"/>
                <a:ea typeface="Courier New"/>
                <a:cs typeface="Courier New"/>
                <a:sym typeface="Courier New"/>
              </a:rPr>
              <a:t>for </a:t>
            </a:r>
            <a:r>
              <a:rPr b="0" i="0" lang="en-US" sz="1400" u="none" cap="none" strike="noStrike">
                <a:solidFill>
                  <a:srgbClr val="000000"/>
                </a:solidFill>
                <a:latin typeface="Courier New"/>
                <a:ea typeface="Courier New"/>
                <a:cs typeface="Courier New"/>
                <a:sym typeface="Courier New"/>
              </a:rPr>
              <a:t>i </a:t>
            </a:r>
            <a:r>
              <a:rPr b="1" i="0" lang="en-US" sz="1400" u="none" cap="none" strike="noStrike">
                <a:solidFill>
                  <a:srgbClr val="AA21FF"/>
                </a:solidFill>
                <a:latin typeface="Courier New"/>
                <a:ea typeface="Courier New"/>
                <a:cs typeface="Courier New"/>
                <a:sym typeface="Courier New"/>
              </a:rPr>
              <a:t>in </a:t>
            </a:r>
            <a:r>
              <a:rPr b="0" i="0" lang="en-US" sz="1400" u="none" cap="none" strike="noStrike">
                <a:solidFill>
                  <a:srgbClr val="008000"/>
                </a:solidFill>
                <a:latin typeface="Courier New"/>
                <a:ea typeface="Courier New"/>
                <a:cs typeface="Courier New"/>
                <a:sym typeface="Courier New"/>
              </a:rPr>
              <a:t>range</a:t>
            </a:r>
            <a:r>
              <a:rPr b="0" i="0" lang="en-US" sz="1400" u="none" cap="none" strike="noStrike">
                <a:solidFill>
                  <a:srgbClr val="000000"/>
                </a:solidFill>
                <a:latin typeface="Courier New"/>
                <a:ea typeface="Courier New"/>
                <a:cs typeface="Courier New"/>
                <a:sym typeface="Courier New"/>
              </a:rPr>
              <a:t>(poly_degree,</a:t>
            </a:r>
            <a:r>
              <a:rPr b="0" i="0" lang="en-US" sz="1400" u="none" cap="none" strike="noStrike">
                <a:solidFill>
                  <a:srgbClr val="666666"/>
                </a:solidFill>
                <a:latin typeface="Courier New"/>
                <a:ea typeface="Courier New"/>
                <a:cs typeface="Courier New"/>
                <a:sym typeface="Courier New"/>
              </a:rPr>
              <a:t>-1</a:t>
            </a:r>
            <a:r>
              <a:rPr b="0" i="0" lang="en-US" sz="1400" u="none" cap="none" strike="noStrike">
                <a:solidFill>
                  <a:srgbClr val="000000"/>
                </a:solidFill>
                <a:latin typeface="Courier New"/>
                <a:ea typeface="Courier New"/>
                <a:cs typeface="Courier New"/>
                <a:sym typeface="Courier New"/>
              </a:rPr>
              <a:t>,</a:t>
            </a:r>
            <a:r>
              <a:rPr b="0" i="0" lang="en-US" sz="1400" u="none" cap="none" strike="noStrike">
                <a:solidFill>
                  <a:srgbClr val="666666"/>
                </a:solidFill>
                <a:latin typeface="Courier New"/>
                <a:ea typeface="Courier New"/>
                <a:cs typeface="Courier New"/>
                <a:sym typeface="Courier New"/>
              </a:rPr>
              <a:t>-1</a:t>
            </a:r>
            <a:r>
              <a:rPr b="0" i="0" lang="en-US" sz="1400" u="none" cap="none" strike="noStrike">
                <a:solidFill>
                  <a:srgbClr val="000000"/>
                </a:solidFill>
                <a:latin typeface="Courier New"/>
                <a:ea typeface="Courier New"/>
                <a:cs typeface="Courier New"/>
                <a:sym typeface="Courier New"/>
              </a:rPr>
              <a: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T theta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linalg</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solve(X</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dot(X), X</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T</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dot(yt))</a:t>
            </a:r>
            <a:endParaRPr/>
          </a:p>
          <a:p>
            <a:pPr indent="0" lvl="0" marL="182880" marR="0" rtl="0" algn="l">
              <a:lnSpc>
                <a:spcPct val="116785"/>
              </a:lnSpc>
              <a:spcBef>
                <a:spcPts val="0"/>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err_train </a:t>
            </a:r>
            <a:r>
              <a:rPr b="0" i="0" lang="en-US" sz="1400" u="none" cap="none" strike="noStrike">
                <a:solidFill>
                  <a:srgbClr val="666666"/>
                </a:solidFill>
                <a:latin typeface="Courier New"/>
                <a:ea typeface="Courier New"/>
                <a:cs typeface="Courier New"/>
                <a:sym typeface="Courier New"/>
              </a:rPr>
              <a:t>= 0.5*</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linalg</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norm(X</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dot(theta)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yt)</a:t>
            </a:r>
            <a:r>
              <a:rPr b="0" i="0" lang="en-US" sz="1400" u="none" cap="none" strike="noStrike">
                <a:solidFill>
                  <a:srgbClr val="666666"/>
                </a:solidFill>
                <a:latin typeface="Courier New"/>
                <a:ea typeface="Courier New"/>
                <a:cs typeface="Courier New"/>
                <a:sym typeface="Courier New"/>
              </a:rPr>
              <a:t>**2/</a:t>
            </a:r>
            <a:r>
              <a:rPr b="0" i="0" lang="en-US" sz="1400" u="none" cap="none" strike="noStrike">
                <a:solidFill>
                  <a:srgbClr val="008000"/>
                </a:solidFill>
                <a:latin typeface="Courier New"/>
                <a:ea typeface="Courier New"/>
                <a:cs typeface="Courier New"/>
                <a:sym typeface="Courier New"/>
              </a:rPr>
              <a:t>len</a:t>
            </a:r>
            <a:r>
              <a:rPr b="0" i="0" lang="en-US" sz="1400" u="none" cap="none" strike="noStrike">
                <a:solidFill>
                  <a:srgbClr val="000000"/>
                </a:solidFill>
                <a:latin typeface="Courier New"/>
                <a:ea typeface="Courier New"/>
                <a:cs typeface="Courier New"/>
                <a:sym typeface="Courier New"/>
              </a:rPr>
              <a:t>(idx_train)</a:t>
            </a:r>
            <a:endParaRPr/>
          </a:p>
          <a:p>
            <a:pPr indent="0" lvl="0" marL="182880" marR="0" rtl="0" algn="l">
              <a:lnSpc>
                <a:spcPct val="100000"/>
              </a:lnSpc>
              <a:spcBef>
                <a:spcPts val="25"/>
              </a:spcBef>
              <a:spcAft>
                <a:spcPts val="0"/>
              </a:spcAft>
              <a:buClr>
                <a:srgbClr val="000000"/>
              </a:buClr>
              <a:buSzPts val="1400"/>
              <a:buFont typeface="Arial"/>
              <a:buNone/>
            </a:pPr>
            <a:r>
              <a:rPr b="0" i="0" lang="en-US" sz="1400" u="none" cap="none" strike="noStrike">
                <a:solidFill>
                  <a:srgbClr val="000000"/>
                </a:solidFill>
                <a:latin typeface="Courier New"/>
                <a:ea typeface="Courier New"/>
                <a:cs typeface="Courier New"/>
                <a:sym typeface="Courier New"/>
              </a:rPr>
              <a:t>err_cv </a:t>
            </a:r>
            <a:r>
              <a:rPr b="0" i="0" lang="en-US" sz="1400" u="none" cap="none" strike="noStrike">
                <a:solidFill>
                  <a:srgbClr val="666666"/>
                </a:solidFill>
                <a:latin typeface="Courier New"/>
                <a:ea typeface="Courier New"/>
                <a:cs typeface="Courier New"/>
                <a:sym typeface="Courier New"/>
              </a:rPr>
              <a:t>= 0.5*</a:t>
            </a:r>
            <a:r>
              <a:rPr b="0" i="0" lang="en-US" sz="1400" u="none" cap="none" strike="noStrike">
                <a:solidFill>
                  <a:srgbClr val="000000"/>
                </a:solidFill>
                <a:latin typeface="Courier New"/>
                <a:ea typeface="Courier New"/>
                <a:cs typeface="Courier New"/>
                <a:sym typeface="Courier New"/>
              </a:rPr>
              <a:t>np</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linalg</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norm(Xcv</a:t>
            </a:r>
            <a:r>
              <a:rPr b="0" i="0" lang="en-US" sz="1400" u="none" cap="none" strike="noStrike">
                <a:solidFill>
                  <a:srgbClr val="666666"/>
                </a:solidFill>
                <a:latin typeface="Courier New"/>
                <a:ea typeface="Courier New"/>
                <a:cs typeface="Courier New"/>
                <a:sym typeface="Courier New"/>
              </a:rPr>
              <a:t>.</a:t>
            </a:r>
            <a:r>
              <a:rPr b="0" i="0" lang="en-US" sz="1400" u="none" cap="none" strike="noStrike">
                <a:solidFill>
                  <a:srgbClr val="000000"/>
                </a:solidFill>
                <a:latin typeface="Courier New"/>
                <a:ea typeface="Courier New"/>
                <a:cs typeface="Courier New"/>
                <a:sym typeface="Courier New"/>
              </a:rPr>
              <a:t>dot(theta) </a:t>
            </a:r>
            <a:r>
              <a:rPr b="0" i="0" lang="en-US" sz="1400" u="none" cap="none" strike="noStrike">
                <a:solidFill>
                  <a:srgbClr val="666666"/>
                </a:solidFill>
                <a:latin typeface="Courier New"/>
                <a:ea typeface="Courier New"/>
                <a:cs typeface="Courier New"/>
                <a:sym typeface="Courier New"/>
              </a:rPr>
              <a:t>- </a:t>
            </a:r>
            <a:r>
              <a:rPr b="0" i="0" lang="en-US" sz="1400" u="none" cap="none" strike="noStrike">
                <a:solidFill>
                  <a:srgbClr val="000000"/>
                </a:solidFill>
                <a:latin typeface="Courier New"/>
                <a:ea typeface="Courier New"/>
                <a:cs typeface="Courier New"/>
                <a:sym typeface="Courier New"/>
              </a:rPr>
              <a:t>ycv)</a:t>
            </a:r>
            <a:r>
              <a:rPr b="0" i="0" lang="en-US" sz="1400" u="none" cap="none" strike="noStrike">
                <a:solidFill>
                  <a:srgbClr val="666666"/>
                </a:solidFill>
                <a:latin typeface="Courier New"/>
                <a:ea typeface="Courier New"/>
                <a:cs typeface="Courier New"/>
                <a:sym typeface="Courier New"/>
              </a:rPr>
              <a:t>**2/</a:t>
            </a:r>
            <a:r>
              <a:rPr b="0" i="0" lang="en-US" sz="1400" u="none" cap="none" strike="noStrike">
                <a:solidFill>
                  <a:srgbClr val="008000"/>
                </a:solidFill>
                <a:latin typeface="Courier New"/>
                <a:ea typeface="Courier New"/>
                <a:cs typeface="Courier New"/>
                <a:sym typeface="Courier New"/>
              </a:rPr>
              <a:t>len</a:t>
            </a:r>
            <a:r>
              <a:rPr b="0" i="0" lang="en-US" sz="1400" u="none" cap="none" strike="noStrike">
                <a:solidFill>
                  <a:srgbClr val="000000"/>
                </a:solidFill>
                <a:latin typeface="Courier New"/>
                <a:ea typeface="Courier New"/>
                <a:cs typeface="Courier New"/>
                <a:sym typeface="Courier New"/>
              </a:rPr>
              <a:t>(idx_cv)</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descr="$PPTXTitle" id="244" name="Google Shape;244;p97"/>
          <p:cNvSpPr txBox="1"/>
          <p:nvPr>
            <p:ph type="ctrTitle"/>
          </p:nvPr>
        </p:nvSpPr>
        <p:spPr>
          <a:xfrm>
            <a:off x="688340" y="488187"/>
            <a:ext cx="8619007" cy="53604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3400">
                <a:solidFill>
                  <a:schemeClr val="accent1"/>
                </a:solidFill>
              </a:rPr>
              <a:t>Cartoon version of overfitting</a:t>
            </a:r>
            <a:endParaRPr b="1" sz="3400">
              <a:solidFill>
                <a:schemeClr val="accent1"/>
              </a:solidFill>
            </a:endParaRPr>
          </a:p>
        </p:txBody>
      </p:sp>
      <p:sp>
        <p:nvSpPr>
          <p:cNvPr id="245" name="Google Shape;245;p97"/>
          <p:cNvSpPr txBox="1"/>
          <p:nvPr/>
        </p:nvSpPr>
        <p:spPr>
          <a:xfrm>
            <a:off x="688340" y="1611883"/>
            <a:ext cx="10464165" cy="817788"/>
          </a:xfrm>
          <a:prstGeom prst="rect">
            <a:avLst/>
          </a:prstGeom>
          <a:noFill/>
          <a:ln>
            <a:noFill/>
          </a:ln>
        </p:spPr>
        <p:txBody>
          <a:bodyPr anchorCtr="0" anchor="t" bIns="0" lIns="0" spcFirstLastPara="1" rIns="0" wrap="square" tIns="9525">
            <a:spAutoFit/>
          </a:bodyPr>
          <a:lstStyle/>
          <a:p>
            <a:pPr indent="0" lvl="0" marL="12700" marR="5080" rtl="0" algn="l">
              <a:lnSpc>
                <a:spcPct val="100800"/>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As model becomes more complex, training loss always decreases; generalization loss decreases to a point, then starts to increase</a:t>
            </a:r>
            <a:endParaRPr b="0" i="0" sz="2600" u="none" cap="none" strike="noStrike">
              <a:solidFill>
                <a:srgbClr val="000000"/>
              </a:solidFill>
              <a:latin typeface="Arial"/>
              <a:ea typeface="Arial"/>
              <a:cs typeface="Arial"/>
              <a:sym typeface="Arial"/>
            </a:endParaRPr>
          </a:p>
        </p:txBody>
      </p:sp>
      <p:grpSp>
        <p:nvGrpSpPr>
          <p:cNvPr id="246" name="Google Shape;246;p97"/>
          <p:cNvGrpSpPr/>
          <p:nvPr/>
        </p:nvGrpSpPr>
        <p:grpSpPr>
          <a:xfrm>
            <a:off x="1905742" y="3017323"/>
            <a:ext cx="7401605" cy="5133186"/>
            <a:chOff x="4368863" y="2532210"/>
            <a:chExt cx="4067290" cy="3095109"/>
          </a:xfrm>
        </p:grpSpPr>
        <p:sp>
          <p:nvSpPr>
            <p:cNvPr id="247" name="Google Shape;247;p97"/>
            <p:cNvSpPr/>
            <p:nvPr/>
          </p:nvSpPr>
          <p:spPr>
            <a:xfrm>
              <a:off x="4420946" y="2536189"/>
              <a:ext cx="3430270" cy="2741930"/>
            </a:xfrm>
            <a:custGeom>
              <a:rect b="b" l="l" r="r" t="t"/>
              <a:pathLst>
                <a:path extrusionOk="0" h="2741929" w="3430270">
                  <a:moveTo>
                    <a:pt x="3430130" y="2720340"/>
                  </a:moveTo>
                  <a:lnTo>
                    <a:pt x="21882" y="2720340"/>
                  </a:lnTo>
                  <a:lnTo>
                    <a:pt x="21882" y="0"/>
                  </a:lnTo>
                  <a:lnTo>
                    <a:pt x="21463" y="0"/>
                  </a:lnTo>
                  <a:lnTo>
                    <a:pt x="21463" y="2730284"/>
                  </a:lnTo>
                  <a:lnTo>
                    <a:pt x="21463" y="2730500"/>
                  </a:lnTo>
                  <a:lnTo>
                    <a:pt x="16383" y="2730500"/>
                  </a:lnTo>
                  <a:lnTo>
                    <a:pt x="16383" y="2725420"/>
                  </a:lnTo>
                  <a:lnTo>
                    <a:pt x="16598" y="2725420"/>
                  </a:lnTo>
                  <a:lnTo>
                    <a:pt x="21463" y="2730284"/>
                  </a:lnTo>
                  <a:lnTo>
                    <a:pt x="21463" y="0"/>
                  </a:lnTo>
                  <a:lnTo>
                    <a:pt x="0" y="0"/>
                  </a:lnTo>
                  <a:lnTo>
                    <a:pt x="0" y="2725420"/>
                  </a:lnTo>
                  <a:lnTo>
                    <a:pt x="0" y="2730500"/>
                  </a:lnTo>
                  <a:lnTo>
                    <a:pt x="5283" y="2730500"/>
                  </a:lnTo>
                  <a:lnTo>
                    <a:pt x="5283" y="2741930"/>
                  </a:lnTo>
                  <a:lnTo>
                    <a:pt x="3430130" y="2741930"/>
                  </a:lnTo>
                  <a:lnTo>
                    <a:pt x="3430130" y="2730500"/>
                  </a:lnTo>
                  <a:lnTo>
                    <a:pt x="3430130" y="272034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48" name="Google Shape;248;p97"/>
            <p:cNvPicPr preferRelativeResize="0"/>
            <p:nvPr/>
          </p:nvPicPr>
          <p:blipFill rotWithShape="1">
            <a:blip r:embed="rId3">
              <a:alphaModFix/>
            </a:blip>
            <a:srcRect b="0" l="0" r="0" t="0"/>
            <a:stretch/>
          </p:blipFill>
          <p:spPr>
            <a:xfrm>
              <a:off x="4368863" y="2532210"/>
              <a:ext cx="126055" cy="136610"/>
            </a:xfrm>
            <a:prstGeom prst="rect">
              <a:avLst/>
            </a:prstGeom>
            <a:noFill/>
            <a:ln>
              <a:noFill/>
            </a:ln>
          </p:spPr>
        </p:pic>
        <p:pic>
          <p:nvPicPr>
            <p:cNvPr id="249" name="Google Shape;249;p97"/>
            <p:cNvPicPr preferRelativeResize="0"/>
            <p:nvPr/>
          </p:nvPicPr>
          <p:blipFill rotWithShape="1">
            <a:blip r:embed="rId4">
              <a:alphaModFix/>
            </a:blip>
            <a:srcRect b="0" l="0" r="0" t="0"/>
            <a:stretch/>
          </p:blipFill>
          <p:spPr>
            <a:xfrm>
              <a:off x="7718746" y="5203865"/>
              <a:ext cx="136632" cy="126034"/>
            </a:xfrm>
            <a:prstGeom prst="rect">
              <a:avLst/>
            </a:prstGeom>
            <a:noFill/>
            <a:ln>
              <a:noFill/>
            </a:ln>
          </p:spPr>
        </p:pic>
        <p:pic>
          <p:nvPicPr>
            <p:cNvPr id="250" name="Google Shape;250;p97"/>
            <p:cNvPicPr preferRelativeResize="0"/>
            <p:nvPr/>
          </p:nvPicPr>
          <p:blipFill rotWithShape="1">
            <a:blip r:embed="rId5">
              <a:alphaModFix/>
            </a:blip>
            <a:srcRect b="0" l="0" r="0" t="0"/>
            <a:stretch/>
          </p:blipFill>
          <p:spPr>
            <a:xfrm>
              <a:off x="4421766" y="2841656"/>
              <a:ext cx="3231271" cy="2321008"/>
            </a:xfrm>
            <a:prstGeom prst="rect">
              <a:avLst/>
            </a:prstGeom>
            <a:noFill/>
            <a:ln>
              <a:noFill/>
            </a:ln>
          </p:spPr>
        </p:pic>
        <p:pic>
          <p:nvPicPr>
            <p:cNvPr id="251" name="Google Shape;251;p97"/>
            <p:cNvPicPr preferRelativeResize="0"/>
            <p:nvPr/>
          </p:nvPicPr>
          <p:blipFill rotWithShape="1">
            <a:blip r:embed="rId6">
              <a:alphaModFix/>
            </a:blip>
            <a:srcRect b="0" l="0" r="0" t="0"/>
            <a:stretch/>
          </p:blipFill>
          <p:spPr>
            <a:xfrm>
              <a:off x="5183911" y="5370530"/>
              <a:ext cx="194695" cy="202665"/>
            </a:xfrm>
            <a:prstGeom prst="rect">
              <a:avLst/>
            </a:prstGeom>
            <a:noFill/>
            <a:ln>
              <a:noFill/>
            </a:ln>
          </p:spPr>
        </p:pic>
        <p:pic>
          <p:nvPicPr>
            <p:cNvPr id="252" name="Google Shape;252;p97"/>
            <p:cNvPicPr preferRelativeResize="0"/>
            <p:nvPr/>
          </p:nvPicPr>
          <p:blipFill rotWithShape="1">
            <a:blip r:embed="rId7">
              <a:alphaModFix/>
            </a:blip>
            <a:srcRect b="0" l="0" r="0" t="0"/>
            <a:stretch/>
          </p:blipFill>
          <p:spPr>
            <a:xfrm>
              <a:off x="5408546" y="5422351"/>
              <a:ext cx="138168" cy="154300"/>
            </a:xfrm>
            <a:prstGeom prst="rect">
              <a:avLst/>
            </a:prstGeom>
            <a:noFill/>
            <a:ln>
              <a:noFill/>
            </a:ln>
          </p:spPr>
        </p:pic>
        <p:pic>
          <p:nvPicPr>
            <p:cNvPr id="253" name="Google Shape;253;p97"/>
            <p:cNvPicPr preferRelativeResize="0"/>
            <p:nvPr/>
          </p:nvPicPr>
          <p:blipFill rotWithShape="1">
            <a:blip r:embed="rId8">
              <a:alphaModFix/>
            </a:blip>
            <a:srcRect b="0" l="0" r="0" t="0"/>
            <a:stretch/>
          </p:blipFill>
          <p:spPr>
            <a:xfrm>
              <a:off x="5568515" y="5370530"/>
              <a:ext cx="134791" cy="206121"/>
            </a:xfrm>
            <a:prstGeom prst="rect">
              <a:avLst/>
            </a:prstGeom>
            <a:noFill/>
            <a:ln>
              <a:noFill/>
            </a:ln>
          </p:spPr>
        </p:pic>
        <p:pic>
          <p:nvPicPr>
            <p:cNvPr id="254" name="Google Shape;254;p97"/>
            <p:cNvPicPr preferRelativeResize="0"/>
            <p:nvPr/>
          </p:nvPicPr>
          <p:blipFill rotWithShape="1">
            <a:blip r:embed="rId9">
              <a:alphaModFix/>
            </a:blip>
            <a:srcRect b="0" l="0" r="0" t="0"/>
            <a:stretch/>
          </p:blipFill>
          <p:spPr>
            <a:xfrm>
              <a:off x="5730942" y="5422351"/>
              <a:ext cx="131260" cy="154300"/>
            </a:xfrm>
            <a:prstGeom prst="rect">
              <a:avLst/>
            </a:prstGeom>
            <a:noFill/>
            <a:ln>
              <a:noFill/>
            </a:ln>
          </p:spPr>
        </p:pic>
        <p:sp>
          <p:nvSpPr>
            <p:cNvPr id="255" name="Google Shape;255;p97"/>
            <p:cNvSpPr/>
            <p:nvPr/>
          </p:nvSpPr>
          <p:spPr>
            <a:xfrm>
              <a:off x="5886460" y="5370530"/>
              <a:ext cx="19050" cy="203200"/>
            </a:xfrm>
            <a:custGeom>
              <a:rect b="b" l="l" r="r" t="t"/>
              <a:pathLst>
                <a:path extrusionOk="0" h="203200" w="19050">
                  <a:moveTo>
                    <a:pt x="18421" y="0"/>
                  </a:moveTo>
                  <a:lnTo>
                    <a:pt x="0" y="0"/>
                  </a:lnTo>
                  <a:lnTo>
                    <a:pt x="0" y="202665"/>
                  </a:lnTo>
                  <a:lnTo>
                    <a:pt x="18421" y="202665"/>
                  </a:lnTo>
                  <a:lnTo>
                    <a:pt x="18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56" name="Google Shape;256;p97"/>
            <p:cNvPicPr preferRelativeResize="0"/>
            <p:nvPr/>
          </p:nvPicPr>
          <p:blipFill rotWithShape="1">
            <a:blip r:embed="rId10">
              <a:alphaModFix/>
            </a:blip>
            <a:srcRect b="0" l="0" r="0" t="0"/>
            <a:stretch/>
          </p:blipFill>
          <p:spPr>
            <a:xfrm>
              <a:off x="6013116" y="5365910"/>
              <a:ext cx="179619" cy="210741"/>
            </a:xfrm>
            <a:prstGeom prst="rect">
              <a:avLst/>
            </a:prstGeom>
            <a:noFill/>
            <a:ln>
              <a:noFill/>
            </a:ln>
          </p:spPr>
        </p:pic>
        <p:pic>
          <p:nvPicPr>
            <p:cNvPr id="257" name="Google Shape;257;p97"/>
            <p:cNvPicPr preferRelativeResize="0"/>
            <p:nvPr/>
          </p:nvPicPr>
          <p:blipFill rotWithShape="1">
            <a:blip r:embed="rId11">
              <a:alphaModFix/>
            </a:blip>
            <a:srcRect b="0" l="0" r="0" t="0"/>
            <a:stretch/>
          </p:blipFill>
          <p:spPr>
            <a:xfrm>
              <a:off x="6212386" y="5422351"/>
              <a:ext cx="139243" cy="154300"/>
            </a:xfrm>
            <a:prstGeom prst="rect">
              <a:avLst/>
            </a:prstGeom>
            <a:noFill/>
            <a:ln>
              <a:noFill/>
            </a:ln>
          </p:spPr>
        </p:pic>
        <p:pic>
          <p:nvPicPr>
            <p:cNvPr id="258" name="Google Shape;258;p97"/>
            <p:cNvPicPr preferRelativeResize="0"/>
            <p:nvPr/>
          </p:nvPicPr>
          <p:blipFill rotWithShape="1">
            <a:blip r:embed="rId12">
              <a:alphaModFix/>
            </a:blip>
            <a:srcRect b="0" l="0" r="0" t="0"/>
            <a:stretch/>
          </p:blipFill>
          <p:spPr>
            <a:xfrm>
              <a:off x="6378190" y="5422351"/>
              <a:ext cx="202648" cy="150845"/>
            </a:xfrm>
            <a:prstGeom prst="rect">
              <a:avLst/>
            </a:prstGeom>
            <a:noFill/>
            <a:ln>
              <a:noFill/>
            </a:ln>
          </p:spPr>
        </p:pic>
        <p:pic>
          <p:nvPicPr>
            <p:cNvPr id="259" name="Google Shape;259;p97"/>
            <p:cNvPicPr preferRelativeResize="0"/>
            <p:nvPr/>
          </p:nvPicPr>
          <p:blipFill rotWithShape="1">
            <a:blip r:embed="rId13">
              <a:alphaModFix/>
            </a:blip>
            <a:srcRect b="0" l="0" r="0" t="0"/>
            <a:stretch/>
          </p:blipFill>
          <p:spPr>
            <a:xfrm>
              <a:off x="6616611" y="5422351"/>
              <a:ext cx="134637" cy="204968"/>
            </a:xfrm>
            <a:prstGeom prst="rect">
              <a:avLst/>
            </a:prstGeom>
            <a:noFill/>
            <a:ln>
              <a:noFill/>
            </a:ln>
          </p:spPr>
        </p:pic>
        <p:sp>
          <p:nvSpPr>
            <p:cNvPr id="260" name="Google Shape;260;p97"/>
            <p:cNvSpPr/>
            <p:nvPr/>
          </p:nvSpPr>
          <p:spPr>
            <a:xfrm>
              <a:off x="6781176" y="5370537"/>
              <a:ext cx="17780" cy="203200"/>
            </a:xfrm>
            <a:custGeom>
              <a:rect b="b" l="l" r="r" t="t"/>
              <a:pathLst>
                <a:path extrusionOk="0" h="203200" w="17779">
                  <a:moveTo>
                    <a:pt x="17348" y="0"/>
                  </a:moveTo>
                  <a:lnTo>
                    <a:pt x="0" y="0"/>
                  </a:lnTo>
                  <a:lnTo>
                    <a:pt x="0" y="202665"/>
                  </a:lnTo>
                  <a:lnTo>
                    <a:pt x="17348" y="202665"/>
                  </a:lnTo>
                  <a:lnTo>
                    <a:pt x="173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1" name="Google Shape;261;p97"/>
            <p:cNvPicPr preferRelativeResize="0"/>
            <p:nvPr/>
          </p:nvPicPr>
          <p:blipFill rotWithShape="1">
            <a:blip r:embed="rId14">
              <a:alphaModFix/>
            </a:blip>
            <a:srcRect b="0" l="0" r="0" t="0"/>
            <a:stretch/>
          </p:blipFill>
          <p:spPr>
            <a:xfrm>
              <a:off x="6826286" y="5422352"/>
              <a:ext cx="310756" cy="154304"/>
            </a:xfrm>
            <a:prstGeom prst="rect">
              <a:avLst/>
            </a:prstGeom>
            <a:noFill/>
            <a:ln>
              <a:noFill/>
            </a:ln>
          </p:spPr>
        </p:pic>
        <p:sp>
          <p:nvSpPr>
            <p:cNvPr id="262" name="Google Shape;262;p97"/>
            <p:cNvSpPr/>
            <p:nvPr/>
          </p:nvSpPr>
          <p:spPr>
            <a:xfrm>
              <a:off x="7118616" y="5370536"/>
              <a:ext cx="19050" cy="29209"/>
            </a:xfrm>
            <a:custGeom>
              <a:rect b="b" l="l" r="r" t="t"/>
              <a:pathLst>
                <a:path extrusionOk="0" h="29210" w="19050">
                  <a:moveTo>
                    <a:pt x="18427" y="0"/>
                  </a:moveTo>
                  <a:lnTo>
                    <a:pt x="0" y="0"/>
                  </a:lnTo>
                  <a:lnTo>
                    <a:pt x="0" y="28777"/>
                  </a:lnTo>
                  <a:lnTo>
                    <a:pt x="18427" y="28777"/>
                  </a:lnTo>
                  <a:lnTo>
                    <a:pt x="1842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3" name="Google Shape;263;p97"/>
            <p:cNvPicPr preferRelativeResize="0"/>
            <p:nvPr/>
          </p:nvPicPr>
          <p:blipFill rotWithShape="1">
            <a:blip r:embed="rId15">
              <a:alphaModFix/>
            </a:blip>
            <a:srcRect b="0" l="0" r="0" t="0"/>
            <a:stretch/>
          </p:blipFill>
          <p:spPr>
            <a:xfrm>
              <a:off x="7156701" y="5382042"/>
              <a:ext cx="213086" cy="245276"/>
            </a:xfrm>
            <a:prstGeom prst="rect">
              <a:avLst/>
            </a:prstGeom>
            <a:noFill/>
            <a:ln>
              <a:noFill/>
            </a:ln>
          </p:spPr>
        </p:pic>
        <p:sp>
          <p:nvSpPr>
            <p:cNvPr id="264" name="Google Shape;264;p97"/>
            <p:cNvSpPr/>
            <p:nvPr/>
          </p:nvSpPr>
          <p:spPr>
            <a:xfrm>
              <a:off x="7687564" y="3216046"/>
              <a:ext cx="19050" cy="203200"/>
            </a:xfrm>
            <a:custGeom>
              <a:rect b="b" l="l" r="r" t="t"/>
              <a:pathLst>
                <a:path extrusionOk="0" h="203200" w="19050">
                  <a:moveTo>
                    <a:pt x="18427" y="55257"/>
                  </a:moveTo>
                  <a:lnTo>
                    <a:pt x="0" y="55257"/>
                  </a:lnTo>
                  <a:lnTo>
                    <a:pt x="0" y="202603"/>
                  </a:lnTo>
                  <a:lnTo>
                    <a:pt x="18427" y="202603"/>
                  </a:lnTo>
                  <a:lnTo>
                    <a:pt x="18427" y="55257"/>
                  </a:lnTo>
                  <a:close/>
                </a:path>
                <a:path extrusionOk="0" h="203200" w="19050">
                  <a:moveTo>
                    <a:pt x="18427" y="0"/>
                  </a:moveTo>
                  <a:lnTo>
                    <a:pt x="0" y="0"/>
                  </a:lnTo>
                  <a:lnTo>
                    <a:pt x="0" y="27622"/>
                  </a:lnTo>
                  <a:lnTo>
                    <a:pt x="18427" y="27622"/>
                  </a:lnTo>
                  <a:lnTo>
                    <a:pt x="1842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5" name="Google Shape;265;p97"/>
            <p:cNvPicPr preferRelativeResize="0"/>
            <p:nvPr/>
          </p:nvPicPr>
          <p:blipFill rotWithShape="1">
            <a:blip r:embed="rId16">
              <a:alphaModFix/>
            </a:blip>
            <a:srcRect b="0" l="0" r="0" t="0"/>
            <a:stretch/>
          </p:blipFill>
          <p:spPr>
            <a:xfrm>
              <a:off x="7727956" y="3227546"/>
              <a:ext cx="351257" cy="194478"/>
            </a:xfrm>
            <a:prstGeom prst="rect">
              <a:avLst/>
            </a:prstGeom>
            <a:noFill/>
            <a:ln>
              <a:noFill/>
            </a:ln>
          </p:spPr>
        </p:pic>
        <p:sp>
          <p:nvSpPr>
            <p:cNvPr id="266" name="Google Shape;266;p97"/>
            <p:cNvSpPr/>
            <p:nvPr/>
          </p:nvSpPr>
          <p:spPr>
            <a:xfrm>
              <a:off x="8105610" y="3216046"/>
              <a:ext cx="18415" cy="203200"/>
            </a:xfrm>
            <a:custGeom>
              <a:rect b="b" l="l" r="r" t="t"/>
              <a:pathLst>
                <a:path extrusionOk="0" h="203200" w="18415">
                  <a:moveTo>
                    <a:pt x="18415" y="55257"/>
                  </a:moveTo>
                  <a:lnTo>
                    <a:pt x="0" y="55257"/>
                  </a:lnTo>
                  <a:lnTo>
                    <a:pt x="0" y="202603"/>
                  </a:lnTo>
                  <a:lnTo>
                    <a:pt x="18415" y="202603"/>
                  </a:lnTo>
                  <a:lnTo>
                    <a:pt x="18415" y="55257"/>
                  </a:lnTo>
                  <a:close/>
                </a:path>
                <a:path extrusionOk="0" h="203200" w="18415">
                  <a:moveTo>
                    <a:pt x="18415" y="0"/>
                  </a:moveTo>
                  <a:lnTo>
                    <a:pt x="0" y="0"/>
                  </a:lnTo>
                  <a:lnTo>
                    <a:pt x="0" y="27622"/>
                  </a:lnTo>
                  <a:lnTo>
                    <a:pt x="18415" y="27622"/>
                  </a:lnTo>
                  <a:lnTo>
                    <a:pt x="1841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7" name="Google Shape;267;p97"/>
            <p:cNvPicPr preferRelativeResize="0"/>
            <p:nvPr/>
          </p:nvPicPr>
          <p:blipFill rotWithShape="1">
            <a:blip r:embed="rId17">
              <a:alphaModFix/>
            </a:blip>
            <a:srcRect b="0" l="0" r="0" t="0"/>
            <a:stretch/>
          </p:blipFill>
          <p:spPr>
            <a:xfrm>
              <a:off x="8150603" y="3267762"/>
              <a:ext cx="139243" cy="154262"/>
            </a:xfrm>
            <a:prstGeom prst="rect">
              <a:avLst/>
            </a:prstGeom>
            <a:noFill/>
            <a:ln>
              <a:noFill/>
            </a:ln>
          </p:spPr>
        </p:pic>
        <p:pic>
          <p:nvPicPr>
            <p:cNvPr id="268" name="Google Shape;268;p97"/>
            <p:cNvPicPr preferRelativeResize="0"/>
            <p:nvPr/>
          </p:nvPicPr>
          <p:blipFill rotWithShape="1">
            <a:blip r:embed="rId18">
              <a:alphaModFix/>
            </a:blip>
            <a:srcRect b="0" l="0" r="0" t="0"/>
            <a:stretch/>
          </p:blipFill>
          <p:spPr>
            <a:xfrm>
              <a:off x="8316407" y="3267762"/>
              <a:ext cx="119746" cy="150886"/>
            </a:xfrm>
            <a:prstGeom prst="rect">
              <a:avLst/>
            </a:prstGeom>
            <a:noFill/>
            <a:ln>
              <a:noFill/>
            </a:ln>
          </p:spPr>
        </p:pic>
      </p:grpSp>
      <p:grpSp>
        <p:nvGrpSpPr>
          <p:cNvPr id="269" name="Google Shape;269;p97"/>
          <p:cNvGrpSpPr/>
          <p:nvPr/>
        </p:nvGrpSpPr>
        <p:grpSpPr>
          <a:xfrm>
            <a:off x="3759334" y="4016894"/>
            <a:ext cx="556240" cy="206686"/>
            <a:chOff x="3759334" y="4016894"/>
            <a:chExt cx="556240" cy="206686"/>
          </a:xfrm>
        </p:grpSpPr>
        <p:pic>
          <p:nvPicPr>
            <p:cNvPr id="270" name="Google Shape;270;p97"/>
            <p:cNvPicPr preferRelativeResize="0"/>
            <p:nvPr/>
          </p:nvPicPr>
          <p:blipFill rotWithShape="1">
            <a:blip r:embed="rId19">
              <a:alphaModFix/>
            </a:blip>
            <a:srcRect b="0" l="0" r="0" t="0"/>
            <a:stretch/>
          </p:blipFill>
          <p:spPr>
            <a:xfrm>
              <a:off x="3759334" y="4016894"/>
              <a:ext cx="281006" cy="206684"/>
            </a:xfrm>
            <a:prstGeom prst="rect">
              <a:avLst/>
            </a:prstGeom>
            <a:noFill/>
            <a:ln>
              <a:noFill/>
            </a:ln>
          </p:spPr>
        </p:pic>
        <p:pic>
          <p:nvPicPr>
            <p:cNvPr id="271" name="Google Shape;271;p97"/>
            <p:cNvPicPr preferRelativeResize="0"/>
            <p:nvPr/>
          </p:nvPicPr>
          <p:blipFill rotWithShape="1">
            <a:blip r:embed="rId20">
              <a:alphaModFix/>
            </a:blip>
            <a:srcRect b="0" l="0" r="0" t="0"/>
            <a:stretch/>
          </p:blipFill>
          <p:spPr>
            <a:xfrm>
              <a:off x="4059915" y="4068089"/>
              <a:ext cx="255659" cy="155491"/>
            </a:xfrm>
            <a:prstGeom prst="rect">
              <a:avLst/>
            </a:prstGeom>
            <a:noFill/>
            <a:ln>
              <a:noFill/>
            </a:ln>
          </p:spPr>
        </p:pic>
      </p:grpSp>
      <p:sp>
        <p:nvSpPr>
          <p:cNvPr id="272" name="Google Shape;272;p97"/>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descr="$PPTXTitle" id="277" name="Google Shape;277;p101"/>
          <p:cNvSpPr txBox="1"/>
          <p:nvPr>
            <p:ph type="title"/>
          </p:nvPr>
        </p:nvSpPr>
        <p:spPr>
          <a:xfrm>
            <a:off x="707542" y="494791"/>
            <a:ext cx="11589715" cy="628377"/>
          </a:xfrm>
          <a:prstGeom prst="rect">
            <a:avLst/>
          </a:prstGeom>
          <a:noFill/>
          <a:ln>
            <a:noFill/>
          </a:ln>
        </p:spPr>
        <p:txBody>
          <a:bodyPr anchorCtr="0" anchor="t" bIns="0" lIns="0" spcFirstLastPara="1" rIns="0" wrap="square" tIns="12700">
            <a:spAutoFit/>
          </a:bodyPr>
          <a:lstStyle/>
          <a:p>
            <a:pPr indent="0" lvl="0" marL="2394585" rtl="0" algn="l">
              <a:lnSpc>
                <a:spcPct val="100000"/>
              </a:lnSpc>
              <a:spcBef>
                <a:spcPts val="0"/>
              </a:spcBef>
              <a:spcAft>
                <a:spcPts val="0"/>
              </a:spcAft>
              <a:buSzPts val="1400"/>
              <a:buNone/>
            </a:pPr>
            <a:r>
              <a:rPr b="1" lang="en-US"/>
              <a:t>Cross-validation</a:t>
            </a:r>
            <a:endParaRPr b="1"/>
          </a:p>
        </p:txBody>
      </p:sp>
      <p:grpSp>
        <p:nvGrpSpPr>
          <p:cNvPr id="278" name="Google Shape;278;p101"/>
          <p:cNvGrpSpPr/>
          <p:nvPr/>
        </p:nvGrpSpPr>
        <p:grpSpPr>
          <a:xfrm>
            <a:off x="3407708" y="1843500"/>
            <a:ext cx="7514291" cy="5586000"/>
            <a:chOff x="3407709" y="1843500"/>
            <a:chExt cx="5815330" cy="3665854"/>
          </a:xfrm>
        </p:grpSpPr>
        <p:sp>
          <p:nvSpPr>
            <p:cNvPr id="279" name="Google Shape;279;p101"/>
            <p:cNvSpPr/>
            <p:nvPr/>
          </p:nvSpPr>
          <p:spPr>
            <a:xfrm>
              <a:off x="3407709" y="1843500"/>
              <a:ext cx="5815330" cy="3665854"/>
            </a:xfrm>
            <a:custGeom>
              <a:rect b="b" l="l" r="r" t="t"/>
              <a:pathLst>
                <a:path extrusionOk="0" h="3665854" w="5815330">
                  <a:moveTo>
                    <a:pt x="5815001" y="0"/>
                  </a:moveTo>
                  <a:lnTo>
                    <a:pt x="0" y="0"/>
                  </a:lnTo>
                  <a:lnTo>
                    <a:pt x="0" y="3665679"/>
                  </a:lnTo>
                  <a:lnTo>
                    <a:pt x="5815001" y="3665679"/>
                  </a:lnTo>
                  <a:lnTo>
                    <a:pt x="5815001" y="0"/>
                  </a:lnTo>
                  <a:close/>
                </a:path>
              </a:pathLst>
            </a:custGeom>
            <a:solidFill>
              <a:srgbClr val="EAEA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p101"/>
            <p:cNvSpPr/>
            <p:nvPr/>
          </p:nvSpPr>
          <p:spPr>
            <a:xfrm>
              <a:off x="3407709" y="1843500"/>
              <a:ext cx="5815330" cy="3665854"/>
            </a:xfrm>
            <a:custGeom>
              <a:rect b="b" l="l" r="r" t="t"/>
              <a:pathLst>
                <a:path extrusionOk="0" h="3665854" w="5815330">
                  <a:moveTo>
                    <a:pt x="0" y="3665680"/>
                  </a:moveTo>
                  <a:lnTo>
                    <a:pt x="0" y="3665680"/>
                  </a:lnTo>
                  <a:lnTo>
                    <a:pt x="0" y="0"/>
                  </a:lnTo>
                </a:path>
                <a:path extrusionOk="0" h="3665854" w="5815330">
                  <a:moveTo>
                    <a:pt x="1162263" y="3665680"/>
                  </a:moveTo>
                  <a:lnTo>
                    <a:pt x="1162263" y="3665680"/>
                  </a:lnTo>
                  <a:lnTo>
                    <a:pt x="1162263" y="0"/>
                  </a:lnTo>
                </a:path>
                <a:path extrusionOk="0" h="3665854" w="5815330">
                  <a:moveTo>
                    <a:pt x="2325765" y="3665680"/>
                  </a:moveTo>
                  <a:lnTo>
                    <a:pt x="2325765" y="3665680"/>
                  </a:lnTo>
                  <a:lnTo>
                    <a:pt x="2325765" y="0"/>
                  </a:lnTo>
                </a:path>
                <a:path extrusionOk="0" h="3665854" w="5815330">
                  <a:moveTo>
                    <a:pt x="3489267" y="3665680"/>
                  </a:moveTo>
                  <a:lnTo>
                    <a:pt x="3489267" y="3665680"/>
                  </a:lnTo>
                  <a:lnTo>
                    <a:pt x="3489267" y="0"/>
                  </a:lnTo>
                </a:path>
                <a:path extrusionOk="0" h="3665854" w="5815330">
                  <a:moveTo>
                    <a:pt x="4651499" y="3665680"/>
                  </a:moveTo>
                  <a:lnTo>
                    <a:pt x="4651499" y="3665680"/>
                  </a:lnTo>
                  <a:lnTo>
                    <a:pt x="4651499" y="0"/>
                  </a:lnTo>
                </a:path>
                <a:path extrusionOk="0" h="3665854" w="5815330">
                  <a:moveTo>
                    <a:pt x="5815001" y="3665680"/>
                  </a:moveTo>
                  <a:lnTo>
                    <a:pt x="5815001" y="3665680"/>
                  </a:lnTo>
                  <a:lnTo>
                    <a:pt x="5815001" y="0"/>
                  </a:lnTo>
                </a:path>
                <a:path extrusionOk="0" h="3665854" w="5815330">
                  <a:moveTo>
                    <a:pt x="0" y="3665680"/>
                  </a:moveTo>
                  <a:lnTo>
                    <a:pt x="0" y="3665680"/>
                  </a:lnTo>
                  <a:lnTo>
                    <a:pt x="5815001" y="3665680"/>
                  </a:lnTo>
                </a:path>
                <a:path extrusionOk="0" h="3665854" w="5815330">
                  <a:moveTo>
                    <a:pt x="0" y="2932064"/>
                  </a:moveTo>
                  <a:lnTo>
                    <a:pt x="0" y="2932064"/>
                  </a:lnTo>
                  <a:lnTo>
                    <a:pt x="5815001" y="2932064"/>
                  </a:lnTo>
                </a:path>
                <a:path extrusionOk="0" h="3665854" w="5815330">
                  <a:moveTo>
                    <a:pt x="0" y="2198528"/>
                  </a:moveTo>
                  <a:lnTo>
                    <a:pt x="0" y="2198528"/>
                  </a:lnTo>
                  <a:lnTo>
                    <a:pt x="5815001" y="2198528"/>
                  </a:lnTo>
                </a:path>
                <a:path extrusionOk="0" h="3665854" w="5815330">
                  <a:moveTo>
                    <a:pt x="0" y="1466056"/>
                  </a:moveTo>
                  <a:lnTo>
                    <a:pt x="0" y="1466056"/>
                  </a:lnTo>
                  <a:lnTo>
                    <a:pt x="5815001" y="1466056"/>
                  </a:lnTo>
                </a:path>
                <a:path extrusionOk="0" h="3665854" w="5815330">
                  <a:moveTo>
                    <a:pt x="0" y="732472"/>
                  </a:moveTo>
                  <a:lnTo>
                    <a:pt x="0" y="732472"/>
                  </a:lnTo>
                  <a:lnTo>
                    <a:pt x="5815001" y="732472"/>
                  </a:lnTo>
                </a:path>
                <a:path extrusionOk="0" h="3665854" w="5815330">
                  <a:moveTo>
                    <a:pt x="0" y="0"/>
                  </a:moveTo>
                  <a:lnTo>
                    <a:pt x="0" y="0"/>
                  </a:lnTo>
                  <a:lnTo>
                    <a:pt x="5815001" y="0"/>
                  </a:lnTo>
                </a:path>
              </a:pathLst>
            </a:custGeom>
            <a:noFill/>
            <a:ln cap="flat" cmpd="sng" w="154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1" name="Google Shape;281;p101"/>
            <p:cNvPicPr preferRelativeResize="0"/>
            <p:nvPr/>
          </p:nvPicPr>
          <p:blipFill rotWithShape="1">
            <a:blip r:embed="rId3">
              <a:alphaModFix/>
            </a:blip>
            <a:srcRect b="0" l="0" r="0" t="0"/>
            <a:stretch/>
          </p:blipFill>
          <p:spPr>
            <a:xfrm>
              <a:off x="3571453" y="2433612"/>
              <a:ext cx="5539933" cy="2666479"/>
            </a:xfrm>
            <a:prstGeom prst="rect">
              <a:avLst/>
            </a:prstGeom>
            <a:noFill/>
            <a:ln>
              <a:noFill/>
            </a:ln>
          </p:spPr>
        </p:pic>
        <p:sp>
          <p:nvSpPr>
            <p:cNvPr id="282" name="Google Shape;282;p101"/>
            <p:cNvSpPr/>
            <p:nvPr/>
          </p:nvSpPr>
          <p:spPr>
            <a:xfrm>
              <a:off x="3642314" y="3897882"/>
              <a:ext cx="112395" cy="111125"/>
            </a:xfrm>
            <a:custGeom>
              <a:rect b="b" l="l" r="r" t="t"/>
              <a:pathLst>
                <a:path extrusionOk="0" h="111125" w="112395">
                  <a:moveTo>
                    <a:pt x="0" y="110648"/>
                  </a:moveTo>
                  <a:lnTo>
                    <a:pt x="0" y="110648"/>
                  </a:lnTo>
                  <a:lnTo>
                    <a:pt x="111936" y="0"/>
                  </a:lnTo>
                </a:path>
                <a:path extrusionOk="0" h="111125" w="112395">
                  <a:moveTo>
                    <a:pt x="0" y="0"/>
                  </a:moveTo>
                  <a:lnTo>
                    <a:pt x="0" y="0"/>
                  </a:lnTo>
                  <a:lnTo>
                    <a:pt x="111936" y="110648"/>
                  </a:lnTo>
                </a:path>
              </a:pathLst>
            </a:custGeom>
            <a:noFill/>
            <a:ln cap="flat" cmpd="sng" w="15475">
              <a:solidFill>
                <a:srgbClr val="008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3" name="Google Shape;283;p101"/>
            <p:cNvSpPr/>
            <p:nvPr/>
          </p:nvSpPr>
          <p:spPr>
            <a:xfrm>
              <a:off x="3653030" y="1988756"/>
              <a:ext cx="112395" cy="111125"/>
            </a:xfrm>
            <a:custGeom>
              <a:rect b="b" l="l" r="r" t="t"/>
              <a:pathLst>
                <a:path extrusionOk="0" h="111125" w="112395">
                  <a:moveTo>
                    <a:pt x="0" y="110807"/>
                  </a:moveTo>
                  <a:lnTo>
                    <a:pt x="0" y="110807"/>
                  </a:lnTo>
                  <a:lnTo>
                    <a:pt x="111936" y="0"/>
                  </a:lnTo>
                </a:path>
                <a:path extrusionOk="0" h="111125" w="112395">
                  <a:moveTo>
                    <a:pt x="0" y="0"/>
                  </a:moveTo>
                  <a:lnTo>
                    <a:pt x="0" y="0"/>
                  </a:lnTo>
                  <a:lnTo>
                    <a:pt x="111936" y="110807"/>
                  </a:lnTo>
                </a:path>
              </a:pathLst>
            </a:custGeom>
            <a:noFill/>
            <a:ln cap="flat" cmpd="sng" w="15475">
              <a:solidFill>
                <a:srgbClr val="0000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4" name="Google Shape;284;p101"/>
            <p:cNvPicPr preferRelativeResize="0"/>
            <p:nvPr/>
          </p:nvPicPr>
          <p:blipFill rotWithShape="1">
            <a:blip r:embed="rId4">
              <a:alphaModFix/>
            </a:blip>
            <a:srcRect b="0" l="0" r="0" t="0"/>
            <a:stretch/>
          </p:blipFill>
          <p:spPr>
            <a:xfrm>
              <a:off x="3998383" y="1985263"/>
              <a:ext cx="259639" cy="115410"/>
            </a:xfrm>
            <a:prstGeom prst="rect">
              <a:avLst/>
            </a:prstGeom>
            <a:noFill/>
            <a:ln>
              <a:noFill/>
            </a:ln>
          </p:spPr>
        </p:pic>
        <p:pic>
          <p:nvPicPr>
            <p:cNvPr id="285" name="Google Shape;285;p101"/>
            <p:cNvPicPr preferRelativeResize="0"/>
            <p:nvPr/>
          </p:nvPicPr>
          <p:blipFill rotWithShape="1">
            <a:blip r:embed="rId5">
              <a:alphaModFix/>
            </a:blip>
            <a:srcRect b="0" l="0" r="0" t="0"/>
            <a:stretch/>
          </p:blipFill>
          <p:spPr>
            <a:xfrm>
              <a:off x="4279454" y="2014950"/>
              <a:ext cx="66676" cy="84612"/>
            </a:xfrm>
            <a:prstGeom prst="rect">
              <a:avLst/>
            </a:prstGeom>
            <a:noFill/>
            <a:ln>
              <a:noFill/>
            </a:ln>
          </p:spPr>
        </p:pic>
        <p:sp>
          <p:nvSpPr>
            <p:cNvPr id="286" name="Google Shape;286;p101"/>
            <p:cNvSpPr/>
            <p:nvPr/>
          </p:nvSpPr>
          <p:spPr>
            <a:xfrm>
              <a:off x="4367555" y="1985263"/>
              <a:ext cx="13335" cy="114300"/>
            </a:xfrm>
            <a:custGeom>
              <a:rect b="b" l="l" r="r" t="t"/>
              <a:pathLst>
                <a:path extrusionOk="0" h="114300" w="13335">
                  <a:moveTo>
                    <a:pt x="13004" y="32067"/>
                  </a:moveTo>
                  <a:lnTo>
                    <a:pt x="0" y="32067"/>
                  </a:lnTo>
                  <a:lnTo>
                    <a:pt x="0" y="114300"/>
                  </a:lnTo>
                  <a:lnTo>
                    <a:pt x="13004" y="114300"/>
                  </a:lnTo>
                  <a:lnTo>
                    <a:pt x="13004" y="32067"/>
                  </a:lnTo>
                  <a:close/>
                </a:path>
                <a:path extrusionOk="0" h="114300" w="13335">
                  <a:moveTo>
                    <a:pt x="13004" y="0"/>
                  </a:moveTo>
                  <a:lnTo>
                    <a:pt x="0" y="0"/>
                  </a:lnTo>
                  <a:lnTo>
                    <a:pt x="0" y="16675"/>
                  </a:lnTo>
                  <a:lnTo>
                    <a:pt x="13004" y="16675"/>
                  </a:lnTo>
                  <a:lnTo>
                    <a:pt x="13004"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7" name="Google Shape;287;p101"/>
            <p:cNvPicPr preferRelativeResize="0"/>
            <p:nvPr/>
          </p:nvPicPr>
          <p:blipFill rotWithShape="1">
            <a:blip r:embed="rId6">
              <a:alphaModFix/>
            </a:blip>
            <a:srcRect b="0" l="0" r="0" t="0"/>
            <a:stretch/>
          </p:blipFill>
          <p:spPr>
            <a:xfrm>
              <a:off x="4402013" y="2014950"/>
              <a:ext cx="156053" cy="117950"/>
            </a:xfrm>
            <a:prstGeom prst="rect">
              <a:avLst/>
            </a:prstGeom>
            <a:noFill/>
            <a:ln>
              <a:noFill/>
            </a:ln>
          </p:spPr>
        </p:pic>
        <p:pic>
          <p:nvPicPr>
            <p:cNvPr id="288" name="Google Shape;288;p101"/>
            <p:cNvPicPr preferRelativeResize="0"/>
            <p:nvPr/>
          </p:nvPicPr>
          <p:blipFill rotWithShape="1">
            <a:blip r:embed="rId7">
              <a:alphaModFix/>
            </a:blip>
            <a:srcRect b="0" l="0" r="0" t="0"/>
            <a:stretch/>
          </p:blipFill>
          <p:spPr>
            <a:xfrm>
              <a:off x="4617599" y="1988756"/>
              <a:ext cx="206061" cy="111917"/>
            </a:xfrm>
            <a:prstGeom prst="rect">
              <a:avLst/>
            </a:prstGeom>
            <a:noFill/>
            <a:ln>
              <a:noFill/>
            </a:ln>
          </p:spPr>
        </p:pic>
        <p:sp>
          <p:nvSpPr>
            <p:cNvPr id="289" name="Google Shape;289;p101"/>
            <p:cNvSpPr/>
            <p:nvPr/>
          </p:nvSpPr>
          <p:spPr>
            <a:xfrm>
              <a:off x="3653030" y="2215134"/>
              <a:ext cx="112395" cy="111125"/>
            </a:xfrm>
            <a:custGeom>
              <a:rect b="b" l="l" r="r" t="t"/>
              <a:pathLst>
                <a:path extrusionOk="0" h="111125" w="112395">
                  <a:moveTo>
                    <a:pt x="0" y="110648"/>
                  </a:moveTo>
                  <a:lnTo>
                    <a:pt x="0" y="110648"/>
                  </a:lnTo>
                  <a:lnTo>
                    <a:pt x="111936" y="0"/>
                  </a:lnTo>
                </a:path>
                <a:path extrusionOk="0" h="111125" w="112395">
                  <a:moveTo>
                    <a:pt x="0" y="0"/>
                  </a:moveTo>
                  <a:lnTo>
                    <a:pt x="0" y="0"/>
                  </a:lnTo>
                  <a:lnTo>
                    <a:pt x="111936" y="110648"/>
                  </a:lnTo>
                </a:path>
              </a:pathLst>
            </a:custGeom>
            <a:noFill/>
            <a:ln cap="flat" cmpd="sng" w="15475">
              <a:solidFill>
                <a:srgbClr val="008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0" name="Google Shape;290;p101"/>
            <p:cNvSpPr/>
            <p:nvPr/>
          </p:nvSpPr>
          <p:spPr>
            <a:xfrm>
              <a:off x="4007904" y="2212339"/>
              <a:ext cx="534035" cy="116205"/>
            </a:xfrm>
            <a:custGeom>
              <a:rect b="b" l="l" r="r" t="t"/>
              <a:pathLst>
                <a:path extrusionOk="0" h="116205" w="534035">
                  <a:moveTo>
                    <a:pt x="89293" y="0"/>
                  </a:moveTo>
                  <a:lnTo>
                    <a:pt x="73799" y="0"/>
                  </a:lnTo>
                  <a:lnTo>
                    <a:pt x="73799" y="46990"/>
                  </a:lnTo>
                  <a:lnTo>
                    <a:pt x="14274" y="46990"/>
                  </a:lnTo>
                  <a:lnTo>
                    <a:pt x="14274" y="0"/>
                  </a:lnTo>
                  <a:lnTo>
                    <a:pt x="0" y="0"/>
                  </a:lnTo>
                  <a:lnTo>
                    <a:pt x="0" y="46990"/>
                  </a:lnTo>
                  <a:lnTo>
                    <a:pt x="0" y="59690"/>
                  </a:lnTo>
                  <a:lnTo>
                    <a:pt x="0" y="113030"/>
                  </a:lnTo>
                  <a:lnTo>
                    <a:pt x="14274" y="113030"/>
                  </a:lnTo>
                  <a:lnTo>
                    <a:pt x="14274" y="59690"/>
                  </a:lnTo>
                  <a:lnTo>
                    <a:pt x="73799" y="59690"/>
                  </a:lnTo>
                  <a:lnTo>
                    <a:pt x="73799" y="113030"/>
                  </a:lnTo>
                  <a:lnTo>
                    <a:pt x="89293" y="113030"/>
                  </a:lnTo>
                  <a:lnTo>
                    <a:pt x="89293" y="59690"/>
                  </a:lnTo>
                  <a:lnTo>
                    <a:pt x="89293" y="46990"/>
                  </a:lnTo>
                  <a:lnTo>
                    <a:pt x="89293" y="0"/>
                  </a:lnTo>
                  <a:close/>
                </a:path>
                <a:path extrusionOk="0" h="116205" w="534035">
                  <a:moveTo>
                    <a:pt x="184569" y="71856"/>
                  </a:moveTo>
                  <a:lnTo>
                    <a:pt x="170281" y="38150"/>
                  </a:lnTo>
                  <a:lnTo>
                    <a:pt x="170281" y="40894"/>
                  </a:lnTo>
                  <a:lnTo>
                    <a:pt x="170281" y="82486"/>
                  </a:lnTo>
                  <a:lnTo>
                    <a:pt x="167894" y="90906"/>
                  </a:lnTo>
                  <a:lnTo>
                    <a:pt x="163118" y="95669"/>
                  </a:lnTo>
                  <a:lnTo>
                    <a:pt x="158369" y="101536"/>
                  </a:lnTo>
                  <a:lnTo>
                    <a:pt x="152400" y="103924"/>
                  </a:lnTo>
                  <a:lnTo>
                    <a:pt x="138125" y="103924"/>
                  </a:lnTo>
                  <a:lnTo>
                    <a:pt x="132168" y="101536"/>
                  </a:lnTo>
                  <a:lnTo>
                    <a:pt x="128600" y="95669"/>
                  </a:lnTo>
                  <a:lnTo>
                    <a:pt x="123825" y="90906"/>
                  </a:lnTo>
                  <a:lnTo>
                    <a:pt x="121450" y="82486"/>
                  </a:lnTo>
                  <a:lnTo>
                    <a:pt x="121513" y="62090"/>
                  </a:lnTo>
                  <a:lnTo>
                    <a:pt x="123825" y="53911"/>
                  </a:lnTo>
                  <a:lnTo>
                    <a:pt x="128600" y="49149"/>
                  </a:lnTo>
                  <a:lnTo>
                    <a:pt x="132168" y="43281"/>
                  </a:lnTo>
                  <a:lnTo>
                    <a:pt x="138125" y="40894"/>
                  </a:lnTo>
                  <a:lnTo>
                    <a:pt x="152400" y="40894"/>
                  </a:lnTo>
                  <a:lnTo>
                    <a:pt x="158369" y="43281"/>
                  </a:lnTo>
                  <a:lnTo>
                    <a:pt x="163118" y="49149"/>
                  </a:lnTo>
                  <a:lnTo>
                    <a:pt x="167894" y="53911"/>
                  </a:lnTo>
                  <a:lnTo>
                    <a:pt x="170218" y="62090"/>
                  </a:lnTo>
                  <a:lnTo>
                    <a:pt x="170281" y="40894"/>
                  </a:lnTo>
                  <a:lnTo>
                    <a:pt x="170281" y="38150"/>
                  </a:lnTo>
                  <a:lnTo>
                    <a:pt x="167551" y="36029"/>
                  </a:lnTo>
                  <a:lnTo>
                    <a:pt x="160883" y="32270"/>
                  </a:lnTo>
                  <a:lnTo>
                    <a:pt x="153581" y="29845"/>
                  </a:lnTo>
                  <a:lnTo>
                    <a:pt x="145262" y="28994"/>
                  </a:lnTo>
                  <a:lnTo>
                    <a:pt x="138150" y="29629"/>
                  </a:lnTo>
                  <a:lnTo>
                    <a:pt x="107861" y="62090"/>
                  </a:lnTo>
                  <a:lnTo>
                    <a:pt x="107238" y="71856"/>
                  </a:lnTo>
                  <a:lnTo>
                    <a:pt x="107162" y="72961"/>
                  </a:lnTo>
                  <a:lnTo>
                    <a:pt x="107772" y="81381"/>
                  </a:lnTo>
                  <a:lnTo>
                    <a:pt x="129794" y="113030"/>
                  </a:lnTo>
                  <a:lnTo>
                    <a:pt x="145262" y="115824"/>
                  </a:lnTo>
                  <a:lnTo>
                    <a:pt x="152400" y="115824"/>
                  </a:lnTo>
                  <a:lnTo>
                    <a:pt x="159550" y="113449"/>
                  </a:lnTo>
                  <a:lnTo>
                    <a:pt x="165519" y="109956"/>
                  </a:lnTo>
                  <a:lnTo>
                    <a:pt x="171488" y="107569"/>
                  </a:lnTo>
                  <a:lnTo>
                    <a:pt x="175120" y="103924"/>
                  </a:lnTo>
                  <a:lnTo>
                    <a:pt x="176237" y="102806"/>
                  </a:lnTo>
                  <a:lnTo>
                    <a:pt x="179806" y="96774"/>
                  </a:lnTo>
                  <a:lnTo>
                    <a:pt x="182194" y="90906"/>
                  </a:lnTo>
                  <a:lnTo>
                    <a:pt x="184569" y="81381"/>
                  </a:lnTo>
                  <a:lnTo>
                    <a:pt x="184569" y="71856"/>
                  </a:lnTo>
                  <a:close/>
                </a:path>
                <a:path extrusionOk="0" h="116205" w="534035">
                  <a:moveTo>
                    <a:pt x="214337" y="419"/>
                  </a:moveTo>
                  <a:lnTo>
                    <a:pt x="200063" y="419"/>
                  </a:lnTo>
                  <a:lnTo>
                    <a:pt x="200063" y="113449"/>
                  </a:lnTo>
                  <a:lnTo>
                    <a:pt x="214337" y="113449"/>
                  </a:lnTo>
                  <a:lnTo>
                    <a:pt x="214337" y="419"/>
                  </a:lnTo>
                  <a:close/>
                </a:path>
                <a:path extrusionOk="0" h="116205" w="534035">
                  <a:moveTo>
                    <a:pt x="302488" y="419"/>
                  </a:moveTo>
                  <a:lnTo>
                    <a:pt x="289318" y="419"/>
                  </a:lnTo>
                  <a:lnTo>
                    <a:pt x="289318" y="83756"/>
                  </a:lnTo>
                  <a:lnTo>
                    <a:pt x="286931" y="92011"/>
                  </a:lnTo>
                  <a:lnTo>
                    <a:pt x="283438" y="96774"/>
                  </a:lnTo>
                  <a:lnTo>
                    <a:pt x="278676" y="101536"/>
                  </a:lnTo>
                  <a:lnTo>
                    <a:pt x="273913" y="103924"/>
                  </a:lnTo>
                  <a:lnTo>
                    <a:pt x="260743" y="103924"/>
                  </a:lnTo>
                  <a:lnTo>
                    <a:pt x="255981" y="101536"/>
                  </a:lnTo>
                  <a:lnTo>
                    <a:pt x="251206" y="95669"/>
                  </a:lnTo>
                  <a:lnTo>
                    <a:pt x="247726" y="90906"/>
                  </a:lnTo>
                  <a:lnTo>
                    <a:pt x="245287" y="83756"/>
                  </a:lnTo>
                  <a:lnTo>
                    <a:pt x="245287" y="72961"/>
                  </a:lnTo>
                  <a:lnTo>
                    <a:pt x="260743" y="40894"/>
                  </a:lnTo>
                  <a:lnTo>
                    <a:pt x="272643" y="40894"/>
                  </a:lnTo>
                  <a:lnTo>
                    <a:pt x="289318" y="83756"/>
                  </a:lnTo>
                  <a:lnTo>
                    <a:pt x="289318" y="419"/>
                  </a:lnTo>
                  <a:lnTo>
                    <a:pt x="288201" y="419"/>
                  </a:lnTo>
                  <a:lnTo>
                    <a:pt x="288201" y="40894"/>
                  </a:lnTo>
                  <a:lnTo>
                    <a:pt x="285826" y="37249"/>
                  </a:lnTo>
                  <a:lnTo>
                    <a:pt x="282168" y="34861"/>
                  </a:lnTo>
                  <a:lnTo>
                    <a:pt x="278676" y="32486"/>
                  </a:lnTo>
                  <a:lnTo>
                    <a:pt x="275031" y="30099"/>
                  </a:lnTo>
                  <a:lnTo>
                    <a:pt x="270268" y="28994"/>
                  </a:lnTo>
                  <a:lnTo>
                    <a:pt x="258356" y="28994"/>
                  </a:lnTo>
                  <a:lnTo>
                    <a:pt x="232194" y="57569"/>
                  </a:lnTo>
                  <a:lnTo>
                    <a:pt x="231013" y="64706"/>
                  </a:lnTo>
                  <a:lnTo>
                    <a:pt x="231013" y="81381"/>
                  </a:lnTo>
                  <a:lnTo>
                    <a:pt x="253593" y="113449"/>
                  </a:lnTo>
                  <a:lnTo>
                    <a:pt x="259626" y="115824"/>
                  </a:lnTo>
                  <a:lnTo>
                    <a:pt x="265506" y="115824"/>
                  </a:lnTo>
                  <a:lnTo>
                    <a:pt x="289318" y="102806"/>
                  </a:lnTo>
                  <a:lnTo>
                    <a:pt x="289318" y="113449"/>
                  </a:lnTo>
                  <a:lnTo>
                    <a:pt x="302488" y="113449"/>
                  </a:lnTo>
                  <a:lnTo>
                    <a:pt x="302488" y="102806"/>
                  </a:lnTo>
                  <a:lnTo>
                    <a:pt x="302488" y="419"/>
                  </a:lnTo>
                  <a:close/>
                </a:path>
                <a:path extrusionOk="0" h="116205" w="534035">
                  <a:moveTo>
                    <a:pt x="395363" y="71856"/>
                  </a:moveTo>
                  <a:lnTo>
                    <a:pt x="381076" y="37871"/>
                  </a:lnTo>
                  <a:lnTo>
                    <a:pt x="381076" y="82486"/>
                  </a:lnTo>
                  <a:lnTo>
                    <a:pt x="378688" y="90906"/>
                  </a:lnTo>
                  <a:lnTo>
                    <a:pt x="375043" y="95669"/>
                  </a:lnTo>
                  <a:lnTo>
                    <a:pt x="370281" y="101536"/>
                  </a:lnTo>
                  <a:lnTo>
                    <a:pt x="364401" y="103924"/>
                  </a:lnTo>
                  <a:lnTo>
                    <a:pt x="350113" y="103924"/>
                  </a:lnTo>
                  <a:lnTo>
                    <a:pt x="344081" y="101536"/>
                  </a:lnTo>
                  <a:lnTo>
                    <a:pt x="340588" y="95669"/>
                  </a:lnTo>
                  <a:lnTo>
                    <a:pt x="335826" y="90906"/>
                  </a:lnTo>
                  <a:lnTo>
                    <a:pt x="333451" y="82486"/>
                  </a:lnTo>
                  <a:lnTo>
                    <a:pt x="333514" y="62090"/>
                  </a:lnTo>
                  <a:lnTo>
                    <a:pt x="335826" y="53911"/>
                  </a:lnTo>
                  <a:lnTo>
                    <a:pt x="340588" y="49149"/>
                  </a:lnTo>
                  <a:lnTo>
                    <a:pt x="344081" y="43281"/>
                  </a:lnTo>
                  <a:lnTo>
                    <a:pt x="350113" y="40894"/>
                  </a:lnTo>
                  <a:lnTo>
                    <a:pt x="364401" y="40894"/>
                  </a:lnTo>
                  <a:lnTo>
                    <a:pt x="381076" y="82486"/>
                  </a:lnTo>
                  <a:lnTo>
                    <a:pt x="381076" y="37871"/>
                  </a:lnTo>
                  <a:lnTo>
                    <a:pt x="378968" y="36029"/>
                  </a:lnTo>
                  <a:lnTo>
                    <a:pt x="372694" y="32270"/>
                  </a:lnTo>
                  <a:lnTo>
                    <a:pt x="365544" y="29845"/>
                  </a:lnTo>
                  <a:lnTo>
                    <a:pt x="357263" y="28994"/>
                  </a:lnTo>
                  <a:lnTo>
                    <a:pt x="350151" y="29629"/>
                  </a:lnTo>
                  <a:lnTo>
                    <a:pt x="319836" y="62090"/>
                  </a:lnTo>
                  <a:lnTo>
                    <a:pt x="319239" y="71856"/>
                  </a:lnTo>
                  <a:lnTo>
                    <a:pt x="319163" y="72961"/>
                  </a:lnTo>
                  <a:lnTo>
                    <a:pt x="319747" y="81381"/>
                  </a:lnTo>
                  <a:lnTo>
                    <a:pt x="341325" y="113030"/>
                  </a:lnTo>
                  <a:lnTo>
                    <a:pt x="357263" y="115824"/>
                  </a:lnTo>
                  <a:lnTo>
                    <a:pt x="364401" y="115824"/>
                  </a:lnTo>
                  <a:lnTo>
                    <a:pt x="371551" y="113449"/>
                  </a:lnTo>
                  <a:lnTo>
                    <a:pt x="377418" y="109956"/>
                  </a:lnTo>
                  <a:lnTo>
                    <a:pt x="383451" y="107569"/>
                  </a:lnTo>
                  <a:lnTo>
                    <a:pt x="387096" y="103924"/>
                  </a:lnTo>
                  <a:lnTo>
                    <a:pt x="388213" y="102806"/>
                  </a:lnTo>
                  <a:lnTo>
                    <a:pt x="390601" y="96774"/>
                  </a:lnTo>
                  <a:lnTo>
                    <a:pt x="394093" y="90906"/>
                  </a:lnTo>
                  <a:lnTo>
                    <a:pt x="395363" y="81381"/>
                  </a:lnTo>
                  <a:lnTo>
                    <a:pt x="395363" y="71856"/>
                  </a:lnTo>
                  <a:close/>
                </a:path>
                <a:path extrusionOk="0" h="116205" w="534035">
                  <a:moveTo>
                    <a:pt x="478701" y="31369"/>
                  </a:moveTo>
                  <a:lnTo>
                    <a:pt x="464413" y="31369"/>
                  </a:lnTo>
                  <a:lnTo>
                    <a:pt x="464413" y="88519"/>
                  </a:lnTo>
                  <a:lnTo>
                    <a:pt x="462038" y="92011"/>
                  </a:lnTo>
                  <a:lnTo>
                    <a:pt x="460768" y="95669"/>
                  </a:lnTo>
                  <a:lnTo>
                    <a:pt x="458381" y="98044"/>
                  </a:lnTo>
                  <a:lnTo>
                    <a:pt x="451243" y="102806"/>
                  </a:lnTo>
                  <a:lnTo>
                    <a:pt x="446481" y="103924"/>
                  </a:lnTo>
                  <a:lnTo>
                    <a:pt x="438226" y="103924"/>
                  </a:lnTo>
                  <a:lnTo>
                    <a:pt x="434568" y="102806"/>
                  </a:lnTo>
                  <a:lnTo>
                    <a:pt x="427431" y="95669"/>
                  </a:lnTo>
                  <a:lnTo>
                    <a:pt x="426313" y="92011"/>
                  </a:lnTo>
                  <a:lnTo>
                    <a:pt x="426313" y="31369"/>
                  </a:lnTo>
                  <a:lnTo>
                    <a:pt x="412026" y="31369"/>
                  </a:lnTo>
                  <a:lnTo>
                    <a:pt x="412026" y="93281"/>
                  </a:lnTo>
                  <a:lnTo>
                    <a:pt x="413143" y="95669"/>
                  </a:lnTo>
                  <a:lnTo>
                    <a:pt x="413143" y="99161"/>
                  </a:lnTo>
                  <a:lnTo>
                    <a:pt x="414413" y="102806"/>
                  </a:lnTo>
                  <a:lnTo>
                    <a:pt x="416788" y="105194"/>
                  </a:lnTo>
                  <a:lnTo>
                    <a:pt x="419176" y="108686"/>
                  </a:lnTo>
                  <a:lnTo>
                    <a:pt x="422668" y="111061"/>
                  </a:lnTo>
                  <a:lnTo>
                    <a:pt x="426313" y="112331"/>
                  </a:lnTo>
                  <a:lnTo>
                    <a:pt x="431076" y="114719"/>
                  </a:lnTo>
                  <a:lnTo>
                    <a:pt x="434568" y="115824"/>
                  </a:lnTo>
                  <a:lnTo>
                    <a:pt x="440601" y="115824"/>
                  </a:lnTo>
                  <a:lnTo>
                    <a:pt x="448183" y="114935"/>
                  </a:lnTo>
                  <a:lnTo>
                    <a:pt x="455015" y="112255"/>
                  </a:lnTo>
                  <a:lnTo>
                    <a:pt x="461187" y="107797"/>
                  </a:lnTo>
                  <a:lnTo>
                    <a:pt x="466801" y="101536"/>
                  </a:lnTo>
                  <a:lnTo>
                    <a:pt x="466801" y="113449"/>
                  </a:lnTo>
                  <a:lnTo>
                    <a:pt x="478701" y="113449"/>
                  </a:lnTo>
                  <a:lnTo>
                    <a:pt x="478701" y="31369"/>
                  </a:lnTo>
                  <a:close/>
                </a:path>
                <a:path extrusionOk="0" h="116205" w="534035">
                  <a:moveTo>
                    <a:pt x="533476" y="113449"/>
                  </a:moveTo>
                  <a:lnTo>
                    <a:pt x="531088" y="101536"/>
                  </a:lnTo>
                  <a:lnTo>
                    <a:pt x="521563" y="101536"/>
                  </a:lnTo>
                  <a:lnTo>
                    <a:pt x="520458" y="100431"/>
                  </a:lnTo>
                  <a:lnTo>
                    <a:pt x="519188" y="100431"/>
                  </a:lnTo>
                  <a:lnTo>
                    <a:pt x="518071" y="99161"/>
                  </a:lnTo>
                  <a:lnTo>
                    <a:pt x="518071" y="98044"/>
                  </a:lnTo>
                  <a:lnTo>
                    <a:pt x="516801" y="96774"/>
                  </a:lnTo>
                  <a:lnTo>
                    <a:pt x="516801" y="42011"/>
                  </a:lnTo>
                  <a:lnTo>
                    <a:pt x="531088" y="42011"/>
                  </a:lnTo>
                  <a:lnTo>
                    <a:pt x="531088" y="31369"/>
                  </a:lnTo>
                  <a:lnTo>
                    <a:pt x="516801" y="31369"/>
                  </a:lnTo>
                  <a:lnTo>
                    <a:pt x="516801" y="2794"/>
                  </a:lnTo>
                  <a:lnTo>
                    <a:pt x="502513" y="11049"/>
                  </a:lnTo>
                  <a:lnTo>
                    <a:pt x="502513" y="31369"/>
                  </a:lnTo>
                  <a:lnTo>
                    <a:pt x="492988" y="31369"/>
                  </a:lnTo>
                  <a:lnTo>
                    <a:pt x="492988" y="42011"/>
                  </a:lnTo>
                  <a:lnTo>
                    <a:pt x="502513" y="42011"/>
                  </a:lnTo>
                  <a:lnTo>
                    <a:pt x="502513" y="98044"/>
                  </a:lnTo>
                  <a:lnTo>
                    <a:pt x="503783" y="103924"/>
                  </a:lnTo>
                  <a:lnTo>
                    <a:pt x="507276" y="111061"/>
                  </a:lnTo>
                  <a:lnTo>
                    <a:pt x="510933" y="112331"/>
                  </a:lnTo>
                  <a:lnTo>
                    <a:pt x="513308" y="113449"/>
                  </a:lnTo>
                  <a:lnTo>
                    <a:pt x="516801" y="114719"/>
                  </a:lnTo>
                  <a:lnTo>
                    <a:pt x="528713" y="114719"/>
                  </a:lnTo>
                  <a:lnTo>
                    <a:pt x="533476" y="113449"/>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91" name="Google Shape;291;p101"/>
            <p:cNvPicPr preferRelativeResize="0"/>
            <p:nvPr/>
          </p:nvPicPr>
          <p:blipFill rotWithShape="1">
            <a:blip r:embed="rId8">
              <a:alphaModFix/>
            </a:blip>
            <a:srcRect b="0" l="0" r="0" t="0"/>
            <a:stretch/>
          </p:blipFill>
          <p:spPr>
            <a:xfrm>
              <a:off x="4591404" y="2215134"/>
              <a:ext cx="206061" cy="113029"/>
            </a:xfrm>
            <a:prstGeom prst="rect">
              <a:avLst/>
            </a:prstGeom>
            <a:noFill/>
            <a:ln>
              <a:noFill/>
            </a:ln>
          </p:spPr>
        </p:pic>
      </p:grpSp>
      <p:pic>
        <p:nvPicPr>
          <p:cNvPr id="292" name="Google Shape;292;p101"/>
          <p:cNvPicPr preferRelativeResize="0"/>
          <p:nvPr/>
        </p:nvPicPr>
        <p:blipFill rotWithShape="1">
          <a:blip r:embed="rId9">
            <a:alphaModFix/>
          </a:blip>
          <a:srcRect b="0" l="0" r="0" t="0"/>
          <a:stretch/>
        </p:blipFill>
        <p:spPr>
          <a:xfrm>
            <a:off x="3599692" y="7538466"/>
            <a:ext cx="73819" cy="116712"/>
          </a:xfrm>
          <a:prstGeom prst="rect">
            <a:avLst/>
          </a:prstGeom>
          <a:noFill/>
          <a:ln>
            <a:noFill/>
          </a:ln>
        </p:spPr>
      </p:pic>
      <p:pic>
        <p:nvPicPr>
          <p:cNvPr id="293" name="Google Shape;293;p101"/>
          <p:cNvPicPr preferRelativeResize="0"/>
          <p:nvPr/>
        </p:nvPicPr>
        <p:blipFill rotWithShape="1">
          <a:blip r:embed="rId10">
            <a:alphaModFix/>
          </a:blip>
          <a:srcRect b="0" l="0" r="0" t="0"/>
          <a:stretch/>
        </p:blipFill>
        <p:spPr>
          <a:xfrm>
            <a:off x="4716712" y="7538466"/>
            <a:ext cx="164308" cy="116712"/>
          </a:xfrm>
          <a:prstGeom prst="rect">
            <a:avLst/>
          </a:prstGeom>
          <a:noFill/>
          <a:ln>
            <a:noFill/>
          </a:ln>
        </p:spPr>
      </p:pic>
      <p:pic>
        <p:nvPicPr>
          <p:cNvPr id="294" name="Google Shape;294;p101"/>
          <p:cNvPicPr preferRelativeResize="0"/>
          <p:nvPr/>
        </p:nvPicPr>
        <p:blipFill rotWithShape="1">
          <a:blip r:embed="rId11">
            <a:alphaModFix/>
          </a:blip>
          <a:srcRect b="0" l="0" r="0" t="0"/>
          <a:stretch/>
        </p:blipFill>
        <p:spPr>
          <a:xfrm>
            <a:off x="5877832" y="7538466"/>
            <a:ext cx="166690" cy="116712"/>
          </a:xfrm>
          <a:prstGeom prst="rect">
            <a:avLst/>
          </a:prstGeom>
          <a:noFill/>
          <a:ln>
            <a:noFill/>
          </a:ln>
        </p:spPr>
      </p:pic>
      <p:pic>
        <p:nvPicPr>
          <p:cNvPr id="295" name="Google Shape;295;p101"/>
          <p:cNvPicPr preferRelativeResize="0"/>
          <p:nvPr/>
        </p:nvPicPr>
        <p:blipFill rotWithShape="1">
          <a:blip r:embed="rId12">
            <a:alphaModFix/>
          </a:blip>
          <a:srcRect b="0" l="0" r="0" t="0"/>
          <a:stretch/>
        </p:blipFill>
        <p:spPr>
          <a:xfrm>
            <a:off x="7043836" y="7538466"/>
            <a:ext cx="162918" cy="116712"/>
          </a:xfrm>
          <a:prstGeom prst="rect">
            <a:avLst/>
          </a:prstGeom>
          <a:noFill/>
          <a:ln>
            <a:noFill/>
          </a:ln>
        </p:spPr>
      </p:pic>
      <p:pic>
        <p:nvPicPr>
          <p:cNvPr id="296" name="Google Shape;296;p101"/>
          <p:cNvPicPr preferRelativeResize="0"/>
          <p:nvPr/>
        </p:nvPicPr>
        <p:blipFill rotWithShape="1">
          <a:blip r:embed="rId13">
            <a:alphaModFix/>
          </a:blip>
          <a:srcRect b="0" l="0" r="0" t="0"/>
          <a:stretch/>
        </p:blipFill>
        <p:spPr>
          <a:xfrm>
            <a:off x="8207058" y="7538466"/>
            <a:ext cx="163198" cy="116712"/>
          </a:xfrm>
          <a:prstGeom prst="rect">
            <a:avLst/>
          </a:prstGeom>
          <a:noFill/>
          <a:ln>
            <a:noFill/>
          </a:ln>
        </p:spPr>
      </p:pic>
      <p:grpSp>
        <p:nvGrpSpPr>
          <p:cNvPr id="297" name="Google Shape;297;p101"/>
          <p:cNvGrpSpPr/>
          <p:nvPr/>
        </p:nvGrpSpPr>
        <p:grpSpPr>
          <a:xfrm>
            <a:off x="9337221" y="7538466"/>
            <a:ext cx="239400" cy="116712"/>
            <a:chOff x="9107137" y="5618749"/>
            <a:chExt cx="239400" cy="116712"/>
          </a:xfrm>
        </p:grpSpPr>
        <p:sp>
          <p:nvSpPr>
            <p:cNvPr id="298" name="Google Shape;298;p101"/>
            <p:cNvSpPr/>
            <p:nvPr/>
          </p:nvSpPr>
          <p:spPr>
            <a:xfrm>
              <a:off x="9107137" y="5618749"/>
              <a:ext cx="41910" cy="114935"/>
            </a:xfrm>
            <a:custGeom>
              <a:rect b="b" l="l" r="r" t="t"/>
              <a:pathLst>
                <a:path extrusionOk="0" h="114935" w="41909">
                  <a:moveTo>
                    <a:pt x="41753" y="0"/>
                  </a:moveTo>
                  <a:lnTo>
                    <a:pt x="33338" y="0"/>
                  </a:lnTo>
                  <a:lnTo>
                    <a:pt x="29846" y="5952"/>
                  </a:lnTo>
                  <a:lnTo>
                    <a:pt x="26195" y="10714"/>
                  </a:lnTo>
                  <a:lnTo>
                    <a:pt x="20321" y="15477"/>
                  </a:lnTo>
                  <a:lnTo>
                    <a:pt x="14287" y="21431"/>
                  </a:lnTo>
                  <a:lnTo>
                    <a:pt x="0" y="28575"/>
                  </a:lnTo>
                  <a:lnTo>
                    <a:pt x="0" y="42877"/>
                  </a:lnTo>
                  <a:lnTo>
                    <a:pt x="14287" y="35717"/>
                  </a:lnTo>
                  <a:lnTo>
                    <a:pt x="20321" y="32146"/>
                  </a:lnTo>
                  <a:lnTo>
                    <a:pt x="23812" y="28575"/>
                  </a:lnTo>
                  <a:lnTo>
                    <a:pt x="27465" y="26192"/>
                  </a:lnTo>
                  <a:lnTo>
                    <a:pt x="27465" y="114330"/>
                  </a:lnTo>
                  <a:lnTo>
                    <a:pt x="41753" y="114330"/>
                  </a:lnTo>
                  <a:lnTo>
                    <a:pt x="4175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p:txBody>
        </p:sp>
        <p:pic>
          <p:nvPicPr>
            <p:cNvPr id="299" name="Google Shape;299;p101"/>
            <p:cNvPicPr preferRelativeResize="0"/>
            <p:nvPr/>
          </p:nvPicPr>
          <p:blipFill rotWithShape="1">
            <a:blip r:embed="rId14">
              <a:alphaModFix/>
            </a:blip>
            <a:srcRect b="0" l="0" r="0" t="0"/>
            <a:stretch/>
          </p:blipFill>
          <p:spPr>
            <a:xfrm>
              <a:off x="9184609" y="5618749"/>
              <a:ext cx="161928" cy="116712"/>
            </a:xfrm>
            <a:prstGeom prst="rect">
              <a:avLst/>
            </a:prstGeom>
            <a:noFill/>
            <a:ln>
              <a:noFill/>
            </a:ln>
          </p:spPr>
        </p:pic>
      </p:grpSp>
      <p:grpSp>
        <p:nvGrpSpPr>
          <p:cNvPr id="300" name="Google Shape;300;p101"/>
          <p:cNvGrpSpPr/>
          <p:nvPr/>
        </p:nvGrpSpPr>
        <p:grpSpPr>
          <a:xfrm>
            <a:off x="5479687" y="8443044"/>
            <a:ext cx="333380" cy="161955"/>
            <a:chOff x="5488202" y="5846222"/>
            <a:chExt cx="333380" cy="161955"/>
          </a:xfrm>
        </p:grpSpPr>
        <p:pic>
          <p:nvPicPr>
            <p:cNvPr id="301" name="Google Shape;301;p101"/>
            <p:cNvPicPr preferRelativeResize="0"/>
            <p:nvPr/>
          </p:nvPicPr>
          <p:blipFill rotWithShape="1">
            <a:blip r:embed="rId15">
              <a:alphaModFix/>
            </a:blip>
            <a:srcRect b="0" l="0" r="0" t="0"/>
            <a:stretch/>
          </p:blipFill>
          <p:spPr>
            <a:xfrm>
              <a:off x="5488202" y="5846222"/>
              <a:ext cx="98743" cy="125046"/>
            </a:xfrm>
            <a:prstGeom prst="rect">
              <a:avLst/>
            </a:prstGeom>
            <a:noFill/>
            <a:ln>
              <a:noFill/>
            </a:ln>
          </p:spPr>
        </p:pic>
        <p:pic>
          <p:nvPicPr>
            <p:cNvPr id="302" name="Google Shape;302;p101"/>
            <p:cNvPicPr preferRelativeResize="0"/>
            <p:nvPr/>
          </p:nvPicPr>
          <p:blipFill rotWithShape="1">
            <a:blip r:embed="rId16">
              <a:alphaModFix/>
            </a:blip>
            <a:srcRect b="0" l="0" r="0" t="0"/>
            <a:stretch/>
          </p:blipFill>
          <p:spPr>
            <a:xfrm>
              <a:off x="5612029" y="5846222"/>
              <a:ext cx="113031" cy="161955"/>
            </a:xfrm>
            <a:prstGeom prst="rect">
              <a:avLst/>
            </a:prstGeom>
            <a:noFill/>
            <a:ln>
              <a:noFill/>
            </a:ln>
          </p:spPr>
        </p:pic>
        <p:pic>
          <p:nvPicPr>
            <p:cNvPr id="303" name="Google Shape;303;p101"/>
            <p:cNvPicPr preferRelativeResize="0"/>
            <p:nvPr/>
          </p:nvPicPr>
          <p:blipFill rotWithShape="1">
            <a:blip r:embed="rId17">
              <a:alphaModFix/>
            </a:blip>
            <a:srcRect b="0" l="0" r="0" t="0"/>
            <a:stretch/>
          </p:blipFill>
          <p:spPr>
            <a:xfrm>
              <a:off x="5747763" y="5846222"/>
              <a:ext cx="73819" cy="125046"/>
            </a:xfrm>
            <a:prstGeom prst="rect">
              <a:avLst/>
            </a:prstGeom>
            <a:noFill/>
            <a:ln>
              <a:noFill/>
            </a:ln>
          </p:spPr>
        </p:pic>
      </p:grpSp>
      <p:pic>
        <p:nvPicPr>
          <p:cNvPr id="304" name="Google Shape;304;p101"/>
          <p:cNvPicPr preferRelativeResize="0"/>
          <p:nvPr/>
        </p:nvPicPr>
        <p:blipFill rotWithShape="1">
          <a:blip r:embed="rId18">
            <a:alphaModFix/>
          </a:blip>
          <a:srcRect b="0" l="0" r="0" t="0"/>
          <a:stretch/>
        </p:blipFill>
        <p:spPr>
          <a:xfrm>
            <a:off x="5885878" y="8462421"/>
            <a:ext cx="988396" cy="159574"/>
          </a:xfrm>
          <a:prstGeom prst="rect">
            <a:avLst/>
          </a:prstGeom>
          <a:noFill/>
          <a:ln>
            <a:noFill/>
          </a:ln>
        </p:spPr>
      </p:pic>
      <p:grpSp>
        <p:nvGrpSpPr>
          <p:cNvPr id="305" name="Google Shape;305;p101"/>
          <p:cNvGrpSpPr/>
          <p:nvPr/>
        </p:nvGrpSpPr>
        <p:grpSpPr>
          <a:xfrm>
            <a:off x="7009323" y="8460610"/>
            <a:ext cx="206219" cy="163195"/>
            <a:chOff x="6940952" y="5845031"/>
            <a:chExt cx="206219" cy="163195"/>
          </a:xfrm>
        </p:grpSpPr>
        <p:pic>
          <p:nvPicPr>
            <p:cNvPr id="306" name="Google Shape;306;p101"/>
            <p:cNvPicPr preferRelativeResize="0"/>
            <p:nvPr/>
          </p:nvPicPr>
          <p:blipFill rotWithShape="1">
            <a:blip r:embed="rId19">
              <a:alphaModFix/>
            </a:blip>
            <a:srcRect b="0" l="0" r="0" t="0"/>
            <a:stretch/>
          </p:blipFill>
          <p:spPr>
            <a:xfrm>
              <a:off x="6940952" y="5845031"/>
              <a:ext cx="146528" cy="163146"/>
            </a:xfrm>
            <a:prstGeom prst="rect">
              <a:avLst/>
            </a:prstGeom>
            <a:noFill/>
            <a:ln>
              <a:noFill/>
            </a:ln>
          </p:spPr>
        </p:pic>
        <p:sp>
          <p:nvSpPr>
            <p:cNvPr id="307" name="Google Shape;307;p101"/>
            <p:cNvSpPr/>
            <p:nvPr/>
          </p:nvSpPr>
          <p:spPr>
            <a:xfrm>
              <a:off x="7106531" y="5845031"/>
              <a:ext cx="40640" cy="163195"/>
            </a:xfrm>
            <a:custGeom>
              <a:rect b="b" l="l" r="r" t="t"/>
              <a:pathLst>
                <a:path extrusionOk="0" h="163195" w="40640">
                  <a:moveTo>
                    <a:pt x="10634" y="0"/>
                  </a:moveTo>
                  <a:lnTo>
                    <a:pt x="0" y="0"/>
                  </a:lnTo>
                  <a:lnTo>
                    <a:pt x="13016" y="25002"/>
                  </a:lnTo>
                  <a:lnTo>
                    <a:pt x="15535" y="31252"/>
                  </a:lnTo>
                  <a:lnTo>
                    <a:pt x="24712" y="72958"/>
                  </a:lnTo>
                  <a:lnTo>
                    <a:pt x="24923" y="80977"/>
                  </a:lnTo>
                  <a:lnTo>
                    <a:pt x="23373" y="101518"/>
                  </a:lnTo>
                  <a:lnTo>
                    <a:pt x="18712" y="122060"/>
                  </a:lnTo>
                  <a:lnTo>
                    <a:pt x="10925" y="142605"/>
                  </a:lnTo>
                  <a:lnTo>
                    <a:pt x="0" y="163146"/>
                  </a:lnTo>
                  <a:lnTo>
                    <a:pt x="10634" y="163146"/>
                  </a:lnTo>
                  <a:lnTo>
                    <a:pt x="32067" y="126237"/>
                  </a:lnTo>
                  <a:lnTo>
                    <a:pt x="40481" y="80977"/>
                  </a:lnTo>
                  <a:lnTo>
                    <a:pt x="40051" y="71173"/>
                  </a:lnTo>
                  <a:lnTo>
                    <a:pt x="29767" y="32144"/>
                  </a:lnTo>
                  <a:lnTo>
                    <a:pt x="18084" y="10714"/>
                  </a:lnTo>
                  <a:lnTo>
                    <a:pt x="10634"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08" name="Google Shape;308;p101"/>
          <p:cNvGrpSpPr/>
          <p:nvPr/>
        </p:nvGrpSpPr>
        <p:grpSpPr>
          <a:xfrm>
            <a:off x="2457100" y="6105889"/>
            <a:ext cx="195302" cy="115521"/>
            <a:chOff x="3093326" y="5435346"/>
            <a:chExt cx="195302" cy="115521"/>
          </a:xfrm>
        </p:grpSpPr>
        <p:sp>
          <p:nvSpPr>
            <p:cNvPr id="309" name="Google Shape;309;p101"/>
            <p:cNvSpPr/>
            <p:nvPr/>
          </p:nvSpPr>
          <p:spPr>
            <a:xfrm>
              <a:off x="3093326" y="5435346"/>
              <a:ext cx="41910" cy="114935"/>
            </a:xfrm>
            <a:custGeom>
              <a:rect b="b" l="l" r="r" t="t"/>
              <a:pathLst>
                <a:path extrusionOk="0" h="114935" w="41910">
                  <a:moveTo>
                    <a:pt x="41667" y="0"/>
                  </a:moveTo>
                  <a:lnTo>
                    <a:pt x="32142" y="0"/>
                  </a:lnTo>
                  <a:lnTo>
                    <a:pt x="29767" y="4762"/>
                  </a:lnTo>
                  <a:lnTo>
                    <a:pt x="26186" y="10717"/>
                  </a:lnTo>
                  <a:lnTo>
                    <a:pt x="14286" y="20242"/>
                  </a:lnTo>
                  <a:lnTo>
                    <a:pt x="7136" y="25006"/>
                  </a:lnTo>
                  <a:lnTo>
                    <a:pt x="0" y="28575"/>
                  </a:lnTo>
                  <a:lnTo>
                    <a:pt x="0" y="41694"/>
                  </a:lnTo>
                  <a:lnTo>
                    <a:pt x="3567" y="40500"/>
                  </a:lnTo>
                  <a:lnTo>
                    <a:pt x="8331" y="38125"/>
                  </a:lnTo>
                  <a:lnTo>
                    <a:pt x="14286" y="34531"/>
                  </a:lnTo>
                  <a:lnTo>
                    <a:pt x="19050" y="32156"/>
                  </a:lnTo>
                  <a:lnTo>
                    <a:pt x="23811" y="28575"/>
                  </a:lnTo>
                  <a:lnTo>
                    <a:pt x="27381" y="25006"/>
                  </a:lnTo>
                  <a:lnTo>
                    <a:pt x="27381" y="114338"/>
                  </a:lnTo>
                  <a:lnTo>
                    <a:pt x="41667" y="114338"/>
                  </a:lnTo>
                  <a:lnTo>
                    <a:pt x="4166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310" name="Google Shape;310;p101"/>
            <p:cNvPicPr preferRelativeResize="0"/>
            <p:nvPr/>
          </p:nvPicPr>
          <p:blipFill rotWithShape="1">
            <a:blip r:embed="rId20">
              <a:alphaModFix/>
            </a:blip>
            <a:srcRect b="0" l="0" r="0" t="0"/>
            <a:stretch/>
          </p:blipFill>
          <p:spPr>
            <a:xfrm>
              <a:off x="3177881" y="5435346"/>
              <a:ext cx="110747" cy="115521"/>
            </a:xfrm>
            <a:prstGeom prst="rect">
              <a:avLst/>
            </a:prstGeom>
            <a:noFill/>
            <a:ln>
              <a:noFill/>
            </a:ln>
          </p:spPr>
        </p:pic>
      </p:grpSp>
      <p:grpSp>
        <p:nvGrpSpPr>
          <p:cNvPr id="311" name="Google Shape;311;p101"/>
          <p:cNvGrpSpPr/>
          <p:nvPr/>
        </p:nvGrpSpPr>
        <p:grpSpPr>
          <a:xfrm>
            <a:off x="2457100" y="5373467"/>
            <a:ext cx="196492" cy="115518"/>
            <a:chOff x="3093326" y="4702924"/>
            <a:chExt cx="196492" cy="115518"/>
          </a:xfrm>
        </p:grpSpPr>
        <p:sp>
          <p:nvSpPr>
            <p:cNvPr id="312" name="Google Shape;312;p101"/>
            <p:cNvSpPr/>
            <p:nvPr/>
          </p:nvSpPr>
          <p:spPr>
            <a:xfrm>
              <a:off x="3093326" y="4702924"/>
              <a:ext cx="41910" cy="113664"/>
            </a:xfrm>
            <a:custGeom>
              <a:rect b="b" l="l" r="r" t="t"/>
              <a:pathLst>
                <a:path extrusionOk="0" h="113664" w="41910">
                  <a:moveTo>
                    <a:pt x="41667" y="0"/>
                  </a:moveTo>
                  <a:lnTo>
                    <a:pt x="32142" y="0"/>
                  </a:lnTo>
                  <a:lnTo>
                    <a:pt x="29767" y="4761"/>
                  </a:lnTo>
                  <a:lnTo>
                    <a:pt x="26186" y="9525"/>
                  </a:lnTo>
                  <a:lnTo>
                    <a:pt x="20242" y="14286"/>
                  </a:lnTo>
                  <a:lnTo>
                    <a:pt x="14286" y="20242"/>
                  </a:lnTo>
                  <a:lnTo>
                    <a:pt x="7136" y="23811"/>
                  </a:lnTo>
                  <a:lnTo>
                    <a:pt x="0" y="28575"/>
                  </a:lnTo>
                  <a:lnTo>
                    <a:pt x="0" y="41694"/>
                  </a:lnTo>
                  <a:lnTo>
                    <a:pt x="3567" y="40500"/>
                  </a:lnTo>
                  <a:lnTo>
                    <a:pt x="8331" y="38111"/>
                  </a:lnTo>
                  <a:lnTo>
                    <a:pt x="14286" y="34531"/>
                  </a:lnTo>
                  <a:lnTo>
                    <a:pt x="23811" y="27381"/>
                  </a:lnTo>
                  <a:lnTo>
                    <a:pt x="27381" y="25006"/>
                  </a:lnTo>
                  <a:lnTo>
                    <a:pt x="27381" y="113144"/>
                  </a:lnTo>
                  <a:lnTo>
                    <a:pt x="41667" y="113144"/>
                  </a:lnTo>
                  <a:lnTo>
                    <a:pt x="4166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313" name="Google Shape;313;p101"/>
            <p:cNvPicPr preferRelativeResize="0"/>
            <p:nvPr/>
          </p:nvPicPr>
          <p:blipFill rotWithShape="1">
            <a:blip r:embed="rId21">
              <a:alphaModFix/>
            </a:blip>
            <a:srcRect b="0" l="0" r="0" t="0"/>
            <a:stretch/>
          </p:blipFill>
          <p:spPr>
            <a:xfrm>
              <a:off x="3177881" y="4704111"/>
              <a:ext cx="111937" cy="114331"/>
            </a:xfrm>
            <a:prstGeom prst="rect">
              <a:avLst/>
            </a:prstGeom>
            <a:noFill/>
            <a:ln>
              <a:noFill/>
            </a:ln>
          </p:spPr>
        </p:pic>
      </p:grpSp>
      <p:grpSp>
        <p:nvGrpSpPr>
          <p:cNvPr id="314" name="Google Shape;314;p101"/>
          <p:cNvGrpSpPr/>
          <p:nvPr/>
        </p:nvGrpSpPr>
        <p:grpSpPr>
          <a:xfrm>
            <a:off x="2444007" y="4639863"/>
            <a:ext cx="208395" cy="115570"/>
            <a:chOff x="3080233" y="3969320"/>
            <a:chExt cx="208395" cy="115570"/>
          </a:xfrm>
        </p:grpSpPr>
        <p:pic>
          <p:nvPicPr>
            <p:cNvPr id="315" name="Google Shape;315;p101"/>
            <p:cNvPicPr preferRelativeResize="0"/>
            <p:nvPr/>
          </p:nvPicPr>
          <p:blipFill rotWithShape="1">
            <a:blip r:embed="rId22">
              <a:alphaModFix/>
            </a:blip>
            <a:srcRect b="0" l="0" r="0" t="0"/>
            <a:stretch/>
          </p:blipFill>
          <p:spPr>
            <a:xfrm>
              <a:off x="3080233" y="3969320"/>
              <a:ext cx="75009" cy="114300"/>
            </a:xfrm>
            <a:prstGeom prst="rect">
              <a:avLst/>
            </a:prstGeom>
            <a:noFill/>
            <a:ln>
              <a:noFill/>
            </a:ln>
          </p:spPr>
        </p:pic>
        <p:pic>
          <p:nvPicPr>
            <p:cNvPr id="316" name="Google Shape;316;p101"/>
            <p:cNvPicPr preferRelativeResize="0"/>
            <p:nvPr/>
          </p:nvPicPr>
          <p:blipFill rotWithShape="1">
            <a:blip r:embed="rId23">
              <a:alphaModFix/>
            </a:blip>
            <a:srcRect b="0" l="0" r="0" t="0"/>
            <a:stretch/>
          </p:blipFill>
          <p:spPr>
            <a:xfrm>
              <a:off x="3177882" y="3969320"/>
              <a:ext cx="110746" cy="115570"/>
            </a:xfrm>
            <a:prstGeom prst="rect">
              <a:avLst/>
            </a:prstGeom>
            <a:noFill/>
            <a:ln>
              <a:noFill/>
            </a:ln>
          </p:spPr>
        </p:pic>
      </p:grpSp>
      <p:grpSp>
        <p:nvGrpSpPr>
          <p:cNvPr id="317" name="Google Shape;317;p101"/>
          <p:cNvGrpSpPr/>
          <p:nvPr/>
        </p:nvGrpSpPr>
        <p:grpSpPr>
          <a:xfrm>
            <a:off x="2444007" y="3906280"/>
            <a:ext cx="209585" cy="116680"/>
            <a:chOff x="3080233" y="3235737"/>
            <a:chExt cx="209585" cy="116680"/>
          </a:xfrm>
        </p:grpSpPr>
        <p:pic>
          <p:nvPicPr>
            <p:cNvPr id="318" name="Google Shape;318;p101"/>
            <p:cNvPicPr preferRelativeResize="0"/>
            <p:nvPr/>
          </p:nvPicPr>
          <p:blipFill rotWithShape="1">
            <a:blip r:embed="rId24">
              <a:alphaModFix/>
            </a:blip>
            <a:srcRect b="0" l="0" r="0" t="0"/>
            <a:stretch/>
          </p:blipFill>
          <p:spPr>
            <a:xfrm>
              <a:off x="3080233" y="3235737"/>
              <a:ext cx="75009" cy="114298"/>
            </a:xfrm>
            <a:prstGeom prst="rect">
              <a:avLst/>
            </a:prstGeom>
            <a:noFill/>
            <a:ln>
              <a:noFill/>
            </a:ln>
          </p:spPr>
        </p:pic>
        <p:pic>
          <p:nvPicPr>
            <p:cNvPr id="319" name="Google Shape;319;p101"/>
            <p:cNvPicPr preferRelativeResize="0"/>
            <p:nvPr/>
          </p:nvPicPr>
          <p:blipFill rotWithShape="1">
            <a:blip r:embed="rId25">
              <a:alphaModFix/>
            </a:blip>
            <a:srcRect b="0" l="0" r="0" t="0"/>
            <a:stretch/>
          </p:blipFill>
          <p:spPr>
            <a:xfrm>
              <a:off x="3177882" y="3238119"/>
              <a:ext cx="111936" cy="114298"/>
            </a:xfrm>
            <a:prstGeom prst="rect">
              <a:avLst/>
            </a:prstGeom>
            <a:noFill/>
            <a:ln>
              <a:noFill/>
            </a:ln>
          </p:spPr>
        </p:pic>
      </p:grpSp>
      <p:grpSp>
        <p:nvGrpSpPr>
          <p:cNvPr id="320" name="Google Shape;320;p101"/>
          <p:cNvGrpSpPr/>
          <p:nvPr/>
        </p:nvGrpSpPr>
        <p:grpSpPr>
          <a:xfrm>
            <a:off x="2446389" y="3173808"/>
            <a:ext cx="206013" cy="115570"/>
            <a:chOff x="3082615" y="2503265"/>
            <a:chExt cx="206013" cy="115570"/>
          </a:xfrm>
        </p:grpSpPr>
        <p:pic>
          <p:nvPicPr>
            <p:cNvPr id="321" name="Google Shape;321;p101"/>
            <p:cNvPicPr preferRelativeResize="0"/>
            <p:nvPr/>
          </p:nvPicPr>
          <p:blipFill rotWithShape="1">
            <a:blip r:embed="rId26">
              <a:alphaModFix/>
            </a:blip>
            <a:srcRect b="0" l="0" r="0" t="0"/>
            <a:stretch/>
          </p:blipFill>
          <p:spPr>
            <a:xfrm>
              <a:off x="3082615" y="2503265"/>
              <a:ext cx="73819" cy="115568"/>
            </a:xfrm>
            <a:prstGeom prst="rect">
              <a:avLst/>
            </a:prstGeom>
            <a:noFill/>
            <a:ln>
              <a:noFill/>
            </a:ln>
          </p:spPr>
        </p:pic>
        <p:pic>
          <p:nvPicPr>
            <p:cNvPr id="322" name="Google Shape;322;p101"/>
            <p:cNvPicPr preferRelativeResize="0"/>
            <p:nvPr/>
          </p:nvPicPr>
          <p:blipFill rotWithShape="1">
            <a:blip r:embed="rId27">
              <a:alphaModFix/>
            </a:blip>
            <a:srcRect b="0" l="0" r="0" t="0"/>
            <a:stretch/>
          </p:blipFill>
          <p:spPr>
            <a:xfrm>
              <a:off x="3177882" y="2503265"/>
              <a:ext cx="110746" cy="115570"/>
            </a:xfrm>
            <a:prstGeom prst="rect">
              <a:avLst/>
            </a:prstGeom>
            <a:noFill/>
            <a:ln>
              <a:noFill/>
            </a:ln>
          </p:spPr>
        </p:pic>
      </p:grpSp>
      <p:grpSp>
        <p:nvGrpSpPr>
          <p:cNvPr id="323" name="Google Shape;323;p101"/>
          <p:cNvGrpSpPr/>
          <p:nvPr/>
        </p:nvGrpSpPr>
        <p:grpSpPr>
          <a:xfrm>
            <a:off x="2446389" y="2440224"/>
            <a:ext cx="207203" cy="116679"/>
            <a:chOff x="3082615" y="1769681"/>
            <a:chExt cx="207203" cy="116679"/>
          </a:xfrm>
        </p:grpSpPr>
        <p:pic>
          <p:nvPicPr>
            <p:cNvPr id="324" name="Google Shape;324;p101"/>
            <p:cNvPicPr preferRelativeResize="0"/>
            <p:nvPr/>
          </p:nvPicPr>
          <p:blipFill rotWithShape="1">
            <a:blip r:embed="rId28">
              <a:alphaModFix/>
            </a:blip>
            <a:srcRect b="0" l="0" r="0" t="0"/>
            <a:stretch/>
          </p:blipFill>
          <p:spPr>
            <a:xfrm>
              <a:off x="3082615" y="1769681"/>
              <a:ext cx="73819" cy="116679"/>
            </a:xfrm>
            <a:prstGeom prst="rect">
              <a:avLst/>
            </a:prstGeom>
            <a:noFill/>
            <a:ln>
              <a:noFill/>
            </a:ln>
          </p:spPr>
        </p:pic>
        <p:pic>
          <p:nvPicPr>
            <p:cNvPr id="325" name="Google Shape;325;p101"/>
            <p:cNvPicPr preferRelativeResize="0"/>
            <p:nvPr/>
          </p:nvPicPr>
          <p:blipFill rotWithShape="1">
            <a:blip r:embed="rId29">
              <a:alphaModFix/>
            </a:blip>
            <a:srcRect b="0" l="0" r="0" t="0"/>
            <a:stretch/>
          </p:blipFill>
          <p:spPr>
            <a:xfrm>
              <a:off x="3177882" y="1772062"/>
              <a:ext cx="111936" cy="113028"/>
            </a:xfrm>
            <a:prstGeom prst="rect">
              <a:avLst/>
            </a:prstGeom>
            <a:noFill/>
            <a:ln>
              <a:noFill/>
            </a:ln>
          </p:spPr>
        </p:pic>
      </p:grpSp>
      <p:pic>
        <p:nvPicPr>
          <p:cNvPr id="326" name="Google Shape;326;p101"/>
          <p:cNvPicPr preferRelativeResize="0"/>
          <p:nvPr/>
        </p:nvPicPr>
        <p:blipFill rotWithShape="1">
          <a:blip r:embed="rId30">
            <a:alphaModFix/>
          </a:blip>
          <a:srcRect b="0" l="0" r="0" t="0"/>
          <a:stretch/>
        </p:blipFill>
        <p:spPr>
          <a:xfrm>
            <a:off x="1933213" y="3369086"/>
            <a:ext cx="126223" cy="1080135"/>
          </a:xfrm>
          <a:prstGeom prst="rect">
            <a:avLst/>
          </a:prstGeom>
          <a:noFill/>
          <a:ln>
            <a:noFill/>
          </a:ln>
        </p:spPr>
      </p:pic>
      <p:pic>
        <p:nvPicPr>
          <p:cNvPr id="327" name="Google Shape;327;p101"/>
          <p:cNvPicPr preferRelativeResize="0"/>
          <p:nvPr/>
        </p:nvPicPr>
        <p:blipFill rotWithShape="1">
          <a:blip r:embed="rId31">
            <a:alphaModFix/>
          </a:blip>
          <a:srcRect b="0" l="0" r="0" t="0"/>
          <a:stretch/>
        </p:blipFill>
        <p:spPr>
          <a:xfrm>
            <a:off x="1943530" y="2896330"/>
            <a:ext cx="163150" cy="400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descr="$PPTXTitle" id="332" name="Google Shape;332;p102"/>
          <p:cNvSpPr txBox="1"/>
          <p:nvPr>
            <p:ph type="title"/>
          </p:nvPr>
        </p:nvSpPr>
        <p:spPr>
          <a:xfrm>
            <a:off x="707542" y="494791"/>
            <a:ext cx="11589715" cy="536044"/>
          </a:xfrm>
          <a:prstGeom prst="rect">
            <a:avLst/>
          </a:prstGeom>
          <a:noFill/>
          <a:ln>
            <a:noFill/>
          </a:ln>
        </p:spPr>
        <p:txBody>
          <a:bodyPr anchorCtr="0" anchor="t" bIns="0" lIns="0" spcFirstLastPara="1" rIns="0" wrap="square" tIns="12700">
            <a:spAutoFit/>
          </a:bodyPr>
          <a:lstStyle/>
          <a:p>
            <a:pPr indent="0" lvl="0" marL="427990" rtl="0" algn="l">
              <a:lnSpc>
                <a:spcPct val="100000"/>
              </a:lnSpc>
              <a:spcBef>
                <a:spcPts val="0"/>
              </a:spcBef>
              <a:spcAft>
                <a:spcPts val="0"/>
              </a:spcAft>
              <a:buSzPts val="1400"/>
              <a:buNone/>
            </a:pPr>
            <a:r>
              <a:rPr b="1" lang="en-US" sz="3400"/>
              <a:t>Training and cross-validation loss by degree</a:t>
            </a:r>
            <a:endParaRPr b="1" sz="3400"/>
          </a:p>
        </p:txBody>
      </p:sp>
      <p:grpSp>
        <p:nvGrpSpPr>
          <p:cNvPr id="333" name="Google Shape;333;p102"/>
          <p:cNvGrpSpPr/>
          <p:nvPr/>
        </p:nvGrpSpPr>
        <p:grpSpPr>
          <a:xfrm>
            <a:off x="3497024" y="1879219"/>
            <a:ext cx="7730771" cy="5200246"/>
            <a:chOff x="3497024" y="1879219"/>
            <a:chExt cx="5770245" cy="3630295"/>
          </a:xfrm>
        </p:grpSpPr>
        <p:sp>
          <p:nvSpPr>
            <p:cNvPr id="334" name="Google Shape;334;p102"/>
            <p:cNvSpPr/>
            <p:nvPr/>
          </p:nvSpPr>
          <p:spPr>
            <a:xfrm>
              <a:off x="3497024" y="1879219"/>
              <a:ext cx="5770245" cy="3630295"/>
            </a:xfrm>
            <a:custGeom>
              <a:rect b="b" l="l" r="r" t="t"/>
              <a:pathLst>
                <a:path extrusionOk="0" h="3630295" w="5770245">
                  <a:moveTo>
                    <a:pt x="5769660" y="0"/>
                  </a:moveTo>
                  <a:lnTo>
                    <a:pt x="0" y="0"/>
                  </a:lnTo>
                  <a:lnTo>
                    <a:pt x="0" y="3629960"/>
                  </a:lnTo>
                  <a:lnTo>
                    <a:pt x="5769660" y="3629960"/>
                  </a:lnTo>
                  <a:lnTo>
                    <a:pt x="5769660" y="0"/>
                  </a:lnTo>
                  <a:close/>
                </a:path>
              </a:pathLst>
            </a:custGeom>
            <a:solidFill>
              <a:srgbClr val="EAEA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102"/>
            <p:cNvSpPr/>
            <p:nvPr/>
          </p:nvSpPr>
          <p:spPr>
            <a:xfrm>
              <a:off x="3497024" y="1879219"/>
              <a:ext cx="5770245" cy="3630295"/>
            </a:xfrm>
            <a:custGeom>
              <a:rect b="b" l="l" r="r" t="t"/>
              <a:pathLst>
                <a:path extrusionOk="0" h="3630295" w="5770245">
                  <a:moveTo>
                    <a:pt x="0" y="3629961"/>
                  </a:moveTo>
                  <a:lnTo>
                    <a:pt x="0" y="3629961"/>
                  </a:lnTo>
                  <a:lnTo>
                    <a:pt x="0" y="0"/>
                  </a:lnTo>
                </a:path>
                <a:path extrusionOk="0" h="3630295" w="5770245">
                  <a:moveTo>
                    <a:pt x="1153913" y="3629961"/>
                  </a:moveTo>
                  <a:lnTo>
                    <a:pt x="1153913" y="3629961"/>
                  </a:lnTo>
                  <a:lnTo>
                    <a:pt x="1153913" y="0"/>
                  </a:lnTo>
                </a:path>
                <a:path extrusionOk="0" h="3630295" w="5770245">
                  <a:moveTo>
                    <a:pt x="2307889" y="3629961"/>
                  </a:moveTo>
                  <a:lnTo>
                    <a:pt x="2307889" y="3629961"/>
                  </a:lnTo>
                  <a:lnTo>
                    <a:pt x="2307889" y="0"/>
                  </a:lnTo>
                </a:path>
                <a:path extrusionOk="0" h="3630295" w="5770245">
                  <a:moveTo>
                    <a:pt x="3461866" y="3629961"/>
                  </a:moveTo>
                  <a:lnTo>
                    <a:pt x="3461866" y="3629961"/>
                  </a:lnTo>
                  <a:lnTo>
                    <a:pt x="3461866" y="0"/>
                  </a:lnTo>
                </a:path>
                <a:path extrusionOk="0" h="3630295" w="5770245">
                  <a:moveTo>
                    <a:pt x="4615684" y="3629961"/>
                  </a:moveTo>
                  <a:lnTo>
                    <a:pt x="4615684" y="3629961"/>
                  </a:lnTo>
                  <a:lnTo>
                    <a:pt x="4615684" y="0"/>
                  </a:lnTo>
                </a:path>
                <a:path extrusionOk="0" h="3630295" w="5770245">
                  <a:moveTo>
                    <a:pt x="5769661" y="3629961"/>
                  </a:moveTo>
                  <a:lnTo>
                    <a:pt x="5769661" y="3629961"/>
                  </a:lnTo>
                  <a:lnTo>
                    <a:pt x="5769661" y="0"/>
                  </a:lnTo>
                </a:path>
                <a:path extrusionOk="0" h="3630295" w="5770245">
                  <a:moveTo>
                    <a:pt x="0" y="0"/>
                  </a:moveTo>
                  <a:lnTo>
                    <a:pt x="0" y="0"/>
                  </a:lnTo>
                  <a:lnTo>
                    <a:pt x="5769661" y="0"/>
                  </a:lnTo>
                </a:path>
              </a:pathLst>
            </a:custGeom>
            <a:noFill/>
            <a:ln cap="flat" cmpd="sng" w="154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336" name="Google Shape;336;p102"/>
          <p:cNvPicPr preferRelativeResize="0"/>
          <p:nvPr/>
        </p:nvPicPr>
        <p:blipFill rotWithShape="1">
          <a:blip r:embed="rId3">
            <a:alphaModFix/>
          </a:blip>
          <a:srcRect b="0" l="0" r="0" t="0"/>
          <a:stretch/>
        </p:blipFill>
        <p:spPr>
          <a:xfrm>
            <a:off x="3763171" y="7615985"/>
            <a:ext cx="73819" cy="115521"/>
          </a:xfrm>
          <a:prstGeom prst="rect">
            <a:avLst/>
          </a:prstGeom>
          <a:noFill/>
          <a:ln>
            <a:noFill/>
          </a:ln>
        </p:spPr>
      </p:pic>
      <p:grpSp>
        <p:nvGrpSpPr>
          <p:cNvPr id="337" name="Google Shape;337;p102"/>
          <p:cNvGrpSpPr/>
          <p:nvPr/>
        </p:nvGrpSpPr>
        <p:grpSpPr>
          <a:xfrm>
            <a:off x="4883747" y="7615985"/>
            <a:ext cx="152402" cy="115521"/>
            <a:chOff x="4579499" y="5619940"/>
            <a:chExt cx="152402" cy="115521"/>
          </a:xfrm>
        </p:grpSpPr>
        <p:sp>
          <p:nvSpPr>
            <p:cNvPr id="338" name="Google Shape;338;p102"/>
            <p:cNvSpPr/>
            <p:nvPr/>
          </p:nvSpPr>
          <p:spPr>
            <a:xfrm>
              <a:off x="4579499" y="5619940"/>
              <a:ext cx="41910" cy="114935"/>
            </a:xfrm>
            <a:custGeom>
              <a:rect b="b" l="l" r="r" t="t"/>
              <a:pathLst>
                <a:path extrusionOk="0" h="114935" w="41910">
                  <a:moveTo>
                    <a:pt x="41751" y="0"/>
                  </a:moveTo>
                  <a:lnTo>
                    <a:pt x="33337" y="0"/>
                  </a:lnTo>
                  <a:lnTo>
                    <a:pt x="30956" y="4761"/>
                  </a:lnTo>
                  <a:lnTo>
                    <a:pt x="26193" y="10714"/>
                  </a:lnTo>
                  <a:lnTo>
                    <a:pt x="8412" y="25002"/>
                  </a:lnTo>
                  <a:lnTo>
                    <a:pt x="0" y="28575"/>
                  </a:lnTo>
                  <a:lnTo>
                    <a:pt x="0" y="41686"/>
                  </a:lnTo>
                  <a:lnTo>
                    <a:pt x="4761" y="40496"/>
                  </a:lnTo>
                  <a:lnTo>
                    <a:pt x="9525" y="38113"/>
                  </a:lnTo>
                  <a:lnTo>
                    <a:pt x="14286" y="34527"/>
                  </a:lnTo>
                  <a:lnTo>
                    <a:pt x="20319" y="32144"/>
                  </a:lnTo>
                  <a:lnTo>
                    <a:pt x="25081" y="28575"/>
                  </a:lnTo>
                  <a:lnTo>
                    <a:pt x="28575" y="25002"/>
                  </a:lnTo>
                  <a:lnTo>
                    <a:pt x="28575" y="114330"/>
                  </a:lnTo>
                  <a:lnTo>
                    <a:pt x="41751" y="114330"/>
                  </a:lnTo>
                  <a:lnTo>
                    <a:pt x="4175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39" name="Google Shape;339;p102"/>
            <p:cNvPicPr preferRelativeResize="0"/>
            <p:nvPr/>
          </p:nvPicPr>
          <p:blipFill rotWithShape="1">
            <a:blip r:embed="rId4">
              <a:alphaModFix/>
            </a:blip>
            <a:srcRect b="0" l="0" r="0" t="0"/>
            <a:stretch/>
          </p:blipFill>
          <p:spPr>
            <a:xfrm>
              <a:off x="4656970" y="5619940"/>
              <a:ext cx="74931" cy="115521"/>
            </a:xfrm>
            <a:prstGeom prst="rect">
              <a:avLst/>
            </a:prstGeom>
            <a:noFill/>
            <a:ln>
              <a:noFill/>
            </a:ln>
          </p:spPr>
        </p:pic>
      </p:grpSp>
      <p:pic>
        <p:nvPicPr>
          <p:cNvPr id="340" name="Google Shape;340;p102"/>
          <p:cNvPicPr preferRelativeResize="0"/>
          <p:nvPr/>
        </p:nvPicPr>
        <p:blipFill rotWithShape="1">
          <a:blip r:embed="rId5">
            <a:alphaModFix/>
          </a:blip>
          <a:srcRect b="0" l="0" r="0" t="0"/>
          <a:stretch/>
        </p:blipFill>
        <p:spPr>
          <a:xfrm>
            <a:off x="6025816" y="7615985"/>
            <a:ext cx="164308" cy="115521"/>
          </a:xfrm>
          <a:prstGeom prst="rect">
            <a:avLst/>
          </a:prstGeom>
          <a:noFill/>
          <a:ln>
            <a:noFill/>
          </a:ln>
        </p:spPr>
      </p:pic>
      <p:pic>
        <p:nvPicPr>
          <p:cNvPr id="341" name="Google Shape;341;p102"/>
          <p:cNvPicPr preferRelativeResize="0"/>
          <p:nvPr/>
        </p:nvPicPr>
        <p:blipFill rotWithShape="1">
          <a:blip r:embed="rId6">
            <a:alphaModFix/>
          </a:blip>
          <a:srcRect b="0" l="0" r="0" t="0"/>
          <a:stretch/>
        </p:blipFill>
        <p:spPr>
          <a:xfrm>
            <a:off x="7180905" y="7615985"/>
            <a:ext cx="163197" cy="116712"/>
          </a:xfrm>
          <a:prstGeom prst="rect">
            <a:avLst/>
          </a:prstGeom>
          <a:noFill/>
          <a:ln>
            <a:noFill/>
          </a:ln>
        </p:spPr>
      </p:pic>
      <p:pic>
        <p:nvPicPr>
          <p:cNvPr id="342" name="Google Shape;342;p102"/>
          <p:cNvPicPr preferRelativeResize="0"/>
          <p:nvPr/>
        </p:nvPicPr>
        <p:blipFill rotWithShape="1">
          <a:blip r:embed="rId7">
            <a:alphaModFix/>
          </a:blip>
          <a:srcRect b="0" l="0" r="0" t="0"/>
          <a:stretch/>
        </p:blipFill>
        <p:spPr>
          <a:xfrm>
            <a:off x="8331229" y="7615985"/>
            <a:ext cx="166848" cy="115521"/>
          </a:xfrm>
          <a:prstGeom prst="rect">
            <a:avLst/>
          </a:prstGeom>
          <a:noFill/>
          <a:ln>
            <a:noFill/>
          </a:ln>
        </p:spPr>
      </p:pic>
      <p:pic>
        <p:nvPicPr>
          <p:cNvPr id="343" name="Google Shape;343;p102"/>
          <p:cNvPicPr preferRelativeResize="0"/>
          <p:nvPr/>
        </p:nvPicPr>
        <p:blipFill rotWithShape="1">
          <a:blip r:embed="rId8">
            <a:alphaModFix/>
          </a:blip>
          <a:srcRect b="0" l="0" r="0" t="0"/>
          <a:stretch/>
        </p:blipFill>
        <p:spPr>
          <a:xfrm>
            <a:off x="9489970" y="7615985"/>
            <a:ext cx="161927" cy="115521"/>
          </a:xfrm>
          <a:prstGeom prst="rect">
            <a:avLst/>
          </a:prstGeom>
          <a:noFill/>
          <a:ln>
            <a:noFill/>
          </a:ln>
        </p:spPr>
      </p:pic>
      <p:grpSp>
        <p:nvGrpSpPr>
          <p:cNvPr id="344" name="Google Shape;344;p102"/>
          <p:cNvGrpSpPr/>
          <p:nvPr/>
        </p:nvGrpSpPr>
        <p:grpSpPr>
          <a:xfrm>
            <a:off x="5554256" y="8268022"/>
            <a:ext cx="827599" cy="162564"/>
            <a:chOff x="5657253" y="5845031"/>
            <a:chExt cx="827599" cy="162564"/>
          </a:xfrm>
        </p:grpSpPr>
        <p:sp>
          <p:nvSpPr>
            <p:cNvPr id="345" name="Google Shape;345;p102"/>
            <p:cNvSpPr/>
            <p:nvPr/>
          </p:nvSpPr>
          <p:spPr>
            <a:xfrm>
              <a:off x="5657253" y="5845035"/>
              <a:ext cx="655320" cy="162560"/>
            </a:xfrm>
            <a:custGeom>
              <a:rect b="b" l="l" r="r" t="t"/>
              <a:pathLst>
                <a:path extrusionOk="0" h="162560" w="655320">
                  <a:moveTo>
                    <a:pt x="95250" y="29768"/>
                  </a:moveTo>
                  <a:lnTo>
                    <a:pt x="80962" y="7150"/>
                  </a:lnTo>
                  <a:lnTo>
                    <a:pt x="78587" y="5600"/>
                  </a:lnTo>
                  <a:lnTo>
                    <a:pt x="78587" y="30962"/>
                  </a:lnTo>
                  <a:lnTo>
                    <a:pt x="78587" y="44056"/>
                  </a:lnTo>
                  <a:lnTo>
                    <a:pt x="76200" y="50012"/>
                  </a:lnTo>
                  <a:lnTo>
                    <a:pt x="66675" y="57162"/>
                  </a:lnTo>
                  <a:lnTo>
                    <a:pt x="59537" y="59550"/>
                  </a:lnTo>
                  <a:lnTo>
                    <a:pt x="16675" y="59550"/>
                  </a:lnTo>
                  <a:lnTo>
                    <a:pt x="16675" y="14287"/>
                  </a:lnTo>
                  <a:lnTo>
                    <a:pt x="55880" y="14287"/>
                  </a:lnTo>
                  <a:lnTo>
                    <a:pt x="60642" y="15481"/>
                  </a:lnTo>
                  <a:lnTo>
                    <a:pt x="63030" y="15481"/>
                  </a:lnTo>
                  <a:lnTo>
                    <a:pt x="67792" y="16675"/>
                  </a:lnTo>
                  <a:lnTo>
                    <a:pt x="71437" y="19050"/>
                  </a:lnTo>
                  <a:lnTo>
                    <a:pt x="73825" y="23812"/>
                  </a:lnTo>
                  <a:lnTo>
                    <a:pt x="78587" y="30962"/>
                  </a:lnTo>
                  <a:lnTo>
                    <a:pt x="78587" y="5600"/>
                  </a:lnTo>
                  <a:lnTo>
                    <a:pt x="77317" y="4762"/>
                  </a:lnTo>
                  <a:lnTo>
                    <a:pt x="71437" y="2387"/>
                  </a:lnTo>
                  <a:lnTo>
                    <a:pt x="65405" y="1193"/>
                  </a:lnTo>
                  <a:lnTo>
                    <a:pt x="61912" y="0"/>
                  </a:lnTo>
                  <a:lnTo>
                    <a:pt x="0" y="0"/>
                  </a:lnTo>
                  <a:lnTo>
                    <a:pt x="0" y="125044"/>
                  </a:lnTo>
                  <a:lnTo>
                    <a:pt x="16675" y="125044"/>
                  </a:lnTo>
                  <a:lnTo>
                    <a:pt x="16675" y="73837"/>
                  </a:lnTo>
                  <a:lnTo>
                    <a:pt x="48742" y="73837"/>
                  </a:lnTo>
                  <a:lnTo>
                    <a:pt x="87363" y="59550"/>
                  </a:lnTo>
                  <a:lnTo>
                    <a:pt x="95250" y="35725"/>
                  </a:lnTo>
                  <a:lnTo>
                    <a:pt x="95250" y="29768"/>
                  </a:lnTo>
                  <a:close/>
                </a:path>
                <a:path extrusionOk="0" h="162560" w="655320">
                  <a:moveTo>
                    <a:pt x="192887" y="78600"/>
                  </a:moveTo>
                  <a:lnTo>
                    <a:pt x="177330" y="41871"/>
                  </a:lnTo>
                  <a:lnTo>
                    <a:pt x="177330" y="79794"/>
                  </a:lnTo>
                  <a:lnTo>
                    <a:pt x="176949" y="86893"/>
                  </a:lnTo>
                  <a:lnTo>
                    <a:pt x="176885" y="88074"/>
                  </a:lnTo>
                  <a:lnTo>
                    <a:pt x="158280" y="114312"/>
                  </a:lnTo>
                  <a:lnTo>
                    <a:pt x="142875" y="114312"/>
                  </a:lnTo>
                  <a:lnTo>
                    <a:pt x="123825" y="79794"/>
                  </a:lnTo>
                  <a:lnTo>
                    <a:pt x="124447" y="71513"/>
                  </a:lnTo>
                  <a:lnTo>
                    <a:pt x="142875" y="45250"/>
                  </a:lnTo>
                  <a:lnTo>
                    <a:pt x="158280" y="45250"/>
                  </a:lnTo>
                  <a:lnTo>
                    <a:pt x="177330" y="79794"/>
                  </a:lnTo>
                  <a:lnTo>
                    <a:pt x="177330" y="41871"/>
                  </a:lnTo>
                  <a:lnTo>
                    <a:pt x="174980" y="39687"/>
                  </a:lnTo>
                  <a:lnTo>
                    <a:pt x="167843" y="35572"/>
                  </a:lnTo>
                  <a:lnTo>
                    <a:pt x="159816" y="33020"/>
                  </a:lnTo>
                  <a:lnTo>
                    <a:pt x="151130" y="32143"/>
                  </a:lnTo>
                  <a:lnTo>
                    <a:pt x="142646" y="32816"/>
                  </a:lnTo>
                  <a:lnTo>
                    <a:pt x="111848" y="58204"/>
                  </a:lnTo>
                  <a:lnTo>
                    <a:pt x="108267" y="79794"/>
                  </a:lnTo>
                  <a:lnTo>
                    <a:pt x="108966" y="90728"/>
                  </a:lnTo>
                  <a:lnTo>
                    <a:pt x="133451" y="124155"/>
                  </a:lnTo>
                  <a:lnTo>
                    <a:pt x="151130" y="127431"/>
                  </a:lnTo>
                  <a:lnTo>
                    <a:pt x="158280" y="127431"/>
                  </a:lnTo>
                  <a:lnTo>
                    <a:pt x="166687" y="125044"/>
                  </a:lnTo>
                  <a:lnTo>
                    <a:pt x="172567" y="121475"/>
                  </a:lnTo>
                  <a:lnTo>
                    <a:pt x="179705" y="117906"/>
                  </a:lnTo>
                  <a:lnTo>
                    <a:pt x="192862" y="79794"/>
                  </a:lnTo>
                  <a:lnTo>
                    <a:pt x="192887" y="78600"/>
                  </a:lnTo>
                  <a:close/>
                </a:path>
                <a:path extrusionOk="0" h="162560" w="655320">
                  <a:moveTo>
                    <a:pt x="226225" y="0"/>
                  </a:moveTo>
                  <a:lnTo>
                    <a:pt x="210667" y="0"/>
                  </a:lnTo>
                  <a:lnTo>
                    <a:pt x="210667" y="125044"/>
                  </a:lnTo>
                  <a:lnTo>
                    <a:pt x="226225" y="125044"/>
                  </a:lnTo>
                  <a:lnTo>
                    <a:pt x="226225" y="0"/>
                  </a:lnTo>
                  <a:close/>
                </a:path>
                <a:path extrusionOk="0" h="162560" w="655320">
                  <a:moveTo>
                    <a:pt x="323862" y="34531"/>
                  </a:moveTo>
                  <a:lnTo>
                    <a:pt x="308457" y="34531"/>
                  </a:lnTo>
                  <a:lnTo>
                    <a:pt x="289407" y="86931"/>
                  </a:lnTo>
                  <a:lnTo>
                    <a:pt x="284645" y="101219"/>
                  </a:lnTo>
                  <a:lnTo>
                    <a:pt x="283375" y="108369"/>
                  </a:lnTo>
                  <a:lnTo>
                    <a:pt x="281000" y="101219"/>
                  </a:lnTo>
                  <a:lnTo>
                    <a:pt x="279882" y="94081"/>
                  </a:lnTo>
                  <a:lnTo>
                    <a:pt x="277507" y="86931"/>
                  </a:lnTo>
                  <a:lnTo>
                    <a:pt x="258457" y="34531"/>
                  </a:lnTo>
                  <a:lnTo>
                    <a:pt x="241782" y="34531"/>
                  </a:lnTo>
                  <a:lnTo>
                    <a:pt x="276237" y="125044"/>
                  </a:lnTo>
                  <a:lnTo>
                    <a:pt x="275120" y="126238"/>
                  </a:lnTo>
                  <a:lnTo>
                    <a:pt x="275120" y="127431"/>
                  </a:lnTo>
                  <a:lnTo>
                    <a:pt x="273850" y="128625"/>
                  </a:lnTo>
                  <a:lnTo>
                    <a:pt x="272745" y="134569"/>
                  </a:lnTo>
                  <a:lnTo>
                    <a:pt x="270357" y="138150"/>
                  </a:lnTo>
                  <a:lnTo>
                    <a:pt x="269087" y="140525"/>
                  </a:lnTo>
                  <a:lnTo>
                    <a:pt x="267982" y="141719"/>
                  </a:lnTo>
                  <a:lnTo>
                    <a:pt x="266712" y="144094"/>
                  </a:lnTo>
                  <a:lnTo>
                    <a:pt x="261950" y="146481"/>
                  </a:lnTo>
                  <a:lnTo>
                    <a:pt x="251307" y="146481"/>
                  </a:lnTo>
                  <a:lnTo>
                    <a:pt x="247662" y="145288"/>
                  </a:lnTo>
                  <a:lnTo>
                    <a:pt x="248932" y="159575"/>
                  </a:lnTo>
                  <a:lnTo>
                    <a:pt x="256070" y="161963"/>
                  </a:lnTo>
                  <a:lnTo>
                    <a:pt x="264325" y="161963"/>
                  </a:lnTo>
                  <a:lnTo>
                    <a:pt x="267982" y="160769"/>
                  </a:lnTo>
                  <a:lnTo>
                    <a:pt x="275120" y="156006"/>
                  </a:lnTo>
                  <a:lnTo>
                    <a:pt x="278612" y="152438"/>
                  </a:lnTo>
                  <a:lnTo>
                    <a:pt x="281000" y="146481"/>
                  </a:lnTo>
                  <a:lnTo>
                    <a:pt x="283375" y="142913"/>
                  </a:lnTo>
                  <a:lnTo>
                    <a:pt x="285762" y="135763"/>
                  </a:lnTo>
                  <a:lnTo>
                    <a:pt x="290525" y="126238"/>
                  </a:lnTo>
                  <a:lnTo>
                    <a:pt x="323862" y="34531"/>
                  </a:lnTo>
                  <a:close/>
                </a:path>
                <a:path extrusionOk="0" h="162560" w="655320">
                  <a:moveTo>
                    <a:pt x="410857" y="57162"/>
                  </a:moveTo>
                  <a:lnTo>
                    <a:pt x="409587" y="54787"/>
                  </a:lnTo>
                  <a:lnTo>
                    <a:pt x="409587" y="50012"/>
                  </a:lnTo>
                  <a:lnTo>
                    <a:pt x="404825" y="42862"/>
                  </a:lnTo>
                  <a:lnTo>
                    <a:pt x="403707" y="40487"/>
                  </a:lnTo>
                  <a:lnTo>
                    <a:pt x="400062" y="36906"/>
                  </a:lnTo>
                  <a:lnTo>
                    <a:pt x="395300" y="35725"/>
                  </a:lnTo>
                  <a:lnTo>
                    <a:pt x="390537" y="33337"/>
                  </a:lnTo>
                  <a:lnTo>
                    <a:pt x="385775" y="32143"/>
                  </a:lnTo>
                  <a:lnTo>
                    <a:pt x="379895" y="32143"/>
                  </a:lnTo>
                  <a:lnTo>
                    <a:pt x="371411" y="33223"/>
                  </a:lnTo>
                  <a:lnTo>
                    <a:pt x="363829" y="36322"/>
                  </a:lnTo>
                  <a:lnTo>
                    <a:pt x="357124" y="41186"/>
                  </a:lnTo>
                  <a:lnTo>
                    <a:pt x="351320" y="47625"/>
                  </a:lnTo>
                  <a:lnTo>
                    <a:pt x="351320" y="34531"/>
                  </a:lnTo>
                  <a:lnTo>
                    <a:pt x="337032" y="34531"/>
                  </a:lnTo>
                  <a:lnTo>
                    <a:pt x="337032" y="125044"/>
                  </a:lnTo>
                  <a:lnTo>
                    <a:pt x="352437" y="125044"/>
                  </a:lnTo>
                  <a:lnTo>
                    <a:pt x="352437" y="64312"/>
                  </a:lnTo>
                  <a:lnTo>
                    <a:pt x="354812" y="55981"/>
                  </a:lnTo>
                  <a:lnTo>
                    <a:pt x="359575" y="52387"/>
                  </a:lnTo>
                  <a:lnTo>
                    <a:pt x="364337" y="47625"/>
                  </a:lnTo>
                  <a:lnTo>
                    <a:pt x="370370" y="45250"/>
                  </a:lnTo>
                  <a:lnTo>
                    <a:pt x="381012" y="45250"/>
                  </a:lnTo>
                  <a:lnTo>
                    <a:pt x="384657" y="46431"/>
                  </a:lnTo>
                  <a:lnTo>
                    <a:pt x="387045" y="48818"/>
                  </a:lnTo>
                  <a:lnTo>
                    <a:pt x="390537" y="50012"/>
                  </a:lnTo>
                  <a:lnTo>
                    <a:pt x="392912" y="52387"/>
                  </a:lnTo>
                  <a:lnTo>
                    <a:pt x="395300" y="59550"/>
                  </a:lnTo>
                  <a:lnTo>
                    <a:pt x="395300" y="125044"/>
                  </a:lnTo>
                  <a:lnTo>
                    <a:pt x="410857" y="125044"/>
                  </a:lnTo>
                  <a:lnTo>
                    <a:pt x="410857" y="57162"/>
                  </a:lnTo>
                  <a:close/>
                </a:path>
                <a:path extrusionOk="0" h="162560" w="655320">
                  <a:moveTo>
                    <a:pt x="513245" y="78600"/>
                  </a:moveTo>
                  <a:lnTo>
                    <a:pt x="497687" y="41871"/>
                  </a:lnTo>
                  <a:lnTo>
                    <a:pt x="497687" y="79794"/>
                  </a:lnTo>
                  <a:lnTo>
                    <a:pt x="497306" y="86893"/>
                  </a:lnTo>
                  <a:lnTo>
                    <a:pt x="497243" y="88074"/>
                  </a:lnTo>
                  <a:lnTo>
                    <a:pt x="478637" y="114312"/>
                  </a:lnTo>
                  <a:lnTo>
                    <a:pt x="463245" y="114312"/>
                  </a:lnTo>
                  <a:lnTo>
                    <a:pt x="444195" y="79794"/>
                  </a:lnTo>
                  <a:lnTo>
                    <a:pt x="444817" y="71513"/>
                  </a:lnTo>
                  <a:lnTo>
                    <a:pt x="463245" y="45250"/>
                  </a:lnTo>
                  <a:lnTo>
                    <a:pt x="478637" y="45250"/>
                  </a:lnTo>
                  <a:lnTo>
                    <a:pt x="497687" y="79794"/>
                  </a:lnTo>
                  <a:lnTo>
                    <a:pt x="497687" y="41871"/>
                  </a:lnTo>
                  <a:lnTo>
                    <a:pt x="495338" y="39687"/>
                  </a:lnTo>
                  <a:lnTo>
                    <a:pt x="488213" y="35572"/>
                  </a:lnTo>
                  <a:lnTo>
                    <a:pt x="480187" y="33020"/>
                  </a:lnTo>
                  <a:lnTo>
                    <a:pt x="471500" y="32143"/>
                  </a:lnTo>
                  <a:lnTo>
                    <a:pt x="463016" y="32816"/>
                  </a:lnTo>
                  <a:lnTo>
                    <a:pt x="432206" y="58204"/>
                  </a:lnTo>
                  <a:lnTo>
                    <a:pt x="428637" y="79794"/>
                  </a:lnTo>
                  <a:lnTo>
                    <a:pt x="429336" y="90728"/>
                  </a:lnTo>
                  <a:lnTo>
                    <a:pt x="453821" y="124155"/>
                  </a:lnTo>
                  <a:lnTo>
                    <a:pt x="471500" y="127431"/>
                  </a:lnTo>
                  <a:lnTo>
                    <a:pt x="478637" y="127431"/>
                  </a:lnTo>
                  <a:lnTo>
                    <a:pt x="487057" y="125044"/>
                  </a:lnTo>
                  <a:lnTo>
                    <a:pt x="492925" y="121475"/>
                  </a:lnTo>
                  <a:lnTo>
                    <a:pt x="500075" y="117906"/>
                  </a:lnTo>
                  <a:lnTo>
                    <a:pt x="513219" y="79794"/>
                  </a:lnTo>
                  <a:lnTo>
                    <a:pt x="513245" y="78600"/>
                  </a:lnTo>
                  <a:close/>
                </a:path>
                <a:path extrusionOk="0" h="162560" w="655320">
                  <a:moveTo>
                    <a:pt x="654862" y="52387"/>
                  </a:moveTo>
                  <a:lnTo>
                    <a:pt x="652475" y="45250"/>
                  </a:lnTo>
                  <a:lnTo>
                    <a:pt x="646607" y="40487"/>
                  </a:lnTo>
                  <a:lnTo>
                    <a:pt x="641845" y="35725"/>
                  </a:lnTo>
                  <a:lnTo>
                    <a:pt x="635812" y="32143"/>
                  </a:lnTo>
                  <a:lnTo>
                    <a:pt x="626287" y="32143"/>
                  </a:lnTo>
                  <a:lnTo>
                    <a:pt x="617994" y="33248"/>
                  </a:lnTo>
                  <a:lnTo>
                    <a:pt x="610844" y="36461"/>
                  </a:lnTo>
                  <a:lnTo>
                    <a:pt x="604583" y="41694"/>
                  </a:lnTo>
                  <a:lnTo>
                    <a:pt x="598982" y="48818"/>
                  </a:lnTo>
                  <a:lnTo>
                    <a:pt x="596595" y="44056"/>
                  </a:lnTo>
                  <a:lnTo>
                    <a:pt x="592950" y="39293"/>
                  </a:lnTo>
                  <a:lnTo>
                    <a:pt x="584695" y="33337"/>
                  </a:lnTo>
                  <a:lnTo>
                    <a:pt x="579932" y="32143"/>
                  </a:lnTo>
                  <a:lnTo>
                    <a:pt x="566750" y="32143"/>
                  </a:lnTo>
                  <a:lnTo>
                    <a:pt x="560882" y="33337"/>
                  </a:lnTo>
                  <a:lnTo>
                    <a:pt x="556120" y="36906"/>
                  </a:lnTo>
                  <a:lnTo>
                    <a:pt x="552462" y="39293"/>
                  </a:lnTo>
                  <a:lnTo>
                    <a:pt x="547700" y="42862"/>
                  </a:lnTo>
                  <a:lnTo>
                    <a:pt x="545325" y="47625"/>
                  </a:lnTo>
                  <a:lnTo>
                    <a:pt x="545325" y="34531"/>
                  </a:lnTo>
                  <a:lnTo>
                    <a:pt x="531037" y="34531"/>
                  </a:lnTo>
                  <a:lnTo>
                    <a:pt x="531037" y="125044"/>
                  </a:lnTo>
                  <a:lnTo>
                    <a:pt x="546595" y="125044"/>
                  </a:lnTo>
                  <a:lnTo>
                    <a:pt x="546595" y="70269"/>
                  </a:lnTo>
                  <a:lnTo>
                    <a:pt x="547700" y="63119"/>
                  </a:lnTo>
                  <a:lnTo>
                    <a:pt x="565645" y="45250"/>
                  </a:lnTo>
                  <a:lnTo>
                    <a:pt x="575170" y="45250"/>
                  </a:lnTo>
                  <a:lnTo>
                    <a:pt x="578662" y="47625"/>
                  </a:lnTo>
                  <a:lnTo>
                    <a:pt x="583425" y="54787"/>
                  </a:lnTo>
                  <a:lnTo>
                    <a:pt x="585800" y="59550"/>
                  </a:lnTo>
                  <a:lnTo>
                    <a:pt x="585800" y="125044"/>
                  </a:lnTo>
                  <a:lnTo>
                    <a:pt x="601357" y="125044"/>
                  </a:lnTo>
                  <a:lnTo>
                    <a:pt x="601357" y="63119"/>
                  </a:lnTo>
                  <a:lnTo>
                    <a:pt x="602475" y="55981"/>
                  </a:lnTo>
                  <a:lnTo>
                    <a:pt x="607237" y="52387"/>
                  </a:lnTo>
                  <a:lnTo>
                    <a:pt x="610882" y="47625"/>
                  </a:lnTo>
                  <a:lnTo>
                    <a:pt x="616762" y="45250"/>
                  </a:lnTo>
                  <a:lnTo>
                    <a:pt x="626287" y="45250"/>
                  </a:lnTo>
                  <a:lnTo>
                    <a:pt x="629932" y="46431"/>
                  </a:lnTo>
                  <a:lnTo>
                    <a:pt x="632320" y="48818"/>
                  </a:lnTo>
                  <a:lnTo>
                    <a:pt x="634695" y="50012"/>
                  </a:lnTo>
                  <a:lnTo>
                    <a:pt x="638187" y="57162"/>
                  </a:lnTo>
                  <a:lnTo>
                    <a:pt x="639457" y="61925"/>
                  </a:lnTo>
                  <a:lnTo>
                    <a:pt x="639457" y="125044"/>
                  </a:lnTo>
                  <a:lnTo>
                    <a:pt x="654862" y="125044"/>
                  </a:lnTo>
                  <a:lnTo>
                    <a:pt x="654862" y="523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6" name="Google Shape;346;p102"/>
            <p:cNvPicPr preferRelativeResize="0"/>
            <p:nvPr/>
          </p:nvPicPr>
          <p:blipFill rotWithShape="1">
            <a:blip r:embed="rId9">
              <a:alphaModFix/>
            </a:blip>
            <a:srcRect b="0" l="0" r="0" t="0"/>
            <a:stretch/>
          </p:blipFill>
          <p:spPr>
            <a:xfrm>
              <a:off x="6334832" y="5845031"/>
              <a:ext cx="150020" cy="127427"/>
            </a:xfrm>
            <a:prstGeom prst="rect">
              <a:avLst/>
            </a:prstGeom>
            <a:noFill/>
            <a:ln>
              <a:noFill/>
            </a:ln>
          </p:spPr>
        </p:pic>
      </p:grpSp>
      <p:grpSp>
        <p:nvGrpSpPr>
          <p:cNvPr id="347" name="Google Shape;347;p102"/>
          <p:cNvGrpSpPr/>
          <p:nvPr/>
        </p:nvGrpSpPr>
        <p:grpSpPr>
          <a:xfrm>
            <a:off x="6876657" y="8219931"/>
            <a:ext cx="551348" cy="161955"/>
            <a:chOff x="6559945" y="5845031"/>
            <a:chExt cx="551348" cy="161955"/>
          </a:xfrm>
        </p:grpSpPr>
        <p:pic>
          <p:nvPicPr>
            <p:cNvPr id="348" name="Google Shape;348;p102"/>
            <p:cNvPicPr preferRelativeResize="0"/>
            <p:nvPr/>
          </p:nvPicPr>
          <p:blipFill rotWithShape="1">
            <a:blip r:embed="rId10">
              <a:alphaModFix/>
            </a:blip>
            <a:srcRect b="0" l="0" r="0" t="0"/>
            <a:stretch/>
          </p:blipFill>
          <p:spPr>
            <a:xfrm>
              <a:off x="6559945" y="5845031"/>
              <a:ext cx="295279" cy="161955"/>
            </a:xfrm>
            <a:prstGeom prst="rect">
              <a:avLst/>
            </a:prstGeom>
            <a:noFill/>
            <a:ln>
              <a:noFill/>
            </a:ln>
          </p:spPr>
        </p:pic>
        <p:pic>
          <p:nvPicPr>
            <p:cNvPr id="349" name="Google Shape;349;p102"/>
            <p:cNvPicPr preferRelativeResize="0"/>
            <p:nvPr/>
          </p:nvPicPr>
          <p:blipFill rotWithShape="1">
            <a:blip r:embed="rId11">
              <a:alphaModFix/>
            </a:blip>
            <a:srcRect b="0" l="0" r="0" t="0"/>
            <a:stretch/>
          </p:blipFill>
          <p:spPr>
            <a:xfrm>
              <a:off x="6877927" y="5877178"/>
              <a:ext cx="233366" cy="95281"/>
            </a:xfrm>
            <a:prstGeom prst="rect">
              <a:avLst/>
            </a:prstGeom>
            <a:noFill/>
            <a:ln>
              <a:noFill/>
            </a:ln>
          </p:spPr>
        </p:pic>
      </p:grpSp>
      <p:grpSp>
        <p:nvGrpSpPr>
          <p:cNvPr id="350" name="Google Shape;350;p102"/>
          <p:cNvGrpSpPr/>
          <p:nvPr/>
        </p:nvGrpSpPr>
        <p:grpSpPr>
          <a:xfrm>
            <a:off x="2288866" y="6143358"/>
            <a:ext cx="259808" cy="152442"/>
            <a:chOff x="3101666" y="5406758"/>
            <a:chExt cx="259808" cy="152442"/>
          </a:xfrm>
        </p:grpSpPr>
        <p:sp>
          <p:nvSpPr>
            <p:cNvPr id="351" name="Google Shape;351;p102"/>
            <p:cNvSpPr/>
            <p:nvPr/>
          </p:nvSpPr>
          <p:spPr>
            <a:xfrm>
              <a:off x="3101666" y="5443679"/>
              <a:ext cx="41910" cy="114935"/>
            </a:xfrm>
            <a:custGeom>
              <a:rect b="b" l="l" r="r" t="t"/>
              <a:pathLst>
                <a:path extrusionOk="0" h="114935" w="41910">
                  <a:moveTo>
                    <a:pt x="41671" y="0"/>
                  </a:moveTo>
                  <a:lnTo>
                    <a:pt x="32146" y="0"/>
                  </a:lnTo>
                  <a:lnTo>
                    <a:pt x="29764" y="4762"/>
                  </a:lnTo>
                  <a:lnTo>
                    <a:pt x="26193" y="9523"/>
                  </a:lnTo>
                  <a:lnTo>
                    <a:pt x="20239" y="14287"/>
                  </a:lnTo>
                  <a:lnTo>
                    <a:pt x="14286" y="20239"/>
                  </a:lnTo>
                  <a:lnTo>
                    <a:pt x="7142" y="25003"/>
                  </a:lnTo>
                  <a:lnTo>
                    <a:pt x="0" y="28573"/>
                  </a:lnTo>
                  <a:lnTo>
                    <a:pt x="0" y="41687"/>
                  </a:lnTo>
                  <a:lnTo>
                    <a:pt x="3569" y="40497"/>
                  </a:lnTo>
                  <a:lnTo>
                    <a:pt x="8333" y="38115"/>
                  </a:lnTo>
                  <a:lnTo>
                    <a:pt x="14286" y="34542"/>
                  </a:lnTo>
                  <a:lnTo>
                    <a:pt x="19050" y="30972"/>
                  </a:lnTo>
                  <a:lnTo>
                    <a:pt x="23811" y="28573"/>
                  </a:lnTo>
                  <a:lnTo>
                    <a:pt x="27383" y="25003"/>
                  </a:lnTo>
                  <a:lnTo>
                    <a:pt x="27383" y="114331"/>
                  </a:lnTo>
                  <a:lnTo>
                    <a:pt x="41671" y="114331"/>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52" name="Google Shape;352;p102"/>
            <p:cNvPicPr preferRelativeResize="0"/>
            <p:nvPr/>
          </p:nvPicPr>
          <p:blipFill rotWithShape="1">
            <a:blip r:embed="rId12">
              <a:alphaModFix/>
            </a:blip>
            <a:srcRect b="0" l="0" r="0" t="0"/>
            <a:stretch/>
          </p:blipFill>
          <p:spPr>
            <a:xfrm>
              <a:off x="3179074" y="5443679"/>
              <a:ext cx="73819" cy="115521"/>
            </a:xfrm>
            <a:prstGeom prst="rect">
              <a:avLst/>
            </a:prstGeom>
            <a:noFill/>
            <a:ln>
              <a:noFill/>
            </a:ln>
          </p:spPr>
        </p:pic>
        <p:sp>
          <p:nvSpPr>
            <p:cNvPr id="353" name="Google Shape;353;p102"/>
            <p:cNvSpPr/>
            <p:nvPr/>
          </p:nvSpPr>
          <p:spPr>
            <a:xfrm>
              <a:off x="3271939" y="5406758"/>
              <a:ext cx="89535" cy="80010"/>
            </a:xfrm>
            <a:custGeom>
              <a:rect b="b" l="l" r="r" t="t"/>
              <a:pathLst>
                <a:path extrusionOk="0" h="80010" w="89535">
                  <a:moveTo>
                    <a:pt x="30962" y="46456"/>
                  </a:moveTo>
                  <a:lnTo>
                    <a:pt x="0" y="46456"/>
                  </a:lnTo>
                  <a:lnTo>
                    <a:pt x="0" y="55981"/>
                  </a:lnTo>
                  <a:lnTo>
                    <a:pt x="30962" y="55981"/>
                  </a:lnTo>
                  <a:lnTo>
                    <a:pt x="30962" y="46456"/>
                  </a:lnTo>
                  <a:close/>
                </a:path>
                <a:path extrusionOk="0" h="80010" w="89535">
                  <a:moveTo>
                    <a:pt x="89319" y="15494"/>
                  </a:moveTo>
                  <a:lnTo>
                    <a:pt x="86931" y="10731"/>
                  </a:lnTo>
                  <a:lnTo>
                    <a:pt x="83362" y="5969"/>
                  </a:lnTo>
                  <a:lnTo>
                    <a:pt x="78587" y="2387"/>
                  </a:lnTo>
                  <a:lnTo>
                    <a:pt x="72631" y="0"/>
                  </a:lnTo>
                  <a:lnTo>
                    <a:pt x="57150" y="0"/>
                  </a:lnTo>
                  <a:lnTo>
                    <a:pt x="51206" y="1193"/>
                  </a:lnTo>
                  <a:lnTo>
                    <a:pt x="42862" y="9537"/>
                  </a:lnTo>
                  <a:lnTo>
                    <a:pt x="39293" y="15494"/>
                  </a:lnTo>
                  <a:lnTo>
                    <a:pt x="39293" y="22644"/>
                  </a:lnTo>
                  <a:lnTo>
                    <a:pt x="48818" y="23825"/>
                  </a:lnTo>
                  <a:lnTo>
                    <a:pt x="48818" y="19062"/>
                  </a:lnTo>
                  <a:lnTo>
                    <a:pt x="50012" y="14300"/>
                  </a:lnTo>
                  <a:lnTo>
                    <a:pt x="53581" y="11925"/>
                  </a:lnTo>
                  <a:lnTo>
                    <a:pt x="55968" y="9537"/>
                  </a:lnTo>
                  <a:lnTo>
                    <a:pt x="59537" y="7162"/>
                  </a:lnTo>
                  <a:lnTo>
                    <a:pt x="69062" y="7162"/>
                  </a:lnTo>
                  <a:lnTo>
                    <a:pt x="72631" y="9537"/>
                  </a:lnTo>
                  <a:lnTo>
                    <a:pt x="75018" y="11925"/>
                  </a:lnTo>
                  <a:lnTo>
                    <a:pt x="78587" y="14300"/>
                  </a:lnTo>
                  <a:lnTo>
                    <a:pt x="79781" y="17881"/>
                  </a:lnTo>
                  <a:lnTo>
                    <a:pt x="79781" y="25019"/>
                  </a:lnTo>
                  <a:lnTo>
                    <a:pt x="78587" y="29781"/>
                  </a:lnTo>
                  <a:lnTo>
                    <a:pt x="75018" y="33350"/>
                  </a:lnTo>
                  <a:lnTo>
                    <a:pt x="71437" y="38112"/>
                  </a:lnTo>
                  <a:lnTo>
                    <a:pt x="66675" y="42875"/>
                  </a:lnTo>
                  <a:lnTo>
                    <a:pt x="57150" y="50025"/>
                  </a:lnTo>
                  <a:lnTo>
                    <a:pt x="52387" y="54787"/>
                  </a:lnTo>
                  <a:lnTo>
                    <a:pt x="47625" y="58356"/>
                  </a:lnTo>
                  <a:lnTo>
                    <a:pt x="45250" y="61925"/>
                  </a:lnTo>
                  <a:lnTo>
                    <a:pt x="41681" y="65506"/>
                  </a:lnTo>
                  <a:lnTo>
                    <a:pt x="39293" y="69088"/>
                  </a:lnTo>
                  <a:lnTo>
                    <a:pt x="38100" y="72656"/>
                  </a:lnTo>
                  <a:lnTo>
                    <a:pt x="38100" y="75044"/>
                  </a:lnTo>
                  <a:lnTo>
                    <a:pt x="36918" y="77419"/>
                  </a:lnTo>
                  <a:lnTo>
                    <a:pt x="36918" y="79806"/>
                  </a:lnTo>
                  <a:lnTo>
                    <a:pt x="89319" y="79806"/>
                  </a:lnTo>
                  <a:lnTo>
                    <a:pt x="89319" y="70281"/>
                  </a:lnTo>
                  <a:lnTo>
                    <a:pt x="51206" y="70281"/>
                  </a:lnTo>
                  <a:lnTo>
                    <a:pt x="52387" y="67894"/>
                  </a:lnTo>
                  <a:lnTo>
                    <a:pt x="53581" y="66713"/>
                  </a:lnTo>
                  <a:lnTo>
                    <a:pt x="54775" y="64312"/>
                  </a:lnTo>
                  <a:lnTo>
                    <a:pt x="55968" y="63119"/>
                  </a:lnTo>
                  <a:lnTo>
                    <a:pt x="60731" y="59550"/>
                  </a:lnTo>
                  <a:lnTo>
                    <a:pt x="66675" y="54787"/>
                  </a:lnTo>
                  <a:lnTo>
                    <a:pt x="72631" y="48831"/>
                  </a:lnTo>
                  <a:lnTo>
                    <a:pt x="78587" y="44069"/>
                  </a:lnTo>
                  <a:lnTo>
                    <a:pt x="80962" y="40500"/>
                  </a:lnTo>
                  <a:lnTo>
                    <a:pt x="84556" y="38112"/>
                  </a:lnTo>
                  <a:lnTo>
                    <a:pt x="85750" y="34544"/>
                  </a:lnTo>
                  <a:lnTo>
                    <a:pt x="88125" y="30975"/>
                  </a:lnTo>
                  <a:lnTo>
                    <a:pt x="89319" y="28587"/>
                  </a:lnTo>
                  <a:lnTo>
                    <a:pt x="89319" y="15494"/>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54" name="Google Shape;354;p102"/>
          <p:cNvGrpSpPr/>
          <p:nvPr/>
        </p:nvGrpSpPr>
        <p:grpSpPr>
          <a:xfrm>
            <a:off x="2288866" y="5813475"/>
            <a:ext cx="245838" cy="152443"/>
            <a:chOff x="3101666" y="5076875"/>
            <a:chExt cx="245838" cy="152443"/>
          </a:xfrm>
        </p:grpSpPr>
        <p:sp>
          <p:nvSpPr>
            <p:cNvPr id="355" name="Google Shape;355;p102"/>
            <p:cNvSpPr/>
            <p:nvPr/>
          </p:nvSpPr>
          <p:spPr>
            <a:xfrm>
              <a:off x="3101666" y="5113797"/>
              <a:ext cx="41910" cy="113664"/>
            </a:xfrm>
            <a:custGeom>
              <a:rect b="b" l="l" r="r" t="t"/>
              <a:pathLst>
                <a:path extrusionOk="0" h="113664" w="41910">
                  <a:moveTo>
                    <a:pt x="41671" y="0"/>
                  </a:moveTo>
                  <a:lnTo>
                    <a:pt x="32146" y="0"/>
                  </a:lnTo>
                  <a:lnTo>
                    <a:pt x="29764" y="4761"/>
                  </a:lnTo>
                  <a:lnTo>
                    <a:pt x="26193" y="9525"/>
                  </a:lnTo>
                  <a:lnTo>
                    <a:pt x="20239" y="14286"/>
                  </a:lnTo>
                  <a:lnTo>
                    <a:pt x="14286" y="20239"/>
                  </a:lnTo>
                  <a:lnTo>
                    <a:pt x="7142" y="23811"/>
                  </a:lnTo>
                  <a:lnTo>
                    <a:pt x="0" y="28575"/>
                  </a:lnTo>
                  <a:lnTo>
                    <a:pt x="0" y="41669"/>
                  </a:lnTo>
                  <a:lnTo>
                    <a:pt x="3569" y="40479"/>
                  </a:lnTo>
                  <a:lnTo>
                    <a:pt x="8333" y="38100"/>
                  </a:lnTo>
                  <a:lnTo>
                    <a:pt x="14286" y="34527"/>
                  </a:lnTo>
                  <a:lnTo>
                    <a:pt x="23811" y="27383"/>
                  </a:lnTo>
                  <a:lnTo>
                    <a:pt x="27383" y="25002"/>
                  </a:lnTo>
                  <a:lnTo>
                    <a:pt x="27383" y="113123"/>
                  </a:lnTo>
                  <a:lnTo>
                    <a:pt x="41671" y="113123"/>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56" name="Google Shape;356;p102"/>
            <p:cNvPicPr preferRelativeResize="0"/>
            <p:nvPr/>
          </p:nvPicPr>
          <p:blipFill rotWithShape="1">
            <a:blip r:embed="rId13">
              <a:alphaModFix/>
            </a:blip>
            <a:srcRect b="0" l="0" r="0" t="0"/>
            <a:stretch/>
          </p:blipFill>
          <p:spPr>
            <a:xfrm>
              <a:off x="3179074" y="5113797"/>
              <a:ext cx="73819" cy="115521"/>
            </a:xfrm>
            <a:prstGeom prst="rect">
              <a:avLst/>
            </a:prstGeom>
            <a:noFill/>
            <a:ln>
              <a:noFill/>
            </a:ln>
          </p:spPr>
        </p:pic>
        <p:sp>
          <p:nvSpPr>
            <p:cNvPr id="357" name="Google Shape;357;p102"/>
            <p:cNvSpPr/>
            <p:nvPr/>
          </p:nvSpPr>
          <p:spPr>
            <a:xfrm>
              <a:off x="3271939" y="5076875"/>
              <a:ext cx="75565" cy="80010"/>
            </a:xfrm>
            <a:custGeom>
              <a:rect b="b" l="l" r="r" t="t"/>
              <a:pathLst>
                <a:path extrusionOk="0" h="80010" w="75564">
                  <a:moveTo>
                    <a:pt x="30962" y="45262"/>
                  </a:moveTo>
                  <a:lnTo>
                    <a:pt x="0" y="45262"/>
                  </a:lnTo>
                  <a:lnTo>
                    <a:pt x="0" y="55981"/>
                  </a:lnTo>
                  <a:lnTo>
                    <a:pt x="30962" y="55981"/>
                  </a:lnTo>
                  <a:lnTo>
                    <a:pt x="30962" y="45262"/>
                  </a:lnTo>
                  <a:close/>
                </a:path>
                <a:path extrusionOk="0" h="80010" w="75564">
                  <a:moveTo>
                    <a:pt x="75018" y="0"/>
                  </a:moveTo>
                  <a:lnTo>
                    <a:pt x="69075" y="0"/>
                  </a:lnTo>
                  <a:lnTo>
                    <a:pt x="64312" y="7150"/>
                  </a:lnTo>
                  <a:lnTo>
                    <a:pt x="60744" y="10718"/>
                  </a:lnTo>
                  <a:lnTo>
                    <a:pt x="55968" y="14287"/>
                  </a:lnTo>
                  <a:lnTo>
                    <a:pt x="46443" y="19050"/>
                  </a:lnTo>
                  <a:lnTo>
                    <a:pt x="46443" y="28575"/>
                  </a:lnTo>
                  <a:lnTo>
                    <a:pt x="48818" y="27381"/>
                  </a:lnTo>
                  <a:lnTo>
                    <a:pt x="52387" y="26200"/>
                  </a:lnTo>
                  <a:lnTo>
                    <a:pt x="63119" y="19050"/>
                  </a:lnTo>
                  <a:lnTo>
                    <a:pt x="65493" y="16675"/>
                  </a:lnTo>
                  <a:lnTo>
                    <a:pt x="65493" y="79794"/>
                  </a:lnTo>
                  <a:lnTo>
                    <a:pt x="75018" y="79794"/>
                  </a:lnTo>
                  <a:lnTo>
                    <a:pt x="7501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58" name="Google Shape;358;p102"/>
          <p:cNvGrpSpPr/>
          <p:nvPr/>
        </p:nvGrpSpPr>
        <p:grpSpPr>
          <a:xfrm>
            <a:off x="2319822" y="5482399"/>
            <a:ext cx="224102" cy="153621"/>
            <a:chOff x="3132622" y="4745799"/>
            <a:chExt cx="224102" cy="153621"/>
          </a:xfrm>
        </p:grpSpPr>
        <p:sp>
          <p:nvSpPr>
            <p:cNvPr id="359" name="Google Shape;359;p102"/>
            <p:cNvSpPr/>
            <p:nvPr/>
          </p:nvSpPr>
          <p:spPr>
            <a:xfrm>
              <a:off x="3132622" y="4782708"/>
              <a:ext cx="41910" cy="114935"/>
            </a:xfrm>
            <a:custGeom>
              <a:rect b="b" l="l" r="r" t="t"/>
              <a:pathLst>
                <a:path extrusionOk="0" h="114935" w="41910">
                  <a:moveTo>
                    <a:pt x="41687" y="0"/>
                  </a:moveTo>
                  <a:lnTo>
                    <a:pt x="33337" y="0"/>
                  </a:lnTo>
                  <a:lnTo>
                    <a:pt x="30954" y="5952"/>
                  </a:lnTo>
                  <a:lnTo>
                    <a:pt x="26193" y="10714"/>
                  </a:lnTo>
                  <a:lnTo>
                    <a:pt x="20239" y="15477"/>
                  </a:lnTo>
                  <a:lnTo>
                    <a:pt x="15477" y="21446"/>
                  </a:lnTo>
                  <a:lnTo>
                    <a:pt x="8333" y="25017"/>
                  </a:lnTo>
                  <a:lnTo>
                    <a:pt x="0" y="28588"/>
                  </a:lnTo>
                  <a:lnTo>
                    <a:pt x="0" y="42877"/>
                  </a:lnTo>
                  <a:lnTo>
                    <a:pt x="9525" y="38113"/>
                  </a:lnTo>
                  <a:lnTo>
                    <a:pt x="15477" y="35733"/>
                  </a:lnTo>
                  <a:lnTo>
                    <a:pt x="25002" y="28588"/>
                  </a:lnTo>
                  <a:lnTo>
                    <a:pt x="28575" y="26208"/>
                  </a:lnTo>
                  <a:lnTo>
                    <a:pt x="28575" y="114330"/>
                  </a:lnTo>
                  <a:lnTo>
                    <a:pt x="41687" y="11433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0" name="Google Shape;360;p102"/>
            <p:cNvPicPr preferRelativeResize="0"/>
            <p:nvPr/>
          </p:nvPicPr>
          <p:blipFill rotWithShape="1">
            <a:blip r:embed="rId14">
              <a:alphaModFix/>
            </a:blip>
            <a:srcRect b="0" l="0" r="0" t="0"/>
            <a:stretch/>
          </p:blipFill>
          <p:spPr>
            <a:xfrm>
              <a:off x="3210030" y="4782708"/>
              <a:ext cx="75025" cy="116712"/>
            </a:xfrm>
            <a:prstGeom prst="rect">
              <a:avLst/>
            </a:prstGeom>
            <a:noFill/>
            <a:ln>
              <a:noFill/>
            </a:ln>
          </p:spPr>
        </p:pic>
        <p:sp>
          <p:nvSpPr>
            <p:cNvPr id="361" name="Google Shape;361;p102"/>
            <p:cNvSpPr/>
            <p:nvPr/>
          </p:nvSpPr>
          <p:spPr>
            <a:xfrm>
              <a:off x="3305289" y="4745799"/>
              <a:ext cx="51435" cy="82550"/>
            </a:xfrm>
            <a:custGeom>
              <a:rect b="b" l="l" r="r" t="t"/>
              <a:pathLst>
                <a:path extrusionOk="0" h="82550" w="51435">
                  <a:moveTo>
                    <a:pt x="51219" y="27393"/>
                  </a:moveTo>
                  <a:lnTo>
                    <a:pt x="41681" y="5969"/>
                  </a:lnTo>
                  <a:lnTo>
                    <a:pt x="41681" y="41681"/>
                  </a:lnTo>
                  <a:lnTo>
                    <a:pt x="41427" y="50622"/>
                  </a:lnTo>
                  <a:lnTo>
                    <a:pt x="29768" y="73837"/>
                  </a:lnTo>
                  <a:lnTo>
                    <a:pt x="21437" y="73837"/>
                  </a:lnTo>
                  <a:lnTo>
                    <a:pt x="17856" y="71462"/>
                  </a:lnTo>
                  <a:lnTo>
                    <a:pt x="9525" y="41681"/>
                  </a:lnTo>
                  <a:lnTo>
                    <a:pt x="9956" y="32562"/>
                  </a:lnTo>
                  <a:lnTo>
                    <a:pt x="21437" y="8343"/>
                  </a:lnTo>
                  <a:lnTo>
                    <a:pt x="29768" y="8343"/>
                  </a:lnTo>
                  <a:lnTo>
                    <a:pt x="41681" y="41681"/>
                  </a:lnTo>
                  <a:lnTo>
                    <a:pt x="41681" y="5969"/>
                  </a:lnTo>
                  <a:lnTo>
                    <a:pt x="40487" y="4762"/>
                  </a:lnTo>
                  <a:lnTo>
                    <a:pt x="36918" y="3581"/>
                  </a:lnTo>
                  <a:lnTo>
                    <a:pt x="33337" y="1193"/>
                  </a:lnTo>
                  <a:lnTo>
                    <a:pt x="29768" y="0"/>
                  </a:lnTo>
                  <a:lnTo>
                    <a:pt x="20243" y="0"/>
                  </a:lnTo>
                  <a:lnTo>
                    <a:pt x="15481" y="2387"/>
                  </a:lnTo>
                  <a:lnTo>
                    <a:pt x="0" y="32156"/>
                  </a:lnTo>
                  <a:lnTo>
                    <a:pt x="0" y="41681"/>
                  </a:lnTo>
                  <a:lnTo>
                    <a:pt x="11912" y="78600"/>
                  </a:lnTo>
                  <a:lnTo>
                    <a:pt x="17856" y="82169"/>
                  </a:lnTo>
                  <a:lnTo>
                    <a:pt x="32156" y="82169"/>
                  </a:lnTo>
                  <a:lnTo>
                    <a:pt x="51219" y="58356"/>
                  </a:lnTo>
                  <a:lnTo>
                    <a:pt x="51219" y="27393"/>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2" name="Google Shape;362;p102"/>
          <p:cNvGrpSpPr/>
          <p:nvPr/>
        </p:nvGrpSpPr>
        <p:grpSpPr>
          <a:xfrm>
            <a:off x="2319822" y="5152485"/>
            <a:ext cx="209664" cy="153667"/>
            <a:chOff x="3132622" y="4415885"/>
            <a:chExt cx="209664" cy="153667"/>
          </a:xfrm>
        </p:grpSpPr>
        <p:sp>
          <p:nvSpPr>
            <p:cNvPr id="363" name="Google Shape;363;p102"/>
            <p:cNvSpPr/>
            <p:nvPr/>
          </p:nvSpPr>
          <p:spPr>
            <a:xfrm>
              <a:off x="3132622" y="4452872"/>
              <a:ext cx="41910" cy="114300"/>
            </a:xfrm>
            <a:custGeom>
              <a:rect b="b" l="l" r="r" t="t"/>
              <a:pathLst>
                <a:path extrusionOk="0" h="114300" w="41910">
                  <a:moveTo>
                    <a:pt x="41687" y="0"/>
                  </a:moveTo>
                  <a:lnTo>
                    <a:pt x="33337" y="0"/>
                  </a:lnTo>
                  <a:lnTo>
                    <a:pt x="30954" y="5873"/>
                  </a:lnTo>
                  <a:lnTo>
                    <a:pt x="26193" y="10636"/>
                  </a:lnTo>
                  <a:lnTo>
                    <a:pt x="20239" y="15398"/>
                  </a:lnTo>
                  <a:lnTo>
                    <a:pt x="15477" y="21431"/>
                  </a:lnTo>
                  <a:lnTo>
                    <a:pt x="8333" y="24923"/>
                  </a:lnTo>
                  <a:lnTo>
                    <a:pt x="0" y="28575"/>
                  </a:lnTo>
                  <a:lnTo>
                    <a:pt x="0" y="42862"/>
                  </a:lnTo>
                  <a:lnTo>
                    <a:pt x="9525" y="38100"/>
                  </a:lnTo>
                  <a:lnTo>
                    <a:pt x="15477" y="35718"/>
                  </a:lnTo>
                  <a:lnTo>
                    <a:pt x="20239" y="32067"/>
                  </a:lnTo>
                  <a:lnTo>
                    <a:pt x="28575" y="26193"/>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4" name="Google Shape;364;p102"/>
            <p:cNvPicPr preferRelativeResize="0"/>
            <p:nvPr/>
          </p:nvPicPr>
          <p:blipFill rotWithShape="1">
            <a:blip r:embed="rId15">
              <a:alphaModFix/>
            </a:blip>
            <a:srcRect b="0" l="0" r="0" t="0"/>
            <a:stretch/>
          </p:blipFill>
          <p:spPr>
            <a:xfrm>
              <a:off x="3210030" y="4452872"/>
              <a:ext cx="75025" cy="116680"/>
            </a:xfrm>
            <a:prstGeom prst="rect">
              <a:avLst/>
            </a:prstGeom>
            <a:noFill/>
            <a:ln>
              <a:noFill/>
            </a:ln>
          </p:spPr>
        </p:pic>
        <p:sp>
          <p:nvSpPr>
            <p:cNvPr id="365" name="Google Shape;365;p102"/>
            <p:cNvSpPr/>
            <p:nvPr/>
          </p:nvSpPr>
          <p:spPr>
            <a:xfrm>
              <a:off x="3312441" y="4415885"/>
              <a:ext cx="29845" cy="80010"/>
            </a:xfrm>
            <a:custGeom>
              <a:rect b="b" l="l" r="r" t="t"/>
              <a:pathLst>
                <a:path extrusionOk="0" h="80010" w="29845">
                  <a:moveTo>
                    <a:pt x="29766" y="0"/>
                  </a:moveTo>
                  <a:lnTo>
                    <a:pt x="23812" y="0"/>
                  </a:lnTo>
                  <a:lnTo>
                    <a:pt x="19050" y="7142"/>
                  </a:lnTo>
                  <a:lnTo>
                    <a:pt x="14287" y="10795"/>
                  </a:lnTo>
                  <a:lnTo>
                    <a:pt x="10714" y="14286"/>
                  </a:lnTo>
                  <a:lnTo>
                    <a:pt x="5952" y="17937"/>
                  </a:lnTo>
                  <a:lnTo>
                    <a:pt x="0" y="20320"/>
                  </a:lnTo>
                  <a:lnTo>
                    <a:pt x="0" y="29845"/>
                  </a:lnTo>
                  <a:lnTo>
                    <a:pt x="7142" y="27462"/>
                  </a:lnTo>
                  <a:lnTo>
                    <a:pt x="17858" y="20320"/>
                  </a:lnTo>
                  <a:lnTo>
                    <a:pt x="20241" y="17937"/>
                  </a:lnTo>
                  <a:lnTo>
                    <a:pt x="20241" y="79849"/>
                  </a:lnTo>
                  <a:lnTo>
                    <a:pt x="29766" y="79849"/>
                  </a:lnTo>
                  <a:lnTo>
                    <a:pt x="29766"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6" name="Google Shape;366;p102"/>
          <p:cNvGrpSpPr/>
          <p:nvPr/>
        </p:nvGrpSpPr>
        <p:grpSpPr>
          <a:xfrm>
            <a:off x="2319822" y="4822601"/>
            <a:ext cx="224191" cy="153669"/>
            <a:chOff x="3132622" y="4086001"/>
            <a:chExt cx="224191" cy="153669"/>
          </a:xfrm>
        </p:grpSpPr>
        <p:sp>
          <p:nvSpPr>
            <p:cNvPr id="367" name="Google Shape;367;p102"/>
            <p:cNvSpPr/>
            <p:nvPr/>
          </p:nvSpPr>
          <p:spPr>
            <a:xfrm>
              <a:off x="3132622" y="4122991"/>
              <a:ext cx="41910" cy="114300"/>
            </a:xfrm>
            <a:custGeom>
              <a:rect b="b" l="l" r="r" t="t"/>
              <a:pathLst>
                <a:path extrusionOk="0" h="114300" w="41910">
                  <a:moveTo>
                    <a:pt x="41687" y="0"/>
                  </a:moveTo>
                  <a:lnTo>
                    <a:pt x="33337" y="0"/>
                  </a:lnTo>
                  <a:lnTo>
                    <a:pt x="30954" y="5872"/>
                  </a:lnTo>
                  <a:lnTo>
                    <a:pt x="26193" y="10634"/>
                  </a:lnTo>
                  <a:lnTo>
                    <a:pt x="20239" y="15397"/>
                  </a:lnTo>
                  <a:lnTo>
                    <a:pt x="15477" y="20159"/>
                  </a:lnTo>
                  <a:lnTo>
                    <a:pt x="8333" y="24922"/>
                  </a:lnTo>
                  <a:lnTo>
                    <a:pt x="0" y="28575"/>
                  </a:lnTo>
                  <a:lnTo>
                    <a:pt x="0" y="42861"/>
                  </a:lnTo>
                  <a:lnTo>
                    <a:pt x="9525" y="38100"/>
                  </a:lnTo>
                  <a:lnTo>
                    <a:pt x="15477" y="35717"/>
                  </a:lnTo>
                  <a:lnTo>
                    <a:pt x="25002" y="28575"/>
                  </a:lnTo>
                  <a:lnTo>
                    <a:pt x="28575" y="2492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8" name="Google Shape;368;p102"/>
            <p:cNvPicPr preferRelativeResize="0"/>
            <p:nvPr/>
          </p:nvPicPr>
          <p:blipFill rotWithShape="1">
            <a:blip r:embed="rId16">
              <a:alphaModFix/>
            </a:blip>
            <a:srcRect b="0" l="0" r="0" t="0"/>
            <a:stretch/>
          </p:blipFill>
          <p:spPr>
            <a:xfrm>
              <a:off x="3210030" y="4122991"/>
              <a:ext cx="75025" cy="116679"/>
            </a:xfrm>
            <a:prstGeom prst="rect">
              <a:avLst/>
            </a:prstGeom>
            <a:noFill/>
            <a:ln>
              <a:noFill/>
            </a:ln>
          </p:spPr>
        </p:pic>
        <p:sp>
          <p:nvSpPr>
            <p:cNvPr id="369" name="Google Shape;369;p102"/>
            <p:cNvSpPr/>
            <p:nvPr/>
          </p:nvSpPr>
          <p:spPr>
            <a:xfrm>
              <a:off x="3304108" y="4086001"/>
              <a:ext cx="52705" cy="80010"/>
            </a:xfrm>
            <a:custGeom>
              <a:rect b="b" l="l" r="r" t="t"/>
              <a:pathLst>
                <a:path extrusionOk="0" h="80010" w="52704">
                  <a:moveTo>
                    <a:pt x="34528" y="0"/>
                  </a:moveTo>
                  <a:lnTo>
                    <a:pt x="20241" y="0"/>
                  </a:lnTo>
                  <a:lnTo>
                    <a:pt x="14287" y="2381"/>
                  </a:lnTo>
                  <a:lnTo>
                    <a:pt x="9525" y="6032"/>
                  </a:lnTo>
                  <a:lnTo>
                    <a:pt x="4761" y="10795"/>
                  </a:lnTo>
                  <a:lnTo>
                    <a:pt x="2381" y="15557"/>
                  </a:lnTo>
                  <a:lnTo>
                    <a:pt x="1189" y="23812"/>
                  </a:lnTo>
                  <a:lnTo>
                    <a:pt x="11906" y="25082"/>
                  </a:lnTo>
                  <a:lnTo>
                    <a:pt x="11906" y="19050"/>
                  </a:lnTo>
                  <a:lnTo>
                    <a:pt x="13097" y="15557"/>
                  </a:lnTo>
                  <a:lnTo>
                    <a:pt x="19050" y="9525"/>
                  </a:lnTo>
                  <a:lnTo>
                    <a:pt x="22622" y="8413"/>
                  </a:lnTo>
                  <a:lnTo>
                    <a:pt x="32147" y="8413"/>
                  </a:lnTo>
                  <a:lnTo>
                    <a:pt x="35718" y="9525"/>
                  </a:lnTo>
                  <a:lnTo>
                    <a:pt x="38100" y="11906"/>
                  </a:lnTo>
                  <a:lnTo>
                    <a:pt x="40482" y="15557"/>
                  </a:lnTo>
                  <a:lnTo>
                    <a:pt x="41672" y="17938"/>
                  </a:lnTo>
                  <a:lnTo>
                    <a:pt x="41672" y="26193"/>
                  </a:lnTo>
                  <a:lnTo>
                    <a:pt x="14287" y="56038"/>
                  </a:lnTo>
                  <a:lnTo>
                    <a:pt x="7142" y="63182"/>
                  </a:lnTo>
                  <a:lnTo>
                    <a:pt x="2381" y="70326"/>
                  </a:lnTo>
                  <a:lnTo>
                    <a:pt x="1189" y="73818"/>
                  </a:lnTo>
                  <a:lnTo>
                    <a:pt x="0" y="76200"/>
                  </a:lnTo>
                  <a:lnTo>
                    <a:pt x="0" y="79851"/>
                  </a:lnTo>
                  <a:lnTo>
                    <a:pt x="52404" y="79851"/>
                  </a:lnTo>
                  <a:lnTo>
                    <a:pt x="52404" y="71437"/>
                  </a:lnTo>
                  <a:lnTo>
                    <a:pt x="13097" y="71437"/>
                  </a:lnTo>
                  <a:lnTo>
                    <a:pt x="14287" y="69056"/>
                  </a:lnTo>
                  <a:lnTo>
                    <a:pt x="22622" y="60801"/>
                  </a:lnTo>
                  <a:lnTo>
                    <a:pt x="28575" y="56038"/>
                  </a:lnTo>
                  <a:lnTo>
                    <a:pt x="35718" y="50006"/>
                  </a:lnTo>
                  <a:lnTo>
                    <a:pt x="44055" y="41751"/>
                  </a:lnTo>
                  <a:lnTo>
                    <a:pt x="48816" y="34607"/>
                  </a:lnTo>
                  <a:lnTo>
                    <a:pt x="50024" y="32226"/>
                  </a:lnTo>
                  <a:lnTo>
                    <a:pt x="51214" y="28575"/>
                  </a:lnTo>
                  <a:lnTo>
                    <a:pt x="52404" y="26193"/>
                  </a:lnTo>
                  <a:lnTo>
                    <a:pt x="52404" y="16668"/>
                  </a:lnTo>
                  <a:lnTo>
                    <a:pt x="50024" y="10795"/>
                  </a:lnTo>
                  <a:lnTo>
                    <a:pt x="45245" y="7143"/>
                  </a:lnTo>
                  <a:lnTo>
                    <a:pt x="41672" y="2381"/>
                  </a:lnTo>
                  <a:lnTo>
                    <a:pt x="3452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0" name="Google Shape;370;p102"/>
          <p:cNvGrpSpPr/>
          <p:nvPr/>
        </p:nvGrpSpPr>
        <p:grpSpPr>
          <a:xfrm>
            <a:off x="2319822" y="4492726"/>
            <a:ext cx="225372" cy="152393"/>
            <a:chOff x="3132622" y="3756126"/>
            <a:chExt cx="225372" cy="152393"/>
          </a:xfrm>
        </p:grpSpPr>
        <p:sp>
          <p:nvSpPr>
            <p:cNvPr id="371" name="Google Shape;371;p102"/>
            <p:cNvSpPr/>
            <p:nvPr/>
          </p:nvSpPr>
          <p:spPr>
            <a:xfrm>
              <a:off x="3132622" y="3793109"/>
              <a:ext cx="41910" cy="114300"/>
            </a:xfrm>
            <a:custGeom>
              <a:rect b="b" l="l" r="r" t="t"/>
              <a:pathLst>
                <a:path extrusionOk="0" h="114300" w="41910">
                  <a:moveTo>
                    <a:pt x="41687" y="0"/>
                  </a:moveTo>
                  <a:lnTo>
                    <a:pt x="33337" y="0"/>
                  </a:lnTo>
                  <a:lnTo>
                    <a:pt x="30954" y="4762"/>
                  </a:lnTo>
                  <a:lnTo>
                    <a:pt x="26193" y="10636"/>
                  </a:lnTo>
                  <a:lnTo>
                    <a:pt x="20239" y="15397"/>
                  </a:lnTo>
                  <a:lnTo>
                    <a:pt x="15477" y="20161"/>
                  </a:lnTo>
                  <a:lnTo>
                    <a:pt x="8333" y="24922"/>
                  </a:lnTo>
                  <a:lnTo>
                    <a:pt x="0" y="28575"/>
                  </a:lnTo>
                  <a:lnTo>
                    <a:pt x="0" y="41592"/>
                  </a:lnTo>
                  <a:lnTo>
                    <a:pt x="4761" y="40481"/>
                  </a:lnTo>
                  <a:lnTo>
                    <a:pt x="9525" y="38100"/>
                  </a:lnTo>
                  <a:lnTo>
                    <a:pt x="15477" y="34447"/>
                  </a:lnTo>
                  <a:lnTo>
                    <a:pt x="20239" y="32067"/>
                  </a:lnTo>
                  <a:lnTo>
                    <a:pt x="25002" y="28575"/>
                  </a:lnTo>
                  <a:lnTo>
                    <a:pt x="28575" y="2492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2" name="Google Shape;372;p102"/>
            <p:cNvPicPr preferRelativeResize="0"/>
            <p:nvPr/>
          </p:nvPicPr>
          <p:blipFill rotWithShape="1">
            <a:blip r:embed="rId17">
              <a:alphaModFix/>
            </a:blip>
            <a:srcRect b="0" l="0" r="0" t="0"/>
            <a:stretch/>
          </p:blipFill>
          <p:spPr>
            <a:xfrm>
              <a:off x="3210030" y="3793109"/>
              <a:ext cx="75025" cy="115410"/>
            </a:xfrm>
            <a:prstGeom prst="rect">
              <a:avLst/>
            </a:prstGeom>
            <a:noFill/>
            <a:ln>
              <a:noFill/>
            </a:ln>
          </p:spPr>
        </p:pic>
        <p:sp>
          <p:nvSpPr>
            <p:cNvPr id="373" name="Google Shape;373;p102"/>
            <p:cNvSpPr/>
            <p:nvPr/>
          </p:nvSpPr>
          <p:spPr>
            <a:xfrm>
              <a:off x="3305289" y="3756126"/>
              <a:ext cx="52705" cy="81280"/>
            </a:xfrm>
            <a:custGeom>
              <a:rect b="b" l="l" r="r" t="t"/>
              <a:pathLst>
                <a:path extrusionOk="0" h="81279" w="52704">
                  <a:moveTo>
                    <a:pt x="52412" y="51269"/>
                  </a:moveTo>
                  <a:lnTo>
                    <a:pt x="51219" y="47625"/>
                  </a:lnTo>
                  <a:lnTo>
                    <a:pt x="47625" y="44132"/>
                  </a:lnTo>
                  <a:lnTo>
                    <a:pt x="46075" y="41744"/>
                  </a:lnTo>
                  <a:lnTo>
                    <a:pt x="45250" y="40474"/>
                  </a:lnTo>
                  <a:lnTo>
                    <a:pt x="41681" y="38100"/>
                  </a:lnTo>
                  <a:lnTo>
                    <a:pt x="36918" y="36982"/>
                  </a:lnTo>
                  <a:lnTo>
                    <a:pt x="40487" y="35712"/>
                  </a:lnTo>
                  <a:lnTo>
                    <a:pt x="42151" y="34607"/>
                  </a:lnTo>
                  <a:lnTo>
                    <a:pt x="44056" y="33337"/>
                  </a:lnTo>
                  <a:lnTo>
                    <a:pt x="45250" y="29845"/>
                  </a:lnTo>
                  <a:lnTo>
                    <a:pt x="47625" y="27457"/>
                  </a:lnTo>
                  <a:lnTo>
                    <a:pt x="47625" y="14287"/>
                  </a:lnTo>
                  <a:lnTo>
                    <a:pt x="45250" y="10795"/>
                  </a:lnTo>
                  <a:lnTo>
                    <a:pt x="43700" y="8407"/>
                  </a:lnTo>
                  <a:lnTo>
                    <a:pt x="42862" y="7137"/>
                  </a:lnTo>
                  <a:lnTo>
                    <a:pt x="40487" y="4762"/>
                  </a:lnTo>
                  <a:lnTo>
                    <a:pt x="36918" y="3644"/>
                  </a:lnTo>
                  <a:lnTo>
                    <a:pt x="33337" y="1270"/>
                  </a:lnTo>
                  <a:lnTo>
                    <a:pt x="28575" y="0"/>
                  </a:lnTo>
                  <a:lnTo>
                    <a:pt x="19050" y="0"/>
                  </a:lnTo>
                  <a:lnTo>
                    <a:pt x="13106" y="2374"/>
                  </a:lnTo>
                  <a:lnTo>
                    <a:pt x="9525" y="6032"/>
                  </a:lnTo>
                  <a:lnTo>
                    <a:pt x="4762" y="9525"/>
                  </a:lnTo>
                  <a:lnTo>
                    <a:pt x="2387" y="14287"/>
                  </a:lnTo>
                  <a:lnTo>
                    <a:pt x="1193" y="21424"/>
                  </a:lnTo>
                  <a:lnTo>
                    <a:pt x="10718" y="22694"/>
                  </a:lnTo>
                  <a:lnTo>
                    <a:pt x="11912" y="17932"/>
                  </a:lnTo>
                  <a:lnTo>
                    <a:pt x="13106" y="14287"/>
                  </a:lnTo>
                  <a:lnTo>
                    <a:pt x="17856" y="9525"/>
                  </a:lnTo>
                  <a:lnTo>
                    <a:pt x="21437" y="8407"/>
                  </a:lnTo>
                  <a:lnTo>
                    <a:pt x="28575" y="8407"/>
                  </a:lnTo>
                  <a:lnTo>
                    <a:pt x="32156" y="9525"/>
                  </a:lnTo>
                  <a:lnTo>
                    <a:pt x="36918" y="14287"/>
                  </a:lnTo>
                  <a:lnTo>
                    <a:pt x="38100" y="16662"/>
                  </a:lnTo>
                  <a:lnTo>
                    <a:pt x="38100" y="25082"/>
                  </a:lnTo>
                  <a:lnTo>
                    <a:pt x="36918" y="28575"/>
                  </a:lnTo>
                  <a:lnTo>
                    <a:pt x="29768" y="33337"/>
                  </a:lnTo>
                  <a:lnTo>
                    <a:pt x="26200" y="34607"/>
                  </a:lnTo>
                  <a:lnTo>
                    <a:pt x="21437" y="34607"/>
                  </a:lnTo>
                  <a:lnTo>
                    <a:pt x="20243" y="33337"/>
                  </a:lnTo>
                  <a:lnTo>
                    <a:pt x="19050" y="42862"/>
                  </a:lnTo>
                  <a:lnTo>
                    <a:pt x="21437" y="41744"/>
                  </a:lnTo>
                  <a:lnTo>
                    <a:pt x="30962" y="41744"/>
                  </a:lnTo>
                  <a:lnTo>
                    <a:pt x="34531" y="42862"/>
                  </a:lnTo>
                  <a:lnTo>
                    <a:pt x="40487" y="48895"/>
                  </a:lnTo>
                  <a:lnTo>
                    <a:pt x="41681" y="52387"/>
                  </a:lnTo>
                  <a:lnTo>
                    <a:pt x="41681" y="61912"/>
                  </a:lnTo>
                  <a:lnTo>
                    <a:pt x="40487" y="65557"/>
                  </a:lnTo>
                  <a:lnTo>
                    <a:pt x="36918" y="69049"/>
                  </a:lnTo>
                  <a:lnTo>
                    <a:pt x="29768" y="73812"/>
                  </a:lnTo>
                  <a:lnTo>
                    <a:pt x="21437" y="73812"/>
                  </a:lnTo>
                  <a:lnTo>
                    <a:pt x="17856" y="72707"/>
                  </a:lnTo>
                  <a:lnTo>
                    <a:pt x="13106" y="67945"/>
                  </a:lnTo>
                  <a:lnTo>
                    <a:pt x="10718" y="63182"/>
                  </a:lnTo>
                  <a:lnTo>
                    <a:pt x="9525" y="58420"/>
                  </a:lnTo>
                  <a:lnTo>
                    <a:pt x="0" y="59524"/>
                  </a:lnTo>
                  <a:lnTo>
                    <a:pt x="0" y="65557"/>
                  </a:lnTo>
                  <a:lnTo>
                    <a:pt x="3568" y="71437"/>
                  </a:lnTo>
                  <a:lnTo>
                    <a:pt x="8331" y="75082"/>
                  </a:lnTo>
                  <a:lnTo>
                    <a:pt x="11912" y="79844"/>
                  </a:lnTo>
                  <a:lnTo>
                    <a:pt x="17856" y="80962"/>
                  </a:lnTo>
                  <a:lnTo>
                    <a:pt x="33337" y="80962"/>
                  </a:lnTo>
                  <a:lnTo>
                    <a:pt x="39293" y="78574"/>
                  </a:lnTo>
                  <a:lnTo>
                    <a:pt x="44056" y="73812"/>
                  </a:lnTo>
                  <a:lnTo>
                    <a:pt x="50025" y="69049"/>
                  </a:lnTo>
                  <a:lnTo>
                    <a:pt x="52412" y="63182"/>
                  </a:lnTo>
                  <a:lnTo>
                    <a:pt x="52412" y="51269"/>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74" name="Google Shape;374;p102"/>
          <p:cNvGrpSpPr/>
          <p:nvPr/>
        </p:nvGrpSpPr>
        <p:grpSpPr>
          <a:xfrm>
            <a:off x="2319822" y="4162836"/>
            <a:ext cx="223888" cy="152400"/>
            <a:chOff x="3132622" y="3426236"/>
            <a:chExt cx="223888" cy="152400"/>
          </a:xfrm>
        </p:grpSpPr>
        <p:sp>
          <p:nvSpPr>
            <p:cNvPr id="375" name="Google Shape;375;p102"/>
            <p:cNvSpPr/>
            <p:nvPr/>
          </p:nvSpPr>
          <p:spPr>
            <a:xfrm>
              <a:off x="3132622" y="3463226"/>
              <a:ext cx="41910" cy="114300"/>
            </a:xfrm>
            <a:custGeom>
              <a:rect b="b" l="l" r="r" t="t"/>
              <a:pathLst>
                <a:path extrusionOk="0" h="114300" w="41910">
                  <a:moveTo>
                    <a:pt x="41687" y="0"/>
                  </a:moveTo>
                  <a:lnTo>
                    <a:pt x="33337" y="0"/>
                  </a:lnTo>
                  <a:lnTo>
                    <a:pt x="30954" y="4761"/>
                  </a:lnTo>
                  <a:lnTo>
                    <a:pt x="15477" y="20159"/>
                  </a:lnTo>
                  <a:lnTo>
                    <a:pt x="8333" y="24922"/>
                  </a:lnTo>
                  <a:lnTo>
                    <a:pt x="0" y="28575"/>
                  </a:lnTo>
                  <a:lnTo>
                    <a:pt x="0" y="41591"/>
                  </a:lnTo>
                  <a:lnTo>
                    <a:pt x="4761" y="40479"/>
                  </a:lnTo>
                  <a:lnTo>
                    <a:pt x="9525" y="38100"/>
                  </a:lnTo>
                  <a:lnTo>
                    <a:pt x="15477" y="34447"/>
                  </a:lnTo>
                  <a:lnTo>
                    <a:pt x="20239" y="30954"/>
                  </a:lnTo>
                  <a:lnTo>
                    <a:pt x="25002" y="28575"/>
                  </a:lnTo>
                  <a:lnTo>
                    <a:pt x="28575" y="2492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6" name="Google Shape;376;p102"/>
            <p:cNvPicPr preferRelativeResize="0"/>
            <p:nvPr/>
          </p:nvPicPr>
          <p:blipFill rotWithShape="1">
            <a:blip r:embed="rId18">
              <a:alphaModFix/>
            </a:blip>
            <a:srcRect b="0" l="0" r="0" t="0"/>
            <a:stretch/>
          </p:blipFill>
          <p:spPr>
            <a:xfrm>
              <a:off x="3210030" y="3426236"/>
              <a:ext cx="146480" cy="152400"/>
            </a:xfrm>
            <a:prstGeom prst="rect">
              <a:avLst/>
            </a:prstGeom>
            <a:noFill/>
            <a:ln>
              <a:noFill/>
            </a:ln>
          </p:spPr>
        </p:pic>
      </p:grpSp>
      <p:grpSp>
        <p:nvGrpSpPr>
          <p:cNvPr id="377" name="Google Shape;377;p102"/>
          <p:cNvGrpSpPr/>
          <p:nvPr/>
        </p:nvGrpSpPr>
        <p:grpSpPr>
          <a:xfrm>
            <a:off x="2319822" y="3832955"/>
            <a:ext cx="225381" cy="151287"/>
            <a:chOff x="3132622" y="3096355"/>
            <a:chExt cx="225381" cy="151287"/>
          </a:xfrm>
        </p:grpSpPr>
        <p:sp>
          <p:nvSpPr>
            <p:cNvPr id="378" name="Google Shape;378;p102"/>
            <p:cNvSpPr/>
            <p:nvPr/>
          </p:nvSpPr>
          <p:spPr>
            <a:xfrm>
              <a:off x="3132622" y="3132072"/>
              <a:ext cx="41910" cy="114300"/>
            </a:xfrm>
            <a:custGeom>
              <a:rect b="b" l="l" r="r" t="t"/>
              <a:pathLst>
                <a:path extrusionOk="0" h="114300" w="41910">
                  <a:moveTo>
                    <a:pt x="41687" y="0"/>
                  </a:moveTo>
                  <a:lnTo>
                    <a:pt x="33337" y="0"/>
                  </a:lnTo>
                  <a:lnTo>
                    <a:pt x="30954" y="4762"/>
                  </a:lnTo>
                  <a:lnTo>
                    <a:pt x="15477" y="20320"/>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9" name="Google Shape;379;p102"/>
            <p:cNvPicPr preferRelativeResize="0"/>
            <p:nvPr/>
          </p:nvPicPr>
          <p:blipFill rotWithShape="1">
            <a:blip r:embed="rId19">
              <a:alphaModFix/>
            </a:blip>
            <a:srcRect b="0" l="0" r="0" t="0"/>
            <a:stretch/>
          </p:blipFill>
          <p:spPr>
            <a:xfrm>
              <a:off x="3210030" y="3132072"/>
              <a:ext cx="75025" cy="115570"/>
            </a:xfrm>
            <a:prstGeom prst="rect">
              <a:avLst/>
            </a:prstGeom>
            <a:noFill/>
            <a:ln>
              <a:noFill/>
            </a:ln>
          </p:spPr>
        </p:pic>
        <p:sp>
          <p:nvSpPr>
            <p:cNvPr id="380" name="Google Shape;380;p102"/>
            <p:cNvSpPr/>
            <p:nvPr/>
          </p:nvSpPr>
          <p:spPr>
            <a:xfrm>
              <a:off x="3305298" y="3096355"/>
              <a:ext cx="52705" cy="80010"/>
            </a:xfrm>
            <a:custGeom>
              <a:rect b="b" l="l" r="r" t="t"/>
              <a:pathLst>
                <a:path extrusionOk="0" h="80010" w="52704">
                  <a:moveTo>
                    <a:pt x="48832" y="0"/>
                  </a:moveTo>
                  <a:lnTo>
                    <a:pt x="9525" y="0"/>
                  </a:lnTo>
                  <a:lnTo>
                    <a:pt x="1189" y="40481"/>
                  </a:lnTo>
                  <a:lnTo>
                    <a:pt x="10714" y="41751"/>
                  </a:lnTo>
                  <a:lnTo>
                    <a:pt x="11906" y="39368"/>
                  </a:lnTo>
                  <a:lnTo>
                    <a:pt x="19050" y="35717"/>
                  </a:lnTo>
                  <a:lnTo>
                    <a:pt x="22622" y="34606"/>
                  </a:lnTo>
                  <a:lnTo>
                    <a:pt x="29766" y="34606"/>
                  </a:lnTo>
                  <a:lnTo>
                    <a:pt x="34528" y="35717"/>
                  </a:lnTo>
                  <a:lnTo>
                    <a:pt x="36910" y="39368"/>
                  </a:lnTo>
                  <a:lnTo>
                    <a:pt x="40482" y="42861"/>
                  </a:lnTo>
                  <a:lnTo>
                    <a:pt x="41672" y="46512"/>
                  </a:lnTo>
                  <a:lnTo>
                    <a:pt x="41672" y="58420"/>
                  </a:lnTo>
                  <a:lnTo>
                    <a:pt x="40482" y="63181"/>
                  </a:lnTo>
                  <a:lnTo>
                    <a:pt x="36910" y="66675"/>
                  </a:lnTo>
                  <a:lnTo>
                    <a:pt x="34528" y="70326"/>
                  </a:lnTo>
                  <a:lnTo>
                    <a:pt x="29766" y="71436"/>
                  </a:lnTo>
                  <a:lnTo>
                    <a:pt x="21431" y="71436"/>
                  </a:lnTo>
                  <a:lnTo>
                    <a:pt x="17858" y="70326"/>
                  </a:lnTo>
                  <a:lnTo>
                    <a:pt x="13097" y="65562"/>
                  </a:lnTo>
                  <a:lnTo>
                    <a:pt x="10714" y="61911"/>
                  </a:lnTo>
                  <a:lnTo>
                    <a:pt x="10714" y="57150"/>
                  </a:lnTo>
                  <a:lnTo>
                    <a:pt x="0" y="57150"/>
                  </a:lnTo>
                  <a:lnTo>
                    <a:pt x="0" y="64292"/>
                  </a:lnTo>
                  <a:lnTo>
                    <a:pt x="3571" y="70326"/>
                  </a:lnTo>
                  <a:lnTo>
                    <a:pt x="7142" y="73817"/>
                  </a:lnTo>
                  <a:lnTo>
                    <a:pt x="11906" y="77468"/>
                  </a:lnTo>
                  <a:lnTo>
                    <a:pt x="17858" y="79851"/>
                  </a:lnTo>
                  <a:lnTo>
                    <a:pt x="34528" y="79851"/>
                  </a:lnTo>
                  <a:lnTo>
                    <a:pt x="41672" y="76200"/>
                  </a:lnTo>
                  <a:lnTo>
                    <a:pt x="46436" y="70326"/>
                  </a:lnTo>
                  <a:lnTo>
                    <a:pt x="50024" y="65562"/>
                  </a:lnTo>
                  <a:lnTo>
                    <a:pt x="52405" y="58420"/>
                  </a:lnTo>
                  <a:lnTo>
                    <a:pt x="52405" y="44131"/>
                  </a:lnTo>
                  <a:lnTo>
                    <a:pt x="50024" y="38100"/>
                  </a:lnTo>
                  <a:lnTo>
                    <a:pt x="40482" y="28575"/>
                  </a:lnTo>
                  <a:lnTo>
                    <a:pt x="34528" y="26192"/>
                  </a:lnTo>
                  <a:lnTo>
                    <a:pt x="22622" y="26192"/>
                  </a:lnTo>
                  <a:lnTo>
                    <a:pt x="17858" y="27304"/>
                  </a:lnTo>
                  <a:lnTo>
                    <a:pt x="13097" y="30956"/>
                  </a:lnTo>
                  <a:lnTo>
                    <a:pt x="16668" y="9525"/>
                  </a:lnTo>
                  <a:lnTo>
                    <a:pt x="48832" y="9525"/>
                  </a:lnTo>
                  <a:lnTo>
                    <a:pt x="4883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1" name="Google Shape;381;p102"/>
          <p:cNvGrpSpPr/>
          <p:nvPr/>
        </p:nvGrpSpPr>
        <p:grpSpPr>
          <a:xfrm>
            <a:off x="2319822" y="3503078"/>
            <a:ext cx="225486" cy="152393"/>
            <a:chOff x="3132622" y="2766478"/>
            <a:chExt cx="225486" cy="152393"/>
          </a:xfrm>
        </p:grpSpPr>
        <p:sp>
          <p:nvSpPr>
            <p:cNvPr id="382" name="Google Shape;382;p102"/>
            <p:cNvSpPr/>
            <p:nvPr/>
          </p:nvSpPr>
          <p:spPr>
            <a:xfrm>
              <a:off x="3132622" y="2803301"/>
              <a:ext cx="41910" cy="114935"/>
            </a:xfrm>
            <a:custGeom>
              <a:rect b="b" l="l" r="r" t="t"/>
              <a:pathLst>
                <a:path extrusionOk="0" h="114935" w="41910">
                  <a:moveTo>
                    <a:pt x="41687" y="0"/>
                  </a:moveTo>
                  <a:lnTo>
                    <a:pt x="33337" y="0"/>
                  </a:lnTo>
                  <a:lnTo>
                    <a:pt x="30954" y="4762"/>
                  </a:lnTo>
                  <a:lnTo>
                    <a:pt x="15477" y="20320"/>
                  </a:lnTo>
                  <a:lnTo>
                    <a:pt x="8333" y="25082"/>
                  </a:lnTo>
                  <a:lnTo>
                    <a:pt x="0" y="28733"/>
                  </a:lnTo>
                  <a:lnTo>
                    <a:pt x="0" y="41751"/>
                  </a:lnTo>
                  <a:lnTo>
                    <a:pt x="4761" y="40640"/>
                  </a:lnTo>
                  <a:lnTo>
                    <a:pt x="9525" y="38258"/>
                  </a:lnTo>
                  <a:lnTo>
                    <a:pt x="15477" y="34607"/>
                  </a:lnTo>
                  <a:lnTo>
                    <a:pt x="20239" y="32226"/>
                  </a:lnTo>
                  <a:lnTo>
                    <a:pt x="25002" y="28733"/>
                  </a:lnTo>
                  <a:lnTo>
                    <a:pt x="28575" y="25082"/>
                  </a:lnTo>
                  <a:lnTo>
                    <a:pt x="28575" y="114458"/>
                  </a:lnTo>
                  <a:lnTo>
                    <a:pt x="41687" y="114458"/>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83" name="Google Shape;383;p102"/>
            <p:cNvPicPr preferRelativeResize="0"/>
            <p:nvPr/>
          </p:nvPicPr>
          <p:blipFill rotWithShape="1">
            <a:blip r:embed="rId20">
              <a:alphaModFix/>
            </a:blip>
            <a:srcRect b="0" l="0" r="0" t="0"/>
            <a:stretch/>
          </p:blipFill>
          <p:spPr>
            <a:xfrm>
              <a:off x="3210030" y="2803301"/>
              <a:ext cx="75025" cy="115570"/>
            </a:xfrm>
            <a:prstGeom prst="rect">
              <a:avLst/>
            </a:prstGeom>
            <a:noFill/>
            <a:ln>
              <a:noFill/>
            </a:ln>
          </p:spPr>
        </p:pic>
        <p:sp>
          <p:nvSpPr>
            <p:cNvPr id="384" name="Google Shape;384;p102"/>
            <p:cNvSpPr/>
            <p:nvPr/>
          </p:nvSpPr>
          <p:spPr>
            <a:xfrm>
              <a:off x="3305403" y="2766478"/>
              <a:ext cx="52705" cy="81280"/>
            </a:xfrm>
            <a:custGeom>
              <a:rect b="b" l="l" r="r" t="t"/>
              <a:pathLst>
                <a:path extrusionOk="0" h="81280" w="52704">
                  <a:moveTo>
                    <a:pt x="52298" y="46355"/>
                  </a:moveTo>
                  <a:lnTo>
                    <a:pt x="49911" y="40474"/>
                  </a:lnTo>
                  <a:lnTo>
                    <a:pt x="46253" y="36830"/>
                  </a:lnTo>
                  <a:lnTo>
                    <a:pt x="41567" y="32143"/>
                  </a:lnTo>
                  <a:lnTo>
                    <a:pt x="41567" y="48729"/>
                  </a:lnTo>
                  <a:lnTo>
                    <a:pt x="41567" y="60794"/>
                  </a:lnTo>
                  <a:lnTo>
                    <a:pt x="40373" y="64287"/>
                  </a:lnTo>
                  <a:lnTo>
                    <a:pt x="36804" y="67945"/>
                  </a:lnTo>
                  <a:lnTo>
                    <a:pt x="34417" y="71437"/>
                  </a:lnTo>
                  <a:lnTo>
                    <a:pt x="30848" y="72707"/>
                  </a:lnTo>
                  <a:lnTo>
                    <a:pt x="21323" y="72707"/>
                  </a:lnTo>
                  <a:lnTo>
                    <a:pt x="18935" y="70319"/>
                  </a:lnTo>
                  <a:lnTo>
                    <a:pt x="16560" y="69049"/>
                  </a:lnTo>
                  <a:lnTo>
                    <a:pt x="14173" y="66675"/>
                  </a:lnTo>
                  <a:lnTo>
                    <a:pt x="12992" y="63182"/>
                  </a:lnTo>
                  <a:lnTo>
                    <a:pt x="11798" y="60794"/>
                  </a:lnTo>
                  <a:lnTo>
                    <a:pt x="10604" y="57150"/>
                  </a:lnTo>
                  <a:lnTo>
                    <a:pt x="10604" y="48729"/>
                  </a:lnTo>
                  <a:lnTo>
                    <a:pt x="11798" y="45237"/>
                  </a:lnTo>
                  <a:lnTo>
                    <a:pt x="15367" y="41592"/>
                  </a:lnTo>
                  <a:lnTo>
                    <a:pt x="16992" y="39204"/>
                  </a:lnTo>
                  <a:lnTo>
                    <a:pt x="17754" y="38100"/>
                  </a:lnTo>
                  <a:lnTo>
                    <a:pt x="22517" y="36830"/>
                  </a:lnTo>
                  <a:lnTo>
                    <a:pt x="30848" y="36830"/>
                  </a:lnTo>
                  <a:lnTo>
                    <a:pt x="34417" y="38100"/>
                  </a:lnTo>
                  <a:lnTo>
                    <a:pt x="36804" y="41592"/>
                  </a:lnTo>
                  <a:lnTo>
                    <a:pt x="40373" y="45237"/>
                  </a:lnTo>
                  <a:lnTo>
                    <a:pt x="41567" y="48729"/>
                  </a:lnTo>
                  <a:lnTo>
                    <a:pt x="41567" y="32143"/>
                  </a:lnTo>
                  <a:lnTo>
                    <a:pt x="40373" y="30949"/>
                  </a:lnTo>
                  <a:lnTo>
                    <a:pt x="34417" y="28575"/>
                  </a:lnTo>
                  <a:lnTo>
                    <a:pt x="21323" y="28575"/>
                  </a:lnTo>
                  <a:lnTo>
                    <a:pt x="17754" y="30949"/>
                  </a:lnTo>
                  <a:lnTo>
                    <a:pt x="14173" y="32067"/>
                  </a:lnTo>
                  <a:lnTo>
                    <a:pt x="11798" y="35712"/>
                  </a:lnTo>
                  <a:lnTo>
                    <a:pt x="9410" y="39204"/>
                  </a:lnTo>
                  <a:lnTo>
                    <a:pt x="9410" y="30949"/>
                  </a:lnTo>
                  <a:lnTo>
                    <a:pt x="10604" y="24917"/>
                  </a:lnTo>
                  <a:lnTo>
                    <a:pt x="11798" y="20154"/>
                  </a:lnTo>
                  <a:lnTo>
                    <a:pt x="15367" y="13017"/>
                  </a:lnTo>
                  <a:lnTo>
                    <a:pt x="18935" y="10629"/>
                  </a:lnTo>
                  <a:lnTo>
                    <a:pt x="21323" y="8255"/>
                  </a:lnTo>
                  <a:lnTo>
                    <a:pt x="30848" y="8255"/>
                  </a:lnTo>
                  <a:lnTo>
                    <a:pt x="34417" y="9525"/>
                  </a:lnTo>
                  <a:lnTo>
                    <a:pt x="39179" y="14287"/>
                  </a:lnTo>
                  <a:lnTo>
                    <a:pt x="40373" y="16662"/>
                  </a:lnTo>
                  <a:lnTo>
                    <a:pt x="40373" y="20154"/>
                  </a:lnTo>
                  <a:lnTo>
                    <a:pt x="49911" y="19050"/>
                  </a:lnTo>
                  <a:lnTo>
                    <a:pt x="49911" y="13017"/>
                  </a:lnTo>
                  <a:lnTo>
                    <a:pt x="47510" y="8255"/>
                  </a:lnTo>
                  <a:lnTo>
                    <a:pt x="42748" y="4762"/>
                  </a:lnTo>
                  <a:lnTo>
                    <a:pt x="39179" y="1104"/>
                  </a:lnTo>
                  <a:lnTo>
                    <a:pt x="34417" y="0"/>
                  </a:lnTo>
                  <a:lnTo>
                    <a:pt x="18935" y="0"/>
                  </a:lnTo>
                  <a:lnTo>
                    <a:pt x="88" y="38100"/>
                  </a:lnTo>
                  <a:lnTo>
                    <a:pt x="0" y="45237"/>
                  </a:lnTo>
                  <a:lnTo>
                    <a:pt x="330" y="52235"/>
                  </a:lnTo>
                  <a:lnTo>
                    <a:pt x="18935" y="80962"/>
                  </a:lnTo>
                  <a:lnTo>
                    <a:pt x="32042" y="80962"/>
                  </a:lnTo>
                  <a:lnTo>
                    <a:pt x="35610" y="79844"/>
                  </a:lnTo>
                  <a:lnTo>
                    <a:pt x="39179" y="77470"/>
                  </a:lnTo>
                  <a:lnTo>
                    <a:pt x="43942" y="75082"/>
                  </a:lnTo>
                  <a:lnTo>
                    <a:pt x="46329" y="72707"/>
                  </a:lnTo>
                  <a:lnTo>
                    <a:pt x="51104" y="63182"/>
                  </a:lnTo>
                  <a:lnTo>
                    <a:pt x="52298" y="59524"/>
                  </a:lnTo>
                  <a:lnTo>
                    <a:pt x="52298" y="46355"/>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5" name="Google Shape;385;p102"/>
          <p:cNvGrpSpPr/>
          <p:nvPr/>
        </p:nvGrpSpPr>
        <p:grpSpPr>
          <a:xfrm>
            <a:off x="2319822" y="3173190"/>
            <a:ext cx="225381" cy="151287"/>
            <a:chOff x="3132622" y="2436590"/>
            <a:chExt cx="225381" cy="151287"/>
          </a:xfrm>
        </p:grpSpPr>
        <p:sp>
          <p:nvSpPr>
            <p:cNvPr id="386" name="Google Shape;386;p102"/>
            <p:cNvSpPr/>
            <p:nvPr/>
          </p:nvSpPr>
          <p:spPr>
            <a:xfrm>
              <a:off x="3132622" y="2472307"/>
              <a:ext cx="41910" cy="113664"/>
            </a:xfrm>
            <a:custGeom>
              <a:rect b="b" l="l" r="r" t="t"/>
              <a:pathLst>
                <a:path extrusionOk="0" h="113664" w="41910">
                  <a:moveTo>
                    <a:pt x="41687" y="0"/>
                  </a:moveTo>
                  <a:lnTo>
                    <a:pt x="33337" y="0"/>
                  </a:lnTo>
                  <a:lnTo>
                    <a:pt x="30954" y="4762"/>
                  </a:lnTo>
                  <a:lnTo>
                    <a:pt x="26193" y="9525"/>
                  </a:lnTo>
                  <a:lnTo>
                    <a:pt x="20239" y="14287"/>
                  </a:lnTo>
                  <a:lnTo>
                    <a:pt x="15477" y="20161"/>
                  </a:lnTo>
                  <a:lnTo>
                    <a:pt x="8333" y="24923"/>
                  </a:lnTo>
                  <a:lnTo>
                    <a:pt x="0" y="28573"/>
                  </a:lnTo>
                  <a:lnTo>
                    <a:pt x="0" y="41592"/>
                  </a:lnTo>
                  <a:lnTo>
                    <a:pt x="4761" y="40481"/>
                  </a:lnTo>
                  <a:lnTo>
                    <a:pt x="9525" y="38100"/>
                  </a:lnTo>
                  <a:lnTo>
                    <a:pt x="15477" y="34448"/>
                  </a:lnTo>
                  <a:lnTo>
                    <a:pt x="25002" y="27303"/>
                  </a:lnTo>
                  <a:lnTo>
                    <a:pt x="28575" y="24923"/>
                  </a:lnTo>
                  <a:lnTo>
                    <a:pt x="28575" y="113188"/>
                  </a:lnTo>
                  <a:lnTo>
                    <a:pt x="41687" y="113188"/>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87" name="Google Shape;387;p102"/>
            <p:cNvPicPr preferRelativeResize="0"/>
            <p:nvPr/>
          </p:nvPicPr>
          <p:blipFill rotWithShape="1">
            <a:blip r:embed="rId21">
              <a:alphaModFix/>
            </a:blip>
            <a:srcRect b="0" l="0" r="0" t="0"/>
            <a:stretch/>
          </p:blipFill>
          <p:spPr>
            <a:xfrm>
              <a:off x="3210030" y="2472307"/>
              <a:ext cx="75025" cy="115570"/>
            </a:xfrm>
            <a:prstGeom prst="rect">
              <a:avLst/>
            </a:prstGeom>
            <a:noFill/>
            <a:ln>
              <a:noFill/>
            </a:ln>
          </p:spPr>
        </p:pic>
        <p:sp>
          <p:nvSpPr>
            <p:cNvPr id="388" name="Google Shape;388;p102"/>
            <p:cNvSpPr/>
            <p:nvPr/>
          </p:nvSpPr>
          <p:spPr>
            <a:xfrm>
              <a:off x="3305298" y="2436590"/>
              <a:ext cx="52705" cy="78740"/>
            </a:xfrm>
            <a:custGeom>
              <a:rect b="b" l="l" r="r" t="t"/>
              <a:pathLst>
                <a:path extrusionOk="0" h="78739" w="52704">
                  <a:moveTo>
                    <a:pt x="52405" y="0"/>
                  </a:moveTo>
                  <a:lnTo>
                    <a:pt x="0" y="0"/>
                  </a:lnTo>
                  <a:lnTo>
                    <a:pt x="0" y="9525"/>
                  </a:lnTo>
                  <a:lnTo>
                    <a:pt x="39291" y="9525"/>
                  </a:lnTo>
                  <a:lnTo>
                    <a:pt x="34528" y="14287"/>
                  </a:lnTo>
                  <a:lnTo>
                    <a:pt x="17468" y="48952"/>
                  </a:lnTo>
                  <a:lnTo>
                    <a:pt x="11906" y="71437"/>
                  </a:lnTo>
                  <a:lnTo>
                    <a:pt x="11906" y="78581"/>
                  </a:lnTo>
                  <a:lnTo>
                    <a:pt x="21431" y="78581"/>
                  </a:lnTo>
                  <a:lnTo>
                    <a:pt x="22622" y="70167"/>
                  </a:lnTo>
                  <a:lnTo>
                    <a:pt x="25003" y="55880"/>
                  </a:lnTo>
                  <a:lnTo>
                    <a:pt x="44204" y="16906"/>
                  </a:lnTo>
                  <a:lnTo>
                    <a:pt x="52405" y="7142"/>
                  </a:lnTo>
                  <a:lnTo>
                    <a:pt x="52405"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89" name="Google Shape;389;p102"/>
          <p:cNvGrpSpPr/>
          <p:nvPr/>
        </p:nvGrpSpPr>
        <p:grpSpPr>
          <a:xfrm>
            <a:off x="2319822" y="2843313"/>
            <a:ext cx="225372" cy="152392"/>
            <a:chOff x="3132622" y="2106713"/>
            <a:chExt cx="225372" cy="152392"/>
          </a:xfrm>
        </p:grpSpPr>
        <p:sp>
          <p:nvSpPr>
            <p:cNvPr id="390" name="Google Shape;390;p102"/>
            <p:cNvSpPr/>
            <p:nvPr/>
          </p:nvSpPr>
          <p:spPr>
            <a:xfrm>
              <a:off x="3132622" y="2143536"/>
              <a:ext cx="41910" cy="114935"/>
            </a:xfrm>
            <a:custGeom>
              <a:rect b="b" l="l" r="r" t="t"/>
              <a:pathLst>
                <a:path extrusionOk="0" h="114935" w="41910">
                  <a:moveTo>
                    <a:pt x="41687" y="0"/>
                  </a:moveTo>
                  <a:lnTo>
                    <a:pt x="33337" y="0"/>
                  </a:lnTo>
                  <a:lnTo>
                    <a:pt x="30954" y="4762"/>
                  </a:lnTo>
                  <a:lnTo>
                    <a:pt x="26193" y="9525"/>
                  </a:lnTo>
                  <a:lnTo>
                    <a:pt x="20239" y="14287"/>
                  </a:lnTo>
                  <a:lnTo>
                    <a:pt x="15477" y="20319"/>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458"/>
                  </a:lnTo>
                  <a:lnTo>
                    <a:pt x="41687" y="114458"/>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91" name="Google Shape;391;p102"/>
            <p:cNvPicPr preferRelativeResize="0"/>
            <p:nvPr/>
          </p:nvPicPr>
          <p:blipFill rotWithShape="1">
            <a:blip r:embed="rId22">
              <a:alphaModFix/>
            </a:blip>
            <a:srcRect b="0" l="0" r="0" t="0"/>
            <a:stretch/>
          </p:blipFill>
          <p:spPr>
            <a:xfrm>
              <a:off x="3210030" y="2143536"/>
              <a:ext cx="75025" cy="115569"/>
            </a:xfrm>
            <a:prstGeom prst="rect">
              <a:avLst/>
            </a:prstGeom>
            <a:noFill/>
            <a:ln>
              <a:noFill/>
            </a:ln>
          </p:spPr>
        </p:pic>
        <p:sp>
          <p:nvSpPr>
            <p:cNvPr id="392" name="Google Shape;392;p102"/>
            <p:cNvSpPr/>
            <p:nvPr/>
          </p:nvSpPr>
          <p:spPr>
            <a:xfrm>
              <a:off x="3305289" y="2106713"/>
              <a:ext cx="52705" cy="81280"/>
            </a:xfrm>
            <a:custGeom>
              <a:rect b="b" l="l" r="r" t="t"/>
              <a:pathLst>
                <a:path extrusionOk="0" h="81280" w="52704">
                  <a:moveTo>
                    <a:pt x="52412" y="52387"/>
                  </a:moveTo>
                  <a:lnTo>
                    <a:pt x="51219" y="47625"/>
                  </a:lnTo>
                  <a:lnTo>
                    <a:pt x="48831" y="43967"/>
                  </a:lnTo>
                  <a:lnTo>
                    <a:pt x="45250" y="40474"/>
                  </a:lnTo>
                  <a:lnTo>
                    <a:pt x="41681" y="38100"/>
                  </a:lnTo>
                  <a:lnTo>
                    <a:pt x="41681" y="52387"/>
                  </a:lnTo>
                  <a:lnTo>
                    <a:pt x="41681" y="61912"/>
                  </a:lnTo>
                  <a:lnTo>
                    <a:pt x="40487" y="65405"/>
                  </a:lnTo>
                  <a:lnTo>
                    <a:pt x="34531" y="71437"/>
                  </a:lnTo>
                  <a:lnTo>
                    <a:pt x="30962" y="72542"/>
                  </a:lnTo>
                  <a:lnTo>
                    <a:pt x="20243" y="72542"/>
                  </a:lnTo>
                  <a:lnTo>
                    <a:pt x="17856" y="70167"/>
                  </a:lnTo>
                  <a:lnTo>
                    <a:pt x="15481" y="69049"/>
                  </a:lnTo>
                  <a:lnTo>
                    <a:pt x="13106" y="66675"/>
                  </a:lnTo>
                  <a:lnTo>
                    <a:pt x="9525" y="59524"/>
                  </a:lnTo>
                  <a:lnTo>
                    <a:pt x="9525" y="52387"/>
                  </a:lnTo>
                  <a:lnTo>
                    <a:pt x="10718" y="48729"/>
                  </a:lnTo>
                  <a:lnTo>
                    <a:pt x="14287" y="45237"/>
                  </a:lnTo>
                  <a:lnTo>
                    <a:pt x="16675" y="41592"/>
                  </a:lnTo>
                  <a:lnTo>
                    <a:pt x="21437" y="40474"/>
                  </a:lnTo>
                  <a:lnTo>
                    <a:pt x="30962" y="40474"/>
                  </a:lnTo>
                  <a:lnTo>
                    <a:pt x="34531" y="41592"/>
                  </a:lnTo>
                  <a:lnTo>
                    <a:pt x="36918" y="45237"/>
                  </a:lnTo>
                  <a:lnTo>
                    <a:pt x="40487" y="48729"/>
                  </a:lnTo>
                  <a:lnTo>
                    <a:pt x="41681" y="52387"/>
                  </a:lnTo>
                  <a:lnTo>
                    <a:pt x="41681" y="38100"/>
                  </a:lnTo>
                  <a:lnTo>
                    <a:pt x="36918" y="36830"/>
                  </a:lnTo>
                  <a:lnTo>
                    <a:pt x="44056" y="33337"/>
                  </a:lnTo>
                  <a:lnTo>
                    <a:pt x="44881" y="32067"/>
                  </a:lnTo>
                  <a:lnTo>
                    <a:pt x="46443" y="29679"/>
                  </a:lnTo>
                  <a:lnTo>
                    <a:pt x="47625" y="27305"/>
                  </a:lnTo>
                  <a:lnTo>
                    <a:pt x="48831" y="23812"/>
                  </a:lnTo>
                  <a:lnTo>
                    <a:pt x="48831" y="14287"/>
                  </a:lnTo>
                  <a:lnTo>
                    <a:pt x="46443" y="9525"/>
                  </a:lnTo>
                  <a:lnTo>
                    <a:pt x="44107" y="7137"/>
                  </a:lnTo>
                  <a:lnTo>
                    <a:pt x="39293" y="2311"/>
                  </a:lnTo>
                  <a:lnTo>
                    <a:pt x="39293" y="16662"/>
                  </a:lnTo>
                  <a:lnTo>
                    <a:pt x="39293" y="23812"/>
                  </a:lnTo>
                  <a:lnTo>
                    <a:pt x="38100" y="26187"/>
                  </a:lnTo>
                  <a:lnTo>
                    <a:pt x="33337" y="30949"/>
                  </a:lnTo>
                  <a:lnTo>
                    <a:pt x="29768" y="32067"/>
                  </a:lnTo>
                  <a:lnTo>
                    <a:pt x="22631" y="32067"/>
                  </a:lnTo>
                  <a:lnTo>
                    <a:pt x="19050" y="30949"/>
                  </a:lnTo>
                  <a:lnTo>
                    <a:pt x="14287" y="26187"/>
                  </a:lnTo>
                  <a:lnTo>
                    <a:pt x="13106" y="23812"/>
                  </a:lnTo>
                  <a:lnTo>
                    <a:pt x="13106" y="16662"/>
                  </a:lnTo>
                  <a:lnTo>
                    <a:pt x="14287" y="14287"/>
                  </a:lnTo>
                  <a:lnTo>
                    <a:pt x="16675" y="10629"/>
                  </a:lnTo>
                  <a:lnTo>
                    <a:pt x="19050" y="8255"/>
                  </a:lnTo>
                  <a:lnTo>
                    <a:pt x="22631" y="7137"/>
                  </a:lnTo>
                  <a:lnTo>
                    <a:pt x="29768" y="7137"/>
                  </a:lnTo>
                  <a:lnTo>
                    <a:pt x="32156" y="8255"/>
                  </a:lnTo>
                  <a:lnTo>
                    <a:pt x="38100" y="14287"/>
                  </a:lnTo>
                  <a:lnTo>
                    <a:pt x="39293" y="16662"/>
                  </a:lnTo>
                  <a:lnTo>
                    <a:pt x="39293" y="2311"/>
                  </a:lnTo>
                  <a:lnTo>
                    <a:pt x="38100" y="1104"/>
                  </a:lnTo>
                  <a:lnTo>
                    <a:pt x="32156" y="0"/>
                  </a:lnTo>
                  <a:lnTo>
                    <a:pt x="19050" y="0"/>
                  </a:lnTo>
                  <a:lnTo>
                    <a:pt x="13106" y="1104"/>
                  </a:lnTo>
                  <a:lnTo>
                    <a:pt x="9525" y="5867"/>
                  </a:lnTo>
                  <a:lnTo>
                    <a:pt x="4762" y="9525"/>
                  </a:lnTo>
                  <a:lnTo>
                    <a:pt x="2387" y="14287"/>
                  </a:lnTo>
                  <a:lnTo>
                    <a:pt x="2387" y="23812"/>
                  </a:lnTo>
                  <a:lnTo>
                    <a:pt x="3568" y="27305"/>
                  </a:lnTo>
                  <a:lnTo>
                    <a:pt x="5956" y="29679"/>
                  </a:lnTo>
                  <a:lnTo>
                    <a:pt x="8331" y="33337"/>
                  </a:lnTo>
                  <a:lnTo>
                    <a:pt x="15481" y="36830"/>
                  </a:lnTo>
                  <a:lnTo>
                    <a:pt x="9525" y="38100"/>
                  </a:lnTo>
                  <a:lnTo>
                    <a:pt x="5956" y="40474"/>
                  </a:lnTo>
                  <a:lnTo>
                    <a:pt x="1193" y="47625"/>
                  </a:lnTo>
                  <a:lnTo>
                    <a:pt x="0" y="51117"/>
                  </a:lnTo>
                  <a:lnTo>
                    <a:pt x="0" y="63017"/>
                  </a:lnTo>
                  <a:lnTo>
                    <a:pt x="2387" y="69049"/>
                  </a:lnTo>
                  <a:lnTo>
                    <a:pt x="11912" y="78574"/>
                  </a:lnTo>
                  <a:lnTo>
                    <a:pt x="17856" y="80962"/>
                  </a:lnTo>
                  <a:lnTo>
                    <a:pt x="33337" y="80962"/>
                  </a:lnTo>
                  <a:lnTo>
                    <a:pt x="40487" y="78574"/>
                  </a:lnTo>
                  <a:lnTo>
                    <a:pt x="46532" y="72542"/>
                  </a:lnTo>
                  <a:lnTo>
                    <a:pt x="50025" y="69049"/>
                  </a:lnTo>
                  <a:lnTo>
                    <a:pt x="52412" y="63017"/>
                  </a:lnTo>
                  <a:lnTo>
                    <a:pt x="52412" y="523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3" name="Google Shape;393;p102"/>
          <p:cNvGrpSpPr/>
          <p:nvPr/>
        </p:nvGrpSpPr>
        <p:grpSpPr>
          <a:xfrm>
            <a:off x="2319822" y="2513431"/>
            <a:ext cx="225372" cy="152394"/>
            <a:chOff x="3132622" y="1776831"/>
            <a:chExt cx="225372" cy="152394"/>
          </a:xfrm>
        </p:grpSpPr>
        <p:sp>
          <p:nvSpPr>
            <p:cNvPr id="394" name="Google Shape;394;p102"/>
            <p:cNvSpPr/>
            <p:nvPr/>
          </p:nvSpPr>
          <p:spPr>
            <a:xfrm>
              <a:off x="3132622" y="1813655"/>
              <a:ext cx="41910" cy="113664"/>
            </a:xfrm>
            <a:custGeom>
              <a:rect b="b" l="l" r="r" t="t"/>
              <a:pathLst>
                <a:path extrusionOk="0" h="113664" w="4191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95" name="Google Shape;395;p102"/>
            <p:cNvPicPr preferRelativeResize="0"/>
            <p:nvPr/>
          </p:nvPicPr>
          <p:blipFill rotWithShape="1">
            <a:blip r:embed="rId23">
              <a:alphaModFix/>
            </a:blip>
            <a:srcRect b="0" l="0" r="0" t="0"/>
            <a:stretch/>
          </p:blipFill>
          <p:spPr>
            <a:xfrm>
              <a:off x="3210030" y="1813655"/>
              <a:ext cx="75025" cy="115570"/>
            </a:xfrm>
            <a:prstGeom prst="rect">
              <a:avLst/>
            </a:prstGeom>
            <a:noFill/>
            <a:ln>
              <a:noFill/>
            </a:ln>
          </p:spPr>
        </p:pic>
        <p:sp>
          <p:nvSpPr>
            <p:cNvPr id="396" name="Google Shape;396;p102"/>
            <p:cNvSpPr/>
            <p:nvPr/>
          </p:nvSpPr>
          <p:spPr>
            <a:xfrm>
              <a:off x="3305289" y="1776831"/>
              <a:ext cx="52705" cy="81280"/>
            </a:xfrm>
            <a:custGeom>
              <a:rect b="b" l="l" r="r" t="t"/>
              <a:pathLst>
                <a:path extrusionOk="0" h="81280" w="52704">
                  <a:moveTo>
                    <a:pt x="52412" y="28575"/>
                  </a:moveTo>
                  <a:lnTo>
                    <a:pt x="51219" y="20154"/>
                  </a:lnTo>
                  <a:lnTo>
                    <a:pt x="46443" y="10629"/>
                  </a:lnTo>
                  <a:lnTo>
                    <a:pt x="43815" y="7137"/>
                  </a:lnTo>
                  <a:lnTo>
                    <a:pt x="42862" y="5867"/>
                  </a:lnTo>
                  <a:lnTo>
                    <a:pt x="41681" y="5092"/>
                  </a:lnTo>
                  <a:lnTo>
                    <a:pt x="41681" y="20154"/>
                  </a:lnTo>
                  <a:lnTo>
                    <a:pt x="41681" y="30949"/>
                  </a:lnTo>
                  <a:lnTo>
                    <a:pt x="39293" y="35712"/>
                  </a:lnTo>
                  <a:lnTo>
                    <a:pt x="36918" y="39204"/>
                  </a:lnTo>
                  <a:lnTo>
                    <a:pt x="34531" y="41592"/>
                  </a:lnTo>
                  <a:lnTo>
                    <a:pt x="29768" y="43967"/>
                  </a:lnTo>
                  <a:lnTo>
                    <a:pt x="21437" y="43967"/>
                  </a:lnTo>
                  <a:lnTo>
                    <a:pt x="14287" y="39204"/>
                  </a:lnTo>
                  <a:lnTo>
                    <a:pt x="9525" y="32067"/>
                  </a:lnTo>
                  <a:lnTo>
                    <a:pt x="9525" y="21424"/>
                  </a:lnTo>
                  <a:lnTo>
                    <a:pt x="11912" y="16662"/>
                  </a:lnTo>
                  <a:lnTo>
                    <a:pt x="14287" y="13017"/>
                  </a:lnTo>
                  <a:lnTo>
                    <a:pt x="17856" y="9525"/>
                  </a:lnTo>
                  <a:lnTo>
                    <a:pt x="21437" y="7137"/>
                  </a:lnTo>
                  <a:lnTo>
                    <a:pt x="29768" y="7137"/>
                  </a:lnTo>
                  <a:lnTo>
                    <a:pt x="33337" y="9525"/>
                  </a:lnTo>
                  <a:lnTo>
                    <a:pt x="39293" y="15392"/>
                  </a:lnTo>
                  <a:lnTo>
                    <a:pt x="41681" y="20154"/>
                  </a:lnTo>
                  <a:lnTo>
                    <a:pt x="41681" y="5092"/>
                  </a:lnTo>
                  <a:lnTo>
                    <a:pt x="39293" y="3492"/>
                  </a:lnTo>
                  <a:lnTo>
                    <a:pt x="34531" y="1104"/>
                  </a:lnTo>
                  <a:lnTo>
                    <a:pt x="29768" y="0"/>
                  </a:lnTo>
                  <a:lnTo>
                    <a:pt x="17856" y="0"/>
                  </a:lnTo>
                  <a:lnTo>
                    <a:pt x="11912" y="2374"/>
                  </a:lnTo>
                  <a:lnTo>
                    <a:pt x="2387" y="11899"/>
                  </a:lnTo>
                  <a:lnTo>
                    <a:pt x="0" y="17780"/>
                  </a:lnTo>
                  <a:lnTo>
                    <a:pt x="0" y="34442"/>
                  </a:lnTo>
                  <a:lnTo>
                    <a:pt x="2387" y="40474"/>
                  </a:lnTo>
                  <a:lnTo>
                    <a:pt x="7150" y="45237"/>
                  </a:lnTo>
                  <a:lnTo>
                    <a:pt x="10718" y="49999"/>
                  </a:lnTo>
                  <a:lnTo>
                    <a:pt x="16675" y="52387"/>
                  </a:lnTo>
                  <a:lnTo>
                    <a:pt x="27393" y="52387"/>
                  </a:lnTo>
                  <a:lnTo>
                    <a:pt x="30962" y="51117"/>
                  </a:lnTo>
                  <a:lnTo>
                    <a:pt x="34531" y="49999"/>
                  </a:lnTo>
                  <a:lnTo>
                    <a:pt x="38100" y="47625"/>
                  </a:lnTo>
                  <a:lnTo>
                    <a:pt x="40487" y="45237"/>
                  </a:lnTo>
                  <a:lnTo>
                    <a:pt x="41313" y="43967"/>
                  </a:lnTo>
                  <a:lnTo>
                    <a:pt x="42862" y="41592"/>
                  </a:lnTo>
                  <a:lnTo>
                    <a:pt x="42862" y="47625"/>
                  </a:lnTo>
                  <a:lnTo>
                    <a:pt x="41681" y="52387"/>
                  </a:lnTo>
                  <a:lnTo>
                    <a:pt x="40487" y="55880"/>
                  </a:lnTo>
                  <a:lnTo>
                    <a:pt x="40487" y="59524"/>
                  </a:lnTo>
                  <a:lnTo>
                    <a:pt x="39293" y="63017"/>
                  </a:lnTo>
                  <a:lnTo>
                    <a:pt x="36918" y="65405"/>
                  </a:lnTo>
                  <a:lnTo>
                    <a:pt x="35725" y="67779"/>
                  </a:lnTo>
                  <a:lnTo>
                    <a:pt x="33337" y="69049"/>
                  </a:lnTo>
                  <a:lnTo>
                    <a:pt x="32156" y="70167"/>
                  </a:lnTo>
                  <a:lnTo>
                    <a:pt x="29768" y="72542"/>
                  </a:lnTo>
                  <a:lnTo>
                    <a:pt x="20243" y="72542"/>
                  </a:lnTo>
                  <a:lnTo>
                    <a:pt x="17856" y="71437"/>
                  </a:lnTo>
                  <a:lnTo>
                    <a:pt x="15481" y="70167"/>
                  </a:lnTo>
                  <a:lnTo>
                    <a:pt x="13106" y="67779"/>
                  </a:lnTo>
                  <a:lnTo>
                    <a:pt x="10718" y="60642"/>
                  </a:lnTo>
                  <a:lnTo>
                    <a:pt x="1193" y="60642"/>
                  </a:lnTo>
                  <a:lnTo>
                    <a:pt x="2387" y="66675"/>
                  </a:lnTo>
                  <a:lnTo>
                    <a:pt x="4762" y="72542"/>
                  </a:lnTo>
                  <a:lnTo>
                    <a:pt x="8331" y="74930"/>
                  </a:lnTo>
                  <a:lnTo>
                    <a:pt x="11912" y="78574"/>
                  </a:lnTo>
                  <a:lnTo>
                    <a:pt x="17856" y="80962"/>
                  </a:lnTo>
                  <a:lnTo>
                    <a:pt x="29768" y="80962"/>
                  </a:lnTo>
                  <a:lnTo>
                    <a:pt x="52412" y="47625"/>
                  </a:lnTo>
                  <a:lnTo>
                    <a:pt x="52412" y="41592"/>
                  </a:lnTo>
                  <a:lnTo>
                    <a:pt x="52412" y="28575"/>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7" name="Google Shape;397;p102"/>
          <p:cNvSpPr/>
          <p:nvPr/>
        </p:nvSpPr>
        <p:spPr>
          <a:xfrm>
            <a:off x="1662138" y="3940746"/>
            <a:ext cx="161290" cy="643255"/>
          </a:xfrm>
          <a:custGeom>
            <a:rect b="b" l="l" r="r" t="t"/>
            <a:pathLst>
              <a:path extrusionOk="0" h="643254" w="161289">
                <a:moveTo>
                  <a:pt x="125031" y="526415"/>
                </a:moveTo>
                <a:lnTo>
                  <a:pt x="72644" y="547839"/>
                </a:lnTo>
                <a:lnTo>
                  <a:pt x="72644" y="564515"/>
                </a:lnTo>
                <a:lnTo>
                  <a:pt x="72644" y="607377"/>
                </a:lnTo>
                <a:lnTo>
                  <a:pt x="36906" y="593090"/>
                </a:lnTo>
                <a:lnTo>
                  <a:pt x="20231" y="588327"/>
                </a:lnTo>
                <a:lnTo>
                  <a:pt x="13106" y="587057"/>
                </a:lnTo>
                <a:lnTo>
                  <a:pt x="18173" y="585241"/>
                </a:lnTo>
                <a:lnTo>
                  <a:pt x="24257" y="583196"/>
                </a:lnTo>
                <a:lnTo>
                  <a:pt x="31013" y="580707"/>
                </a:lnTo>
                <a:lnTo>
                  <a:pt x="38100" y="577532"/>
                </a:lnTo>
                <a:lnTo>
                  <a:pt x="72644" y="564515"/>
                </a:lnTo>
                <a:lnTo>
                  <a:pt x="72644" y="547839"/>
                </a:lnTo>
                <a:lnTo>
                  <a:pt x="0" y="577532"/>
                </a:lnTo>
                <a:lnTo>
                  <a:pt x="0" y="595477"/>
                </a:lnTo>
                <a:lnTo>
                  <a:pt x="125031" y="643102"/>
                </a:lnTo>
                <a:lnTo>
                  <a:pt x="125031" y="625157"/>
                </a:lnTo>
                <a:lnTo>
                  <a:pt x="86931" y="612140"/>
                </a:lnTo>
                <a:lnTo>
                  <a:pt x="86931" y="607377"/>
                </a:lnTo>
                <a:lnTo>
                  <a:pt x="86931" y="559752"/>
                </a:lnTo>
                <a:lnTo>
                  <a:pt x="125031" y="545465"/>
                </a:lnTo>
                <a:lnTo>
                  <a:pt x="125031" y="526415"/>
                </a:lnTo>
                <a:close/>
              </a:path>
              <a:path extrusionOk="0" h="643254" w="161289">
                <a:moveTo>
                  <a:pt x="125031" y="475145"/>
                </a:moveTo>
                <a:lnTo>
                  <a:pt x="33337" y="441807"/>
                </a:lnTo>
                <a:lnTo>
                  <a:pt x="33337" y="457365"/>
                </a:lnTo>
                <a:lnTo>
                  <a:pt x="89319" y="477520"/>
                </a:lnTo>
                <a:lnTo>
                  <a:pt x="96456" y="479907"/>
                </a:lnTo>
                <a:lnTo>
                  <a:pt x="105981" y="482282"/>
                </a:lnTo>
                <a:lnTo>
                  <a:pt x="94081" y="487045"/>
                </a:lnTo>
                <a:lnTo>
                  <a:pt x="88125" y="488315"/>
                </a:lnTo>
                <a:lnTo>
                  <a:pt x="33337" y="508482"/>
                </a:lnTo>
                <a:lnTo>
                  <a:pt x="33337" y="524040"/>
                </a:lnTo>
                <a:lnTo>
                  <a:pt x="125031" y="489432"/>
                </a:lnTo>
                <a:lnTo>
                  <a:pt x="125031" y="475145"/>
                </a:lnTo>
                <a:close/>
              </a:path>
              <a:path extrusionOk="0" h="643254" w="161289">
                <a:moveTo>
                  <a:pt x="125031" y="315595"/>
                </a:moveTo>
                <a:lnTo>
                  <a:pt x="70269" y="315595"/>
                </a:lnTo>
                <a:lnTo>
                  <a:pt x="59550" y="313220"/>
                </a:lnTo>
                <a:lnTo>
                  <a:pt x="55981" y="311950"/>
                </a:lnTo>
                <a:lnTo>
                  <a:pt x="52387" y="309562"/>
                </a:lnTo>
                <a:lnTo>
                  <a:pt x="51206" y="307187"/>
                </a:lnTo>
                <a:lnTo>
                  <a:pt x="48818" y="304800"/>
                </a:lnTo>
                <a:lnTo>
                  <a:pt x="47625" y="301307"/>
                </a:lnTo>
                <a:lnTo>
                  <a:pt x="47625" y="294170"/>
                </a:lnTo>
                <a:lnTo>
                  <a:pt x="48818" y="290512"/>
                </a:lnTo>
                <a:lnTo>
                  <a:pt x="51206" y="287020"/>
                </a:lnTo>
                <a:lnTo>
                  <a:pt x="36906" y="280987"/>
                </a:lnTo>
                <a:lnTo>
                  <a:pt x="33337" y="287020"/>
                </a:lnTo>
                <a:lnTo>
                  <a:pt x="32156" y="291782"/>
                </a:lnTo>
                <a:lnTo>
                  <a:pt x="32156" y="301307"/>
                </a:lnTo>
                <a:lnTo>
                  <a:pt x="33337" y="303695"/>
                </a:lnTo>
                <a:lnTo>
                  <a:pt x="34531" y="307187"/>
                </a:lnTo>
                <a:lnTo>
                  <a:pt x="36906" y="310832"/>
                </a:lnTo>
                <a:lnTo>
                  <a:pt x="41681" y="313220"/>
                </a:lnTo>
                <a:lnTo>
                  <a:pt x="47625" y="316712"/>
                </a:lnTo>
                <a:lnTo>
                  <a:pt x="33337" y="316712"/>
                </a:lnTo>
                <a:lnTo>
                  <a:pt x="33337" y="331000"/>
                </a:lnTo>
                <a:lnTo>
                  <a:pt x="125031" y="331000"/>
                </a:lnTo>
                <a:lnTo>
                  <a:pt x="125031" y="315595"/>
                </a:lnTo>
                <a:close/>
              </a:path>
              <a:path extrusionOk="0" h="643254" w="161289">
                <a:moveTo>
                  <a:pt x="126225" y="389420"/>
                </a:moveTo>
                <a:lnTo>
                  <a:pt x="107175" y="352425"/>
                </a:lnTo>
                <a:lnTo>
                  <a:pt x="97650" y="350050"/>
                </a:lnTo>
                <a:lnTo>
                  <a:pt x="95275" y="365607"/>
                </a:lnTo>
                <a:lnTo>
                  <a:pt x="102412" y="367982"/>
                </a:lnTo>
                <a:lnTo>
                  <a:pt x="107175" y="371475"/>
                </a:lnTo>
                <a:lnTo>
                  <a:pt x="109562" y="375132"/>
                </a:lnTo>
                <a:lnTo>
                  <a:pt x="111937" y="378625"/>
                </a:lnTo>
                <a:lnTo>
                  <a:pt x="114325" y="383387"/>
                </a:lnTo>
                <a:lnTo>
                  <a:pt x="114325" y="397675"/>
                </a:lnTo>
                <a:lnTo>
                  <a:pt x="110744" y="403707"/>
                </a:lnTo>
                <a:lnTo>
                  <a:pt x="101219" y="413232"/>
                </a:lnTo>
                <a:lnTo>
                  <a:pt x="92887" y="416877"/>
                </a:lnTo>
                <a:lnTo>
                  <a:pt x="83362" y="416877"/>
                </a:lnTo>
                <a:lnTo>
                  <a:pt x="83362" y="415607"/>
                </a:lnTo>
                <a:lnTo>
                  <a:pt x="83362" y="348932"/>
                </a:lnTo>
                <a:lnTo>
                  <a:pt x="78600" y="348932"/>
                </a:lnTo>
                <a:lnTo>
                  <a:pt x="70269" y="349643"/>
                </a:lnTo>
                <a:lnTo>
                  <a:pt x="70269" y="365607"/>
                </a:lnTo>
                <a:lnTo>
                  <a:pt x="70269" y="415607"/>
                </a:lnTo>
                <a:lnTo>
                  <a:pt x="63119" y="415607"/>
                </a:lnTo>
                <a:lnTo>
                  <a:pt x="55981" y="413232"/>
                </a:lnTo>
                <a:lnTo>
                  <a:pt x="46443" y="403707"/>
                </a:lnTo>
                <a:lnTo>
                  <a:pt x="44056" y="397675"/>
                </a:lnTo>
                <a:lnTo>
                  <a:pt x="44056" y="382270"/>
                </a:lnTo>
                <a:lnTo>
                  <a:pt x="47625" y="376237"/>
                </a:lnTo>
                <a:lnTo>
                  <a:pt x="53594" y="371475"/>
                </a:lnTo>
                <a:lnTo>
                  <a:pt x="57175" y="367982"/>
                </a:lnTo>
                <a:lnTo>
                  <a:pt x="63119" y="366712"/>
                </a:lnTo>
                <a:lnTo>
                  <a:pt x="70269" y="365607"/>
                </a:lnTo>
                <a:lnTo>
                  <a:pt x="70269" y="349643"/>
                </a:lnTo>
                <a:lnTo>
                  <a:pt x="34975" y="373900"/>
                </a:lnTo>
                <a:lnTo>
                  <a:pt x="32156" y="390525"/>
                </a:lnTo>
                <a:lnTo>
                  <a:pt x="32715" y="397675"/>
                </a:lnTo>
                <a:lnTo>
                  <a:pt x="32842" y="399237"/>
                </a:lnTo>
                <a:lnTo>
                  <a:pt x="59245" y="429641"/>
                </a:lnTo>
                <a:lnTo>
                  <a:pt x="79794" y="432282"/>
                </a:lnTo>
                <a:lnTo>
                  <a:pt x="90551" y="431622"/>
                </a:lnTo>
                <a:lnTo>
                  <a:pt x="99733" y="429641"/>
                </a:lnTo>
                <a:lnTo>
                  <a:pt x="107581" y="426326"/>
                </a:lnTo>
                <a:lnTo>
                  <a:pt x="114325" y="421640"/>
                </a:lnTo>
                <a:lnTo>
                  <a:pt x="118110" y="416877"/>
                </a:lnTo>
                <a:lnTo>
                  <a:pt x="119697" y="414896"/>
                </a:lnTo>
                <a:lnTo>
                  <a:pt x="123405" y="407263"/>
                </a:lnTo>
                <a:lnTo>
                  <a:pt x="125412" y="399237"/>
                </a:lnTo>
                <a:lnTo>
                  <a:pt x="125539" y="398767"/>
                </a:lnTo>
                <a:lnTo>
                  <a:pt x="126136" y="390525"/>
                </a:lnTo>
                <a:lnTo>
                  <a:pt x="126225" y="389420"/>
                </a:lnTo>
                <a:close/>
              </a:path>
              <a:path extrusionOk="0" h="643254" w="161289">
                <a:moveTo>
                  <a:pt x="126225" y="240512"/>
                </a:moveTo>
                <a:lnTo>
                  <a:pt x="114325" y="214680"/>
                </a:lnTo>
                <a:lnTo>
                  <a:pt x="114325" y="237020"/>
                </a:lnTo>
                <a:lnTo>
                  <a:pt x="114325" y="248920"/>
                </a:lnTo>
                <a:lnTo>
                  <a:pt x="113131" y="253682"/>
                </a:lnTo>
                <a:lnTo>
                  <a:pt x="110744" y="257175"/>
                </a:lnTo>
                <a:lnTo>
                  <a:pt x="107175" y="259562"/>
                </a:lnTo>
                <a:lnTo>
                  <a:pt x="104800" y="260832"/>
                </a:lnTo>
                <a:lnTo>
                  <a:pt x="95275" y="260832"/>
                </a:lnTo>
                <a:lnTo>
                  <a:pt x="92887" y="259562"/>
                </a:lnTo>
                <a:lnTo>
                  <a:pt x="90512" y="257175"/>
                </a:lnTo>
                <a:lnTo>
                  <a:pt x="89319" y="256070"/>
                </a:lnTo>
                <a:lnTo>
                  <a:pt x="88125" y="253682"/>
                </a:lnTo>
                <a:lnTo>
                  <a:pt x="86931" y="250037"/>
                </a:lnTo>
                <a:lnTo>
                  <a:pt x="85750" y="246545"/>
                </a:lnTo>
                <a:lnTo>
                  <a:pt x="84556" y="239395"/>
                </a:lnTo>
                <a:lnTo>
                  <a:pt x="83451" y="231775"/>
                </a:lnTo>
                <a:lnTo>
                  <a:pt x="82029" y="225069"/>
                </a:lnTo>
                <a:lnTo>
                  <a:pt x="80416" y="219481"/>
                </a:lnTo>
                <a:lnTo>
                  <a:pt x="80302" y="219075"/>
                </a:lnTo>
                <a:lnTo>
                  <a:pt x="78600" y="214312"/>
                </a:lnTo>
                <a:lnTo>
                  <a:pt x="91694" y="214312"/>
                </a:lnTo>
                <a:lnTo>
                  <a:pt x="114325" y="237020"/>
                </a:lnTo>
                <a:lnTo>
                  <a:pt x="114325" y="214680"/>
                </a:lnTo>
                <a:lnTo>
                  <a:pt x="114020" y="214312"/>
                </a:lnTo>
                <a:lnTo>
                  <a:pt x="113131" y="213207"/>
                </a:lnTo>
                <a:lnTo>
                  <a:pt x="117894" y="213207"/>
                </a:lnTo>
                <a:lnTo>
                  <a:pt x="121462" y="211937"/>
                </a:lnTo>
                <a:lnTo>
                  <a:pt x="125031" y="210820"/>
                </a:lnTo>
                <a:lnTo>
                  <a:pt x="125031" y="194157"/>
                </a:lnTo>
                <a:lnTo>
                  <a:pt x="121462" y="196532"/>
                </a:lnTo>
                <a:lnTo>
                  <a:pt x="117894" y="197650"/>
                </a:lnTo>
                <a:lnTo>
                  <a:pt x="113131" y="197650"/>
                </a:lnTo>
                <a:lnTo>
                  <a:pt x="109537" y="198386"/>
                </a:lnTo>
                <a:lnTo>
                  <a:pt x="104051" y="198755"/>
                </a:lnTo>
                <a:lnTo>
                  <a:pt x="95110" y="198920"/>
                </a:lnTo>
                <a:lnTo>
                  <a:pt x="54787" y="198920"/>
                </a:lnTo>
                <a:lnTo>
                  <a:pt x="52387" y="200025"/>
                </a:lnTo>
                <a:lnTo>
                  <a:pt x="32156" y="241782"/>
                </a:lnTo>
                <a:lnTo>
                  <a:pt x="33337" y="248920"/>
                </a:lnTo>
                <a:lnTo>
                  <a:pt x="34531" y="254800"/>
                </a:lnTo>
                <a:lnTo>
                  <a:pt x="36906" y="260832"/>
                </a:lnTo>
                <a:lnTo>
                  <a:pt x="40487" y="265595"/>
                </a:lnTo>
                <a:lnTo>
                  <a:pt x="44056" y="267970"/>
                </a:lnTo>
                <a:lnTo>
                  <a:pt x="47625" y="271462"/>
                </a:lnTo>
                <a:lnTo>
                  <a:pt x="53594" y="273850"/>
                </a:lnTo>
                <a:lnTo>
                  <a:pt x="59550" y="275120"/>
                </a:lnTo>
                <a:lnTo>
                  <a:pt x="61937" y="259562"/>
                </a:lnTo>
                <a:lnTo>
                  <a:pt x="55981" y="258445"/>
                </a:lnTo>
                <a:lnTo>
                  <a:pt x="51206" y="256070"/>
                </a:lnTo>
                <a:lnTo>
                  <a:pt x="48818" y="252412"/>
                </a:lnTo>
                <a:lnTo>
                  <a:pt x="46443" y="248920"/>
                </a:lnTo>
                <a:lnTo>
                  <a:pt x="44056" y="244157"/>
                </a:lnTo>
                <a:lnTo>
                  <a:pt x="44056" y="228600"/>
                </a:lnTo>
                <a:lnTo>
                  <a:pt x="46443" y="222732"/>
                </a:lnTo>
                <a:lnTo>
                  <a:pt x="50012" y="219075"/>
                </a:lnTo>
                <a:lnTo>
                  <a:pt x="52387" y="215582"/>
                </a:lnTo>
                <a:lnTo>
                  <a:pt x="57175" y="214312"/>
                </a:lnTo>
                <a:lnTo>
                  <a:pt x="66700" y="214312"/>
                </a:lnTo>
                <a:lnTo>
                  <a:pt x="68465" y="219481"/>
                </a:lnTo>
                <a:lnTo>
                  <a:pt x="70116" y="225844"/>
                </a:lnTo>
                <a:lnTo>
                  <a:pt x="71551" y="233311"/>
                </a:lnTo>
                <a:lnTo>
                  <a:pt x="72644" y="241782"/>
                </a:lnTo>
                <a:lnTo>
                  <a:pt x="72644" y="247650"/>
                </a:lnTo>
                <a:lnTo>
                  <a:pt x="73837" y="252412"/>
                </a:lnTo>
                <a:lnTo>
                  <a:pt x="75031" y="256070"/>
                </a:lnTo>
                <a:lnTo>
                  <a:pt x="76225" y="259562"/>
                </a:lnTo>
                <a:lnTo>
                  <a:pt x="77406" y="263207"/>
                </a:lnTo>
                <a:lnTo>
                  <a:pt x="79794" y="266700"/>
                </a:lnTo>
                <a:lnTo>
                  <a:pt x="82169" y="270357"/>
                </a:lnTo>
                <a:lnTo>
                  <a:pt x="84556" y="272732"/>
                </a:lnTo>
                <a:lnTo>
                  <a:pt x="88125" y="275120"/>
                </a:lnTo>
                <a:lnTo>
                  <a:pt x="91694" y="276225"/>
                </a:lnTo>
                <a:lnTo>
                  <a:pt x="96456" y="277495"/>
                </a:lnTo>
                <a:lnTo>
                  <a:pt x="108369" y="277495"/>
                </a:lnTo>
                <a:lnTo>
                  <a:pt x="114325" y="275120"/>
                </a:lnTo>
                <a:lnTo>
                  <a:pt x="119087" y="269087"/>
                </a:lnTo>
                <a:lnTo>
                  <a:pt x="123850" y="264325"/>
                </a:lnTo>
                <a:lnTo>
                  <a:pt x="125006" y="260832"/>
                </a:lnTo>
                <a:lnTo>
                  <a:pt x="126225" y="257175"/>
                </a:lnTo>
                <a:lnTo>
                  <a:pt x="126225" y="240512"/>
                </a:lnTo>
                <a:close/>
              </a:path>
              <a:path extrusionOk="0" h="643254" w="161289">
                <a:moveTo>
                  <a:pt x="126225" y="40487"/>
                </a:moveTo>
                <a:lnTo>
                  <a:pt x="110159" y="5359"/>
                </a:lnTo>
                <a:lnTo>
                  <a:pt x="97650" y="0"/>
                </a:lnTo>
                <a:lnTo>
                  <a:pt x="95275" y="16675"/>
                </a:lnTo>
                <a:lnTo>
                  <a:pt x="102412" y="19050"/>
                </a:lnTo>
                <a:lnTo>
                  <a:pt x="107175" y="21437"/>
                </a:lnTo>
                <a:lnTo>
                  <a:pt x="109562" y="26200"/>
                </a:lnTo>
                <a:lnTo>
                  <a:pt x="111937" y="29692"/>
                </a:lnTo>
                <a:lnTo>
                  <a:pt x="114325" y="34455"/>
                </a:lnTo>
                <a:lnTo>
                  <a:pt x="114325" y="47625"/>
                </a:lnTo>
                <a:lnTo>
                  <a:pt x="110744" y="53505"/>
                </a:lnTo>
                <a:lnTo>
                  <a:pt x="105981" y="59537"/>
                </a:lnTo>
                <a:lnTo>
                  <a:pt x="101219" y="64300"/>
                </a:lnTo>
                <a:lnTo>
                  <a:pt x="92887" y="66675"/>
                </a:lnTo>
                <a:lnTo>
                  <a:pt x="83362" y="67792"/>
                </a:lnTo>
                <a:lnTo>
                  <a:pt x="83362" y="66675"/>
                </a:lnTo>
                <a:lnTo>
                  <a:pt x="83362" y="0"/>
                </a:lnTo>
                <a:lnTo>
                  <a:pt x="78600" y="0"/>
                </a:lnTo>
                <a:lnTo>
                  <a:pt x="70269" y="546"/>
                </a:lnTo>
                <a:lnTo>
                  <a:pt x="70269" y="15405"/>
                </a:lnTo>
                <a:lnTo>
                  <a:pt x="70269" y="66675"/>
                </a:lnTo>
                <a:lnTo>
                  <a:pt x="63119" y="66675"/>
                </a:lnTo>
                <a:lnTo>
                  <a:pt x="55981" y="63030"/>
                </a:lnTo>
                <a:lnTo>
                  <a:pt x="46443" y="53505"/>
                </a:lnTo>
                <a:lnTo>
                  <a:pt x="44056" y="47625"/>
                </a:lnTo>
                <a:lnTo>
                  <a:pt x="44056" y="33337"/>
                </a:lnTo>
                <a:lnTo>
                  <a:pt x="70269" y="15405"/>
                </a:lnTo>
                <a:lnTo>
                  <a:pt x="70269" y="546"/>
                </a:lnTo>
                <a:lnTo>
                  <a:pt x="34975" y="24257"/>
                </a:lnTo>
                <a:lnTo>
                  <a:pt x="32156" y="40487"/>
                </a:lnTo>
                <a:lnTo>
                  <a:pt x="32842" y="49809"/>
                </a:lnTo>
                <a:lnTo>
                  <a:pt x="59245" y="80492"/>
                </a:lnTo>
                <a:lnTo>
                  <a:pt x="79794" y="83350"/>
                </a:lnTo>
                <a:lnTo>
                  <a:pt x="90551" y="82651"/>
                </a:lnTo>
                <a:lnTo>
                  <a:pt x="99733" y="80492"/>
                </a:lnTo>
                <a:lnTo>
                  <a:pt x="107581" y="76784"/>
                </a:lnTo>
                <a:lnTo>
                  <a:pt x="114325" y="71437"/>
                </a:lnTo>
                <a:lnTo>
                  <a:pt x="117576" y="67792"/>
                </a:lnTo>
                <a:lnTo>
                  <a:pt x="119697" y="65417"/>
                </a:lnTo>
                <a:lnTo>
                  <a:pt x="123405" y="58166"/>
                </a:lnTo>
                <a:lnTo>
                  <a:pt x="125539" y="49809"/>
                </a:lnTo>
                <a:lnTo>
                  <a:pt x="126225" y="40487"/>
                </a:lnTo>
                <a:close/>
              </a:path>
              <a:path extrusionOk="0" h="643254" w="161289">
                <a:moveTo>
                  <a:pt x="160769" y="133350"/>
                </a:moveTo>
                <a:lnTo>
                  <a:pt x="159588" y="126212"/>
                </a:lnTo>
                <a:lnTo>
                  <a:pt x="156006" y="119062"/>
                </a:lnTo>
                <a:lnTo>
                  <a:pt x="154559" y="116687"/>
                </a:lnTo>
                <a:lnTo>
                  <a:pt x="152438" y="113195"/>
                </a:lnTo>
                <a:lnTo>
                  <a:pt x="147675" y="108432"/>
                </a:lnTo>
                <a:lnTo>
                  <a:pt x="141706" y="106045"/>
                </a:lnTo>
                <a:lnTo>
                  <a:pt x="136550" y="103771"/>
                </a:lnTo>
                <a:lnTo>
                  <a:pt x="129946" y="102298"/>
                </a:lnTo>
                <a:lnTo>
                  <a:pt x="121780" y="101523"/>
                </a:lnTo>
                <a:lnTo>
                  <a:pt x="111937" y="101282"/>
                </a:lnTo>
                <a:lnTo>
                  <a:pt x="111937" y="133350"/>
                </a:lnTo>
                <a:lnTo>
                  <a:pt x="111937" y="147637"/>
                </a:lnTo>
                <a:lnTo>
                  <a:pt x="77393" y="165582"/>
                </a:lnTo>
                <a:lnTo>
                  <a:pt x="69824" y="165138"/>
                </a:lnTo>
                <a:lnTo>
                  <a:pt x="44056" y="147637"/>
                </a:lnTo>
                <a:lnTo>
                  <a:pt x="44056" y="133350"/>
                </a:lnTo>
                <a:lnTo>
                  <a:pt x="78600" y="115570"/>
                </a:lnTo>
                <a:lnTo>
                  <a:pt x="86360" y="116027"/>
                </a:lnTo>
                <a:lnTo>
                  <a:pt x="111937" y="133350"/>
                </a:lnTo>
                <a:lnTo>
                  <a:pt x="111937" y="101282"/>
                </a:lnTo>
                <a:lnTo>
                  <a:pt x="33337" y="101282"/>
                </a:lnTo>
                <a:lnTo>
                  <a:pt x="33337" y="115570"/>
                </a:lnTo>
                <a:lnTo>
                  <a:pt x="45250" y="115570"/>
                </a:lnTo>
                <a:lnTo>
                  <a:pt x="39179" y="121170"/>
                </a:lnTo>
                <a:lnTo>
                  <a:pt x="35128" y="127304"/>
                </a:lnTo>
                <a:lnTo>
                  <a:pt x="32842" y="134124"/>
                </a:lnTo>
                <a:lnTo>
                  <a:pt x="32156" y="141770"/>
                </a:lnTo>
                <a:lnTo>
                  <a:pt x="32156" y="150037"/>
                </a:lnTo>
                <a:lnTo>
                  <a:pt x="54787" y="176212"/>
                </a:lnTo>
                <a:lnTo>
                  <a:pt x="61937" y="179870"/>
                </a:lnTo>
                <a:lnTo>
                  <a:pt x="70269" y="180975"/>
                </a:lnTo>
                <a:lnTo>
                  <a:pt x="78600" y="180975"/>
                </a:lnTo>
                <a:lnTo>
                  <a:pt x="117005" y="165633"/>
                </a:lnTo>
                <a:lnTo>
                  <a:pt x="121462" y="158813"/>
                </a:lnTo>
                <a:lnTo>
                  <a:pt x="124142" y="150901"/>
                </a:lnTo>
                <a:lnTo>
                  <a:pt x="125031" y="141770"/>
                </a:lnTo>
                <a:lnTo>
                  <a:pt x="124282" y="135737"/>
                </a:lnTo>
                <a:lnTo>
                  <a:pt x="124180" y="134835"/>
                </a:lnTo>
                <a:lnTo>
                  <a:pt x="121767" y="128333"/>
                </a:lnTo>
                <a:lnTo>
                  <a:pt x="118008" y="122275"/>
                </a:lnTo>
                <a:lnTo>
                  <a:pt x="113131" y="116687"/>
                </a:lnTo>
                <a:lnTo>
                  <a:pt x="122656" y="116687"/>
                </a:lnTo>
                <a:lnTo>
                  <a:pt x="128612" y="117957"/>
                </a:lnTo>
                <a:lnTo>
                  <a:pt x="132181" y="117957"/>
                </a:lnTo>
                <a:lnTo>
                  <a:pt x="136944" y="119062"/>
                </a:lnTo>
                <a:lnTo>
                  <a:pt x="141706" y="122720"/>
                </a:lnTo>
                <a:lnTo>
                  <a:pt x="144094" y="126212"/>
                </a:lnTo>
                <a:lnTo>
                  <a:pt x="146481" y="129857"/>
                </a:lnTo>
                <a:lnTo>
                  <a:pt x="148869" y="135737"/>
                </a:lnTo>
                <a:lnTo>
                  <a:pt x="148869" y="148907"/>
                </a:lnTo>
                <a:lnTo>
                  <a:pt x="144094" y="158432"/>
                </a:lnTo>
                <a:lnTo>
                  <a:pt x="141706" y="160820"/>
                </a:lnTo>
                <a:lnTo>
                  <a:pt x="138137" y="161925"/>
                </a:lnTo>
                <a:lnTo>
                  <a:pt x="134556" y="163195"/>
                </a:lnTo>
                <a:lnTo>
                  <a:pt x="132181" y="178600"/>
                </a:lnTo>
                <a:lnTo>
                  <a:pt x="141706" y="178600"/>
                </a:lnTo>
                <a:lnTo>
                  <a:pt x="160769" y="141770"/>
                </a:lnTo>
                <a:lnTo>
                  <a:pt x="160769" y="13335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98" name="Google Shape;398;p102"/>
          <p:cNvGrpSpPr/>
          <p:nvPr/>
        </p:nvGrpSpPr>
        <p:grpSpPr>
          <a:xfrm>
            <a:off x="1626410" y="3231863"/>
            <a:ext cx="161959" cy="639602"/>
            <a:chOff x="2840865" y="3236848"/>
            <a:chExt cx="161959" cy="639602"/>
          </a:xfrm>
        </p:grpSpPr>
        <p:pic>
          <p:nvPicPr>
            <p:cNvPr id="399" name="Google Shape;399;p102"/>
            <p:cNvPicPr preferRelativeResize="0"/>
            <p:nvPr/>
          </p:nvPicPr>
          <p:blipFill rotWithShape="1">
            <a:blip r:embed="rId24">
              <a:alphaModFix/>
            </a:blip>
            <a:srcRect b="0" l="0" r="0" t="0"/>
            <a:stretch/>
          </p:blipFill>
          <p:spPr>
            <a:xfrm>
              <a:off x="2840865" y="3683411"/>
              <a:ext cx="161959" cy="193039"/>
            </a:xfrm>
            <a:prstGeom prst="rect">
              <a:avLst/>
            </a:prstGeom>
            <a:noFill/>
            <a:ln>
              <a:noFill/>
            </a:ln>
          </p:spPr>
        </p:pic>
        <p:pic>
          <p:nvPicPr>
            <p:cNvPr id="400" name="Google Shape;400;p102"/>
            <p:cNvPicPr preferRelativeResize="0"/>
            <p:nvPr/>
          </p:nvPicPr>
          <p:blipFill rotWithShape="1">
            <a:blip r:embed="rId25">
              <a:alphaModFix/>
            </a:blip>
            <a:srcRect b="0" l="0" r="0" t="0"/>
            <a:stretch/>
          </p:blipFill>
          <p:spPr>
            <a:xfrm>
              <a:off x="2876584" y="3587051"/>
              <a:ext cx="92885" cy="72547"/>
            </a:xfrm>
            <a:prstGeom prst="rect">
              <a:avLst/>
            </a:prstGeom>
            <a:noFill/>
            <a:ln>
              <a:noFill/>
            </a:ln>
          </p:spPr>
        </p:pic>
        <p:pic>
          <p:nvPicPr>
            <p:cNvPr id="401" name="Google Shape;401;p102"/>
            <p:cNvPicPr preferRelativeResize="0"/>
            <p:nvPr/>
          </p:nvPicPr>
          <p:blipFill rotWithShape="1">
            <a:blip r:embed="rId26">
              <a:alphaModFix/>
            </a:blip>
            <a:srcRect b="0" l="0" r="0" t="0"/>
            <a:stretch/>
          </p:blipFill>
          <p:spPr>
            <a:xfrm>
              <a:off x="2843246" y="3236848"/>
              <a:ext cx="126223" cy="331151"/>
            </a:xfrm>
            <a:prstGeom prst="rect">
              <a:avLst/>
            </a:prstGeom>
            <a:noFill/>
            <a:ln>
              <a:noFill/>
            </a:ln>
          </p:spPr>
        </p:pic>
      </p:grpSp>
      <p:pic>
        <p:nvPicPr>
          <p:cNvPr id="402" name="Google Shape;402;p102"/>
          <p:cNvPicPr preferRelativeResize="0"/>
          <p:nvPr/>
        </p:nvPicPr>
        <p:blipFill rotWithShape="1">
          <a:blip r:embed="rId27">
            <a:alphaModFix/>
          </a:blip>
          <a:srcRect b="0" l="0" r="0" t="0"/>
          <a:stretch/>
        </p:blipFill>
        <p:spPr>
          <a:xfrm>
            <a:off x="1662146" y="2814097"/>
            <a:ext cx="126223" cy="348485"/>
          </a:xfrm>
          <a:prstGeom prst="rect">
            <a:avLst/>
          </a:prstGeom>
          <a:noFill/>
          <a:ln>
            <a:noFill/>
          </a:ln>
        </p:spPr>
      </p:pic>
      <p:pic>
        <p:nvPicPr>
          <p:cNvPr id="403" name="Google Shape;403;p102"/>
          <p:cNvPicPr preferRelativeResize="0"/>
          <p:nvPr/>
        </p:nvPicPr>
        <p:blipFill rotWithShape="1">
          <a:blip r:embed="rId28">
            <a:alphaModFix/>
          </a:blip>
          <a:srcRect b="0" l="0" r="0" t="0"/>
          <a:stretch/>
        </p:blipFill>
        <p:spPr>
          <a:xfrm>
            <a:off x="3430520" y="2215133"/>
            <a:ext cx="7730771" cy="49502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descr="$PPTXTitle" id="408" name="Google Shape;408;p103"/>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427990" rtl="0" algn="l">
              <a:lnSpc>
                <a:spcPct val="100000"/>
              </a:lnSpc>
              <a:spcBef>
                <a:spcPts val="0"/>
              </a:spcBef>
              <a:spcAft>
                <a:spcPts val="0"/>
              </a:spcAft>
              <a:buSzPts val="1400"/>
              <a:buNone/>
            </a:pPr>
            <a:r>
              <a:rPr lang="en-US"/>
              <a:t>Training and cross-validation loss by degree</a:t>
            </a:r>
            <a:endParaRPr/>
          </a:p>
        </p:txBody>
      </p:sp>
      <p:grpSp>
        <p:nvGrpSpPr>
          <p:cNvPr id="409" name="Google Shape;409;p103"/>
          <p:cNvGrpSpPr/>
          <p:nvPr/>
        </p:nvGrpSpPr>
        <p:grpSpPr>
          <a:xfrm>
            <a:off x="2962911" y="1600201"/>
            <a:ext cx="7319009" cy="4925532"/>
            <a:chOff x="3497025" y="1879219"/>
            <a:chExt cx="5768975" cy="3630295"/>
          </a:xfrm>
        </p:grpSpPr>
        <p:sp>
          <p:nvSpPr>
            <p:cNvPr id="410" name="Google Shape;410;p103"/>
            <p:cNvSpPr/>
            <p:nvPr/>
          </p:nvSpPr>
          <p:spPr>
            <a:xfrm>
              <a:off x="3497025" y="1879219"/>
              <a:ext cx="5768975" cy="3630295"/>
            </a:xfrm>
            <a:custGeom>
              <a:rect b="b" l="l" r="r" t="t"/>
              <a:pathLst>
                <a:path extrusionOk="0" h="3630295" w="5768975">
                  <a:moveTo>
                    <a:pt x="5768549" y="0"/>
                  </a:moveTo>
                  <a:lnTo>
                    <a:pt x="0" y="0"/>
                  </a:lnTo>
                  <a:lnTo>
                    <a:pt x="0" y="3629960"/>
                  </a:lnTo>
                  <a:lnTo>
                    <a:pt x="5768549" y="3629960"/>
                  </a:lnTo>
                  <a:lnTo>
                    <a:pt x="5768549" y="0"/>
                  </a:lnTo>
                  <a:close/>
                </a:path>
              </a:pathLst>
            </a:custGeom>
            <a:solidFill>
              <a:srgbClr val="EAEA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103"/>
            <p:cNvSpPr/>
            <p:nvPr/>
          </p:nvSpPr>
          <p:spPr>
            <a:xfrm>
              <a:off x="3497025" y="1879219"/>
              <a:ext cx="5768975" cy="3630295"/>
            </a:xfrm>
            <a:custGeom>
              <a:rect b="b" l="l" r="r" t="t"/>
              <a:pathLst>
                <a:path extrusionOk="0" h="3630295" w="5768975">
                  <a:moveTo>
                    <a:pt x="0" y="3629961"/>
                  </a:moveTo>
                  <a:lnTo>
                    <a:pt x="0" y="3629961"/>
                  </a:lnTo>
                  <a:lnTo>
                    <a:pt x="0" y="0"/>
                  </a:lnTo>
                </a:path>
                <a:path extrusionOk="0" h="3630295" w="5768975">
                  <a:moveTo>
                    <a:pt x="1442050" y="3629961"/>
                  </a:moveTo>
                  <a:lnTo>
                    <a:pt x="1442050" y="3629961"/>
                  </a:lnTo>
                  <a:lnTo>
                    <a:pt x="1442050" y="0"/>
                  </a:lnTo>
                </a:path>
                <a:path extrusionOk="0" h="3630295" w="5768975">
                  <a:moveTo>
                    <a:pt x="2884322" y="3629961"/>
                  </a:moveTo>
                  <a:lnTo>
                    <a:pt x="2884322" y="3629961"/>
                  </a:lnTo>
                  <a:lnTo>
                    <a:pt x="2884322" y="0"/>
                  </a:lnTo>
                </a:path>
                <a:path extrusionOk="0" h="3630295" w="5768975">
                  <a:moveTo>
                    <a:pt x="4326436" y="3629961"/>
                  </a:moveTo>
                  <a:lnTo>
                    <a:pt x="4326436" y="3629961"/>
                  </a:lnTo>
                  <a:lnTo>
                    <a:pt x="4326436" y="0"/>
                  </a:lnTo>
                </a:path>
                <a:path extrusionOk="0" h="3630295" w="5768975">
                  <a:moveTo>
                    <a:pt x="5768550" y="3629961"/>
                  </a:moveTo>
                  <a:lnTo>
                    <a:pt x="5768550" y="3629961"/>
                  </a:lnTo>
                  <a:lnTo>
                    <a:pt x="5768550" y="0"/>
                  </a:lnTo>
                </a:path>
                <a:path extrusionOk="0" h="3630295" w="5768975">
                  <a:moveTo>
                    <a:pt x="0" y="3629961"/>
                  </a:moveTo>
                  <a:lnTo>
                    <a:pt x="0" y="3629961"/>
                  </a:lnTo>
                  <a:lnTo>
                    <a:pt x="5768550" y="3629961"/>
                  </a:lnTo>
                </a:path>
                <a:path extrusionOk="0" h="3630295" w="5768975">
                  <a:moveTo>
                    <a:pt x="0" y="0"/>
                  </a:moveTo>
                  <a:lnTo>
                    <a:pt x="0" y="0"/>
                  </a:lnTo>
                  <a:lnTo>
                    <a:pt x="5768550" y="0"/>
                  </a:lnTo>
                </a:path>
              </a:pathLst>
            </a:custGeom>
            <a:noFill/>
            <a:ln cap="flat" cmpd="sng" w="154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2" name="Google Shape;412;p103"/>
            <p:cNvSpPr/>
            <p:nvPr/>
          </p:nvSpPr>
          <p:spPr>
            <a:xfrm>
              <a:off x="3497025" y="2884424"/>
              <a:ext cx="5768975" cy="2326005"/>
            </a:xfrm>
            <a:custGeom>
              <a:rect b="b" l="l" r="r" t="t"/>
              <a:pathLst>
                <a:path extrusionOk="0" h="2326004" w="5768975">
                  <a:moveTo>
                    <a:pt x="0" y="0"/>
                  </a:moveTo>
                  <a:lnTo>
                    <a:pt x="288184" y="258445"/>
                  </a:lnTo>
                  <a:lnTo>
                    <a:pt x="576369" y="1720835"/>
                  </a:lnTo>
                  <a:lnTo>
                    <a:pt x="864506" y="2213880"/>
                  </a:lnTo>
                  <a:lnTo>
                    <a:pt x="1153913" y="2217452"/>
                  </a:lnTo>
                  <a:lnTo>
                    <a:pt x="1442050" y="2282953"/>
                  </a:lnTo>
                  <a:lnTo>
                    <a:pt x="1730345" y="2318687"/>
                  </a:lnTo>
                  <a:lnTo>
                    <a:pt x="2018482" y="2321068"/>
                  </a:lnTo>
                  <a:lnTo>
                    <a:pt x="2307889" y="2321068"/>
                  </a:lnTo>
                  <a:lnTo>
                    <a:pt x="2596026" y="2321068"/>
                  </a:lnTo>
                  <a:lnTo>
                    <a:pt x="2884322" y="2321068"/>
                  </a:lnTo>
                  <a:lnTo>
                    <a:pt x="3172459" y="2321068"/>
                  </a:lnTo>
                  <a:lnTo>
                    <a:pt x="3460596" y="2321068"/>
                  </a:lnTo>
                  <a:lnTo>
                    <a:pt x="3750003" y="2322259"/>
                  </a:lnTo>
                  <a:lnTo>
                    <a:pt x="4038140" y="2322259"/>
                  </a:lnTo>
                  <a:lnTo>
                    <a:pt x="4326436" y="2322259"/>
                  </a:lnTo>
                  <a:lnTo>
                    <a:pt x="4614573" y="2323450"/>
                  </a:lnTo>
                  <a:lnTo>
                    <a:pt x="4903980" y="2323450"/>
                  </a:lnTo>
                  <a:lnTo>
                    <a:pt x="5192117" y="2324640"/>
                  </a:lnTo>
                  <a:lnTo>
                    <a:pt x="5480254" y="2325831"/>
                  </a:lnTo>
                  <a:lnTo>
                    <a:pt x="5768550" y="2325831"/>
                  </a:lnTo>
                </a:path>
              </a:pathLst>
            </a:custGeom>
            <a:noFill/>
            <a:ln cap="flat" cmpd="sng" w="27375">
              <a:solidFill>
                <a:srgbClr val="4B71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103"/>
            <p:cNvSpPr/>
            <p:nvPr/>
          </p:nvSpPr>
          <p:spPr>
            <a:xfrm>
              <a:off x="3497025" y="2977291"/>
              <a:ext cx="5768975" cy="2263140"/>
            </a:xfrm>
            <a:custGeom>
              <a:rect b="b" l="l" r="r" t="t"/>
              <a:pathLst>
                <a:path extrusionOk="0" h="2263140" w="5768975">
                  <a:moveTo>
                    <a:pt x="0" y="0"/>
                  </a:moveTo>
                  <a:lnTo>
                    <a:pt x="288184" y="257175"/>
                  </a:lnTo>
                  <a:lnTo>
                    <a:pt x="576369" y="1654175"/>
                  </a:lnTo>
                  <a:lnTo>
                    <a:pt x="864506" y="2182939"/>
                  </a:lnTo>
                  <a:lnTo>
                    <a:pt x="1153913" y="2191289"/>
                  </a:lnTo>
                  <a:lnTo>
                    <a:pt x="1442050" y="2204386"/>
                  </a:lnTo>
                  <a:lnTo>
                    <a:pt x="1730345" y="2262743"/>
                  </a:lnTo>
                  <a:lnTo>
                    <a:pt x="2018482" y="2255599"/>
                  </a:lnTo>
                  <a:lnTo>
                    <a:pt x="2307889" y="2253218"/>
                  </a:lnTo>
                  <a:lnTo>
                    <a:pt x="2596026" y="2255599"/>
                  </a:lnTo>
                  <a:lnTo>
                    <a:pt x="2884322" y="2256790"/>
                  </a:lnTo>
                  <a:lnTo>
                    <a:pt x="3172459" y="2260361"/>
                  </a:lnTo>
                  <a:lnTo>
                    <a:pt x="3460596" y="2256790"/>
                  </a:lnTo>
                  <a:lnTo>
                    <a:pt x="3750003" y="2193671"/>
                  </a:lnTo>
                  <a:lnTo>
                    <a:pt x="4038140" y="2250836"/>
                  </a:lnTo>
                  <a:lnTo>
                    <a:pt x="4326436" y="2256790"/>
                  </a:lnTo>
                  <a:lnTo>
                    <a:pt x="4614573" y="2216292"/>
                  </a:lnTo>
                  <a:lnTo>
                    <a:pt x="4903980" y="2016220"/>
                  </a:lnTo>
                  <a:lnTo>
                    <a:pt x="5192117" y="1969770"/>
                  </a:lnTo>
                  <a:lnTo>
                    <a:pt x="5480254" y="1683940"/>
                  </a:lnTo>
                  <a:lnTo>
                    <a:pt x="5768550" y="2131742"/>
                  </a:lnTo>
                </a:path>
              </a:pathLst>
            </a:custGeom>
            <a:noFill/>
            <a:ln cap="flat" cmpd="sng" w="27375">
              <a:solidFill>
                <a:srgbClr val="54A86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103"/>
            <p:cNvSpPr/>
            <p:nvPr/>
          </p:nvSpPr>
          <p:spPr>
            <a:xfrm>
              <a:off x="3639934" y="2080514"/>
              <a:ext cx="316865" cy="0"/>
            </a:xfrm>
            <a:custGeom>
              <a:rect b="b" l="l" r="r" t="t"/>
              <a:pathLst>
                <a:path extrusionOk="0" h="120000" w="316864">
                  <a:moveTo>
                    <a:pt x="0" y="0"/>
                  </a:moveTo>
                  <a:lnTo>
                    <a:pt x="0" y="0"/>
                  </a:lnTo>
                  <a:lnTo>
                    <a:pt x="316761" y="0"/>
                  </a:lnTo>
                </a:path>
              </a:pathLst>
            </a:custGeom>
            <a:noFill/>
            <a:ln cap="flat" cmpd="sng" w="27375">
              <a:solidFill>
                <a:srgbClr val="4B71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15" name="Google Shape;415;p103"/>
            <p:cNvPicPr preferRelativeResize="0"/>
            <p:nvPr/>
          </p:nvPicPr>
          <p:blipFill rotWithShape="1">
            <a:blip r:embed="rId3">
              <a:alphaModFix/>
            </a:blip>
            <a:srcRect b="0" l="0" r="0" t="0"/>
            <a:stretch/>
          </p:blipFill>
          <p:spPr>
            <a:xfrm>
              <a:off x="4087696" y="2022094"/>
              <a:ext cx="259544" cy="115570"/>
            </a:xfrm>
            <a:prstGeom prst="rect">
              <a:avLst/>
            </a:prstGeom>
            <a:noFill/>
            <a:ln>
              <a:noFill/>
            </a:ln>
          </p:spPr>
        </p:pic>
        <p:pic>
          <p:nvPicPr>
            <p:cNvPr id="416" name="Google Shape;416;p103"/>
            <p:cNvPicPr preferRelativeResize="0"/>
            <p:nvPr/>
          </p:nvPicPr>
          <p:blipFill rotWithShape="1">
            <a:blip r:embed="rId4">
              <a:alphaModFix/>
            </a:blip>
            <a:srcRect b="0" l="0" r="0" t="0"/>
            <a:stretch/>
          </p:blipFill>
          <p:spPr>
            <a:xfrm>
              <a:off x="4367563" y="2051939"/>
              <a:ext cx="67786" cy="83342"/>
            </a:xfrm>
            <a:prstGeom prst="rect">
              <a:avLst/>
            </a:prstGeom>
            <a:noFill/>
            <a:ln>
              <a:noFill/>
            </a:ln>
          </p:spPr>
        </p:pic>
        <p:sp>
          <p:nvSpPr>
            <p:cNvPr id="417" name="Google Shape;417;p103"/>
            <p:cNvSpPr/>
            <p:nvPr/>
          </p:nvSpPr>
          <p:spPr>
            <a:xfrm>
              <a:off x="4456773" y="2022093"/>
              <a:ext cx="13335" cy="113664"/>
            </a:xfrm>
            <a:custGeom>
              <a:rect b="b" l="l" r="r" t="t"/>
              <a:pathLst>
                <a:path extrusionOk="0" h="113664" w="13335">
                  <a:moveTo>
                    <a:pt x="13169" y="30962"/>
                  </a:moveTo>
                  <a:lnTo>
                    <a:pt x="0" y="30962"/>
                  </a:lnTo>
                  <a:lnTo>
                    <a:pt x="0" y="113195"/>
                  </a:lnTo>
                  <a:lnTo>
                    <a:pt x="13169" y="113195"/>
                  </a:lnTo>
                  <a:lnTo>
                    <a:pt x="13169" y="30962"/>
                  </a:lnTo>
                  <a:close/>
                </a:path>
                <a:path extrusionOk="0" h="113664" w="13335">
                  <a:moveTo>
                    <a:pt x="13169" y="0"/>
                  </a:moveTo>
                  <a:lnTo>
                    <a:pt x="0" y="0"/>
                  </a:lnTo>
                  <a:lnTo>
                    <a:pt x="0" y="15557"/>
                  </a:lnTo>
                  <a:lnTo>
                    <a:pt x="13169" y="15557"/>
                  </a:lnTo>
                  <a:lnTo>
                    <a:pt x="13169"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18" name="Google Shape;418;p103"/>
            <p:cNvPicPr preferRelativeResize="0"/>
            <p:nvPr/>
          </p:nvPicPr>
          <p:blipFill rotWithShape="1">
            <a:blip r:embed="rId5">
              <a:alphaModFix/>
            </a:blip>
            <a:srcRect b="0" l="0" r="0" t="0"/>
            <a:stretch/>
          </p:blipFill>
          <p:spPr>
            <a:xfrm>
              <a:off x="4491390" y="2051938"/>
              <a:ext cx="156053" cy="116680"/>
            </a:xfrm>
            <a:prstGeom prst="rect">
              <a:avLst/>
            </a:prstGeom>
            <a:noFill/>
            <a:ln>
              <a:noFill/>
            </a:ln>
          </p:spPr>
        </p:pic>
        <p:pic>
          <p:nvPicPr>
            <p:cNvPr id="419" name="Google Shape;419;p103"/>
            <p:cNvPicPr preferRelativeResize="0"/>
            <p:nvPr/>
          </p:nvPicPr>
          <p:blipFill rotWithShape="1">
            <a:blip r:embed="rId6">
              <a:alphaModFix/>
            </a:blip>
            <a:srcRect b="0" l="0" r="0" t="0"/>
            <a:stretch/>
          </p:blipFill>
          <p:spPr>
            <a:xfrm>
              <a:off x="4706978" y="2024475"/>
              <a:ext cx="205902" cy="113187"/>
            </a:xfrm>
            <a:prstGeom prst="rect">
              <a:avLst/>
            </a:prstGeom>
            <a:noFill/>
            <a:ln>
              <a:noFill/>
            </a:ln>
          </p:spPr>
        </p:pic>
        <p:sp>
          <p:nvSpPr>
            <p:cNvPr id="420" name="Google Shape;420;p103"/>
            <p:cNvSpPr/>
            <p:nvPr/>
          </p:nvSpPr>
          <p:spPr>
            <a:xfrm>
              <a:off x="3639934" y="2306731"/>
              <a:ext cx="316865" cy="0"/>
            </a:xfrm>
            <a:custGeom>
              <a:rect b="b" l="l" r="r" t="t"/>
              <a:pathLst>
                <a:path extrusionOk="0" h="120000" w="316864">
                  <a:moveTo>
                    <a:pt x="0" y="0"/>
                  </a:moveTo>
                  <a:lnTo>
                    <a:pt x="0" y="0"/>
                  </a:lnTo>
                  <a:lnTo>
                    <a:pt x="316761" y="0"/>
                  </a:lnTo>
                </a:path>
              </a:pathLst>
            </a:custGeom>
            <a:noFill/>
            <a:ln cap="flat" cmpd="sng" w="27375">
              <a:solidFill>
                <a:srgbClr val="54A86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1" name="Google Shape;421;p103"/>
            <p:cNvSpPr/>
            <p:nvPr/>
          </p:nvSpPr>
          <p:spPr>
            <a:xfrm>
              <a:off x="4097210" y="2247899"/>
              <a:ext cx="534035" cy="116205"/>
            </a:xfrm>
            <a:custGeom>
              <a:rect b="b" l="l" r="r" t="t"/>
              <a:pathLst>
                <a:path extrusionOk="0" h="116205" w="534035">
                  <a:moveTo>
                    <a:pt x="89306" y="0"/>
                  </a:moveTo>
                  <a:lnTo>
                    <a:pt x="73812" y="0"/>
                  </a:lnTo>
                  <a:lnTo>
                    <a:pt x="73812" y="46990"/>
                  </a:lnTo>
                  <a:lnTo>
                    <a:pt x="14287" y="46990"/>
                  </a:lnTo>
                  <a:lnTo>
                    <a:pt x="14287" y="0"/>
                  </a:lnTo>
                  <a:lnTo>
                    <a:pt x="0" y="0"/>
                  </a:lnTo>
                  <a:lnTo>
                    <a:pt x="0" y="46990"/>
                  </a:lnTo>
                  <a:lnTo>
                    <a:pt x="0" y="60960"/>
                  </a:lnTo>
                  <a:lnTo>
                    <a:pt x="0" y="114300"/>
                  </a:lnTo>
                  <a:lnTo>
                    <a:pt x="14287" y="114300"/>
                  </a:lnTo>
                  <a:lnTo>
                    <a:pt x="14287" y="60960"/>
                  </a:lnTo>
                  <a:lnTo>
                    <a:pt x="73812" y="60960"/>
                  </a:lnTo>
                  <a:lnTo>
                    <a:pt x="73812" y="114300"/>
                  </a:lnTo>
                  <a:lnTo>
                    <a:pt x="89306" y="114300"/>
                  </a:lnTo>
                  <a:lnTo>
                    <a:pt x="89306" y="60960"/>
                  </a:lnTo>
                  <a:lnTo>
                    <a:pt x="89306" y="46990"/>
                  </a:lnTo>
                  <a:lnTo>
                    <a:pt x="89306" y="0"/>
                  </a:lnTo>
                  <a:close/>
                </a:path>
                <a:path extrusionOk="0" h="116205" w="534035">
                  <a:moveTo>
                    <a:pt x="184607" y="72009"/>
                  </a:moveTo>
                  <a:lnTo>
                    <a:pt x="170319" y="39065"/>
                  </a:lnTo>
                  <a:lnTo>
                    <a:pt x="170319" y="83921"/>
                  </a:lnTo>
                  <a:lnTo>
                    <a:pt x="167944" y="92176"/>
                  </a:lnTo>
                  <a:lnTo>
                    <a:pt x="158407" y="101701"/>
                  </a:lnTo>
                  <a:lnTo>
                    <a:pt x="152412" y="105346"/>
                  </a:lnTo>
                  <a:lnTo>
                    <a:pt x="138125" y="105346"/>
                  </a:lnTo>
                  <a:lnTo>
                    <a:pt x="132168" y="101701"/>
                  </a:lnTo>
                  <a:lnTo>
                    <a:pt x="128600" y="96939"/>
                  </a:lnTo>
                  <a:lnTo>
                    <a:pt x="123837" y="92176"/>
                  </a:lnTo>
                  <a:lnTo>
                    <a:pt x="121450" y="83921"/>
                  </a:lnTo>
                  <a:lnTo>
                    <a:pt x="121475" y="62420"/>
                  </a:lnTo>
                  <a:lnTo>
                    <a:pt x="123837" y="55346"/>
                  </a:lnTo>
                  <a:lnTo>
                    <a:pt x="128600" y="49314"/>
                  </a:lnTo>
                  <a:lnTo>
                    <a:pt x="132168" y="44551"/>
                  </a:lnTo>
                  <a:lnTo>
                    <a:pt x="138125" y="42164"/>
                  </a:lnTo>
                  <a:lnTo>
                    <a:pt x="152412" y="42164"/>
                  </a:lnTo>
                  <a:lnTo>
                    <a:pt x="170319" y="83921"/>
                  </a:lnTo>
                  <a:lnTo>
                    <a:pt x="170319" y="39065"/>
                  </a:lnTo>
                  <a:lnTo>
                    <a:pt x="167081" y="36360"/>
                  </a:lnTo>
                  <a:lnTo>
                    <a:pt x="160782" y="32981"/>
                  </a:lnTo>
                  <a:lnTo>
                    <a:pt x="153568" y="30949"/>
                  </a:lnTo>
                  <a:lnTo>
                    <a:pt x="145262" y="30264"/>
                  </a:lnTo>
                  <a:lnTo>
                    <a:pt x="137909" y="30949"/>
                  </a:lnTo>
                  <a:lnTo>
                    <a:pt x="138150" y="30949"/>
                  </a:lnTo>
                  <a:lnTo>
                    <a:pt x="107861" y="62420"/>
                  </a:lnTo>
                  <a:lnTo>
                    <a:pt x="107238" y="72009"/>
                  </a:lnTo>
                  <a:lnTo>
                    <a:pt x="107162" y="73126"/>
                  </a:lnTo>
                  <a:lnTo>
                    <a:pt x="107810" y="82651"/>
                  </a:lnTo>
                  <a:lnTo>
                    <a:pt x="107835" y="83185"/>
                  </a:lnTo>
                  <a:lnTo>
                    <a:pt x="136969" y="115328"/>
                  </a:lnTo>
                  <a:lnTo>
                    <a:pt x="145262" y="115989"/>
                  </a:lnTo>
                  <a:lnTo>
                    <a:pt x="152412" y="115989"/>
                  </a:lnTo>
                  <a:lnTo>
                    <a:pt x="159524" y="114871"/>
                  </a:lnTo>
                  <a:lnTo>
                    <a:pt x="165557" y="111226"/>
                  </a:lnTo>
                  <a:lnTo>
                    <a:pt x="171450" y="107734"/>
                  </a:lnTo>
                  <a:lnTo>
                    <a:pt x="173824" y="105346"/>
                  </a:lnTo>
                  <a:lnTo>
                    <a:pt x="176199" y="102971"/>
                  </a:lnTo>
                  <a:lnTo>
                    <a:pt x="179844" y="96939"/>
                  </a:lnTo>
                  <a:lnTo>
                    <a:pt x="182245" y="91059"/>
                  </a:lnTo>
                  <a:lnTo>
                    <a:pt x="184607" y="82651"/>
                  </a:lnTo>
                  <a:lnTo>
                    <a:pt x="184607" y="72009"/>
                  </a:lnTo>
                  <a:close/>
                </a:path>
                <a:path extrusionOk="0" h="116205" w="534035">
                  <a:moveTo>
                    <a:pt x="214299" y="571"/>
                  </a:moveTo>
                  <a:lnTo>
                    <a:pt x="200025" y="571"/>
                  </a:lnTo>
                  <a:lnTo>
                    <a:pt x="200025" y="114871"/>
                  </a:lnTo>
                  <a:lnTo>
                    <a:pt x="214299" y="114871"/>
                  </a:lnTo>
                  <a:lnTo>
                    <a:pt x="214299" y="571"/>
                  </a:lnTo>
                  <a:close/>
                </a:path>
                <a:path extrusionOk="0" h="116205" w="534035">
                  <a:moveTo>
                    <a:pt x="302399" y="571"/>
                  </a:moveTo>
                  <a:lnTo>
                    <a:pt x="289382" y="571"/>
                  </a:lnTo>
                  <a:lnTo>
                    <a:pt x="289382" y="85026"/>
                  </a:lnTo>
                  <a:lnTo>
                    <a:pt x="287020" y="92176"/>
                  </a:lnTo>
                  <a:lnTo>
                    <a:pt x="282244" y="96939"/>
                  </a:lnTo>
                  <a:lnTo>
                    <a:pt x="278587" y="102971"/>
                  </a:lnTo>
                  <a:lnTo>
                    <a:pt x="273824" y="105346"/>
                  </a:lnTo>
                  <a:lnTo>
                    <a:pt x="260807" y="105346"/>
                  </a:lnTo>
                  <a:lnTo>
                    <a:pt x="256044" y="101701"/>
                  </a:lnTo>
                  <a:lnTo>
                    <a:pt x="246519" y="92176"/>
                  </a:lnTo>
                  <a:lnTo>
                    <a:pt x="245249" y="83921"/>
                  </a:lnTo>
                  <a:lnTo>
                    <a:pt x="245249" y="62484"/>
                  </a:lnTo>
                  <a:lnTo>
                    <a:pt x="246519" y="54076"/>
                  </a:lnTo>
                  <a:lnTo>
                    <a:pt x="251282" y="49314"/>
                  </a:lnTo>
                  <a:lnTo>
                    <a:pt x="254774" y="44551"/>
                  </a:lnTo>
                  <a:lnTo>
                    <a:pt x="260807" y="42164"/>
                  </a:lnTo>
                  <a:lnTo>
                    <a:pt x="272719" y="42164"/>
                  </a:lnTo>
                  <a:lnTo>
                    <a:pt x="289382" y="85026"/>
                  </a:lnTo>
                  <a:lnTo>
                    <a:pt x="289382" y="571"/>
                  </a:lnTo>
                  <a:lnTo>
                    <a:pt x="288112" y="571"/>
                  </a:lnTo>
                  <a:lnTo>
                    <a:pt x="288112" y="41059"/>
                  </a:lnTo>
                  <a:lnTo>
                    <a:pt x="285750" y="38671"/>
                  </a:lnTo>
                  <a:lnTo>
                    <a:pt x="282244" y="35026"/>
                  </a:lnTo>
                  <a:lnTo>
                    <a:pt x="278587" y="33909"/>
                  </a:lnTo>
                  <a:lnTo>
                    <a:pt x="275094" y="31534"/>
                  </a:lnTo>
                  <a:lnTo>
                    <a:pt x="270332" y="30264"/>
                  </a:lnTo>
                  <a:lnTo>
                    <a:pt x="258445" y="30264"/>
                  </a:lnTo>
                  <a:lnTo>
                    <a:pt x="252399" y="32639"/>
                  </a:lnTo>
                  <a:lnTo>
                    <a:pt x="246519" y="36296"/>
                  </a:lnTo>
                  <a:lnTo>
                    <a:pt x="241757" y="38671"/>
                  </a:lnTo>
                  <a:lnTo>
                    <a:pt x="236994" y="44551"/>
                  </a:lnTo>
                  <a:lnTo>
                    <a:pt x="234619" y="50584"/>
                  </a:lnTo>
                  <a:lnTo>
                    <a:pt x="232232" y="57721"/>
                  </a:lnTo>
                  <a:lnTo>
                    <a:pt x="230962" y="64871"/>
                  </a:lnTo>
                  <a:lnTo>
                    <a:pt x="230962" y="81534"/>
                  </a:lnTo>
                  <a:lnTo>
                    <a:pt x="247650" y="111226"/>
                  </a:lnTo>
                  <a:lnTo>
                    <a:pt x="253669" y="114871"/>
                  </a:lnTo>
                  <a:lnTo>
                    <a:pt x="259537" y="115989"/>
                  </a:lnTo>
                  <a:lnTo>
                    <a:pt x="265569" y="115989"/>
                  </a:lnTo>
                  <a:lnTo>
                    <a:pt x="286854" y="105346"/>
                  </a:lnTo>
                  <a:lnTo>
                    <a:pt x="289382" y="104076"/>
                  </a:lnTo>
                  <a:lnTo>
                    <a:pt x="289382" y="114871"/>
                  </a:lnTo>
                  <a:lnTo>
                    <a:pt x="302399" y="114871"/>
                  </a:lnTo>
                  <a:lnTo>
                    <a:pt x="302399" y="104076"/>
                  </a:lnTo>
                  <a:lnTo>
                    <a:pt x="302399" y="571"/>
                  </a:lnTo>
                  <a:close/>
                </a:path>
                <a:path extrusionOk="0" h="116205" w="534035">
                  <a:moveTo>
                    <a:pt x="395274" y="72009"/>
                  </a:moveTo>
                  <a:lnTo>
                    <a:pt x="381000" y="38100"/>
                  </a:lnTo>
                  <a:lnTo>
                    <a:pt x="381000" y="83921"/>
                  </a:lnTo>
                  <a:lnTo>
                    <a:pt x="378599" y="92176"/>
                  </a:lnTo>
                  <a:lnTo>
                    <a:pt x="375107" y="96939"/>
                  </a:lnTo>
                  <a:lnTo>
                    <a:pt x="370344" y="101701"/>
                  </a:lnTo>
                  <a:lnTo>
                    <a:pt x="364312" y="105346"/>
                  </a:lnTo>
                  <a:lnTo>
                    <a:pt x="350024" y="105346"/>
                  </a:lnTo>
                  <a:lnTo>
                    <a:pt x="344170" y="101701"/>
                  </a:lnTo>
                  <a:lnTo>
                    <a:pt x="339394" y="96939"/>
                  </a:lnTo>
                  <a:lnTo>
                    <a:pt x="335737" y="92176"/>
                  </a:lnTo>
                  <a:lnTo>
                    <a:pt x="333375" y="83921"/>
                  </a:lnTo>
                  <a:lnTo>
                    <a:pt x="333375" y="62420"/>
                  </a:lnTo>
                  <a:lnTo>
                    <a:pt x="335737" y="55346"/>
                  </a:lnTo>
                  <a:lnTo>
                    <a:pt x="339394" y="49314"/>
                  </a:lnTo>
                  <a:lnTo>
                    <a:pt x="344170" y="44551"/>
                  </a:lnTo>
                  <a:lnTo>
                    <a:pt x="350024" y="42164"/>
                  </a:lnTo>
                  <a:lnTo>
                    <a:pt x="364312" y="42164"/>
                  </a:lnTo>
                  <a:lnTo>
                    <a:pt x="381000" y="83921"/>
                  </a:lnTo>
                  <a:lnTo>
                    <a:pt x="381000" y="38100"/>
                  </a:lnTo>
                  <a:lnTo>
                    <a:pt x="378853" y="36360"/>
                  </a:lnTo>
                  <a:lnTo>
                    <a:pt x="372275" y="32981"/>
                  </a:lnTo>
                  <a:lnTo>
                    <a:pt x="365010" y="30949"/>
                  </a:lnTo>
                  <a:lnTo>
                    <a:pt x="357174" y="30264"/>
                  </a:lnTo>
                  <a:lnTo>
                    <a:pt x="349326" y="30949"/>
                  </a:lnTo>
                  <a:lnTo>
                    <a:pt x="349580" y="30949"/>
                  </a:lnTo>
                  <a:lnTo>
                    <a:pt x="319786" y="62420"/>
                  </a:lnTo>
                  <a:lnTo>
                    <a:pt x="319151" y="72009"/>
                  </a:lnTo>
                  <a:lnTo>
                    <a:pt x="319074" y="73126"/>
                  </a:lnTo>
                  <a:lnTo>
                    <a:pt x="319747" y="83185"/>
                  </a:lnTo>
                  <a:lnTo>
                    <a:pt x="348703" y="115328"/>
                  </a:lnTo>
                  <a:lnTo>
                    <a:pt x="357174" y="115989"/>
                  </a:lnTo>
                  <a:lnTo>
                    <a:pt x="364312" y="115989"/>
                  </a:lnTo>
                  <a:lnTo>
                    <a:pt x="371475" y="114871"/>
                  </a:lnTo>
                  <a:lnTo>
                    <a:pt x="383362" y="107734"/>
                  </a:lnTo>
                  <a:lnTo>
                    <a:pt x="385749" y="105346"/>
                  </a:lnTo>
                  <a:lnTo>
                    <a:pt x="388124" y="102971"/>
                  </a:lnTo>
                  <a:lnTo>
                    <a:pt x="390525" y="96939"/>
                  </a:lnTo>
                  <a:lnTo>
                    <a:pt x="394157" y="91059"/>
                  </a:lnTo>
                  <a:lnTo>
                    <a:pt x="395109" y="83921"/>
                  </a:lnTo>
                  <a:lnTo>
                    <a:pt x="395198" y="83185"/>
                  </a:lnTo>
                  <a:lnTo>
                    <a:pt x="395274" y="72009"/>
                  </a:lnTo>
                  <a:close/>
                </a:path>
                <a:path extrusionOk="0" h="116205" w="534035">
                  <a:moveTo>
                    <a:pt x="478790" y="31534"/>
                  </a:moveTo>
                  <a:lnTo>
                    <a:pt x="464489" y="31534"/>
                  </a:lnTo>
                  <a:lnTo>
                    <a:pt x="464489" y="83921"/>
                  </a:lnTo>
                  <a:lnTo>
                    <a:pt x="463219" y="88684"/>
                  </a:lnTo>
                  <a:lnTo>
                    <a:pt x="460832" y="95821"/>
                  </a:lnTo>
                  <a:lnTo>
                    <a:pt x="458470" y="99314"/>
                  </a:lnTo>
                  <a:lnTo>
                    <a:pt x="454964" y="100584"/>
                  </a:lnTo>
                  <a:lnTo>
                    <a:pt x="451307" y="102971"/>
                  </a:lnTo>
                  <a:lnTo>
                    <a:pt x="446544" y="104076"/>
                  </a:lnTo>
                  <a:lnTo>
                    <a:pt x="438289" y="104076"/>
                  </a:lnTo>
                  <a:lnTo>
                    <a:pt x="434644" y="102971"/>
                  </a:lnTo>
                  <a:lnTo>
                    <a:pt x="432257" y="100584"/>
                  </a:lnTo>
                  <a:lnTo>
                    <a:pt x="429895" y="99314"/>
                  </a:lnTo>
                  <a:lnTo>
                    <a:pt x="427494" y="95821"/>
                  </a:lnTo>
                  <a:lnTo>
                    <a:pt x="426389" y="92176"/>
                  </a:lnTo>
                  <a:lnTo>
                    <a:pt x="426389" y="31534"/>
                  </a:lnTo>
                  <a:lnTo>
                    <a:pt x="412115" y="31534"/>
                  </a:lnTo>
                  <a:lnTo>
                    <a:pt x="412115" y="93446"/>
                  </a:lnTo>
                  <a:lnTo>
                    <a:pt x="413207" y="95821"/>
                  </a:lnTo>
                  <a:lnTo>
                    <a:pt x="413207" y="100584"/>
                  </a:lnTo>
                  <a:lnTo>
                    <a:pt x="434644" y="115989"/>
                  </a:lnTo>
                  <a:lnTo>
                    <a:pt x="439420" y="115989"/>
                  </a:lnTo>
                  <a:lnTo>
                    <a:pt x="447700" y="115112"/>
                  </a:lnTo>
                  <a:lnTo>
                    <a:pt x="454761" y="112572"/>
                  </a:lnTo>
                  <a:lnTo>
                    <a:pt x="460705" y="108483"/>
                  </a:lnTo>
                  <a:lnTo>
                    <a:pt x="465594" y="102971"/>
                  </a:lnTo>
                  <a:lnTo>
                    <a:pt x="465594" y="114871"/>
                  </a:lnTo>
                  <a:lnTo>
                    <a:pt x="478790" y="114871"/>
                  </a:lnTo>
                  <a:lnTo>
                    <a:pt x="478790" y="31534"/>
                  </a:lnTo>
                  <a:close/>
                </a:path>
                <a:path extrusionOk="0" h="116205" w="534035">
                  <a:moveTo>
                    <a:pt x="533552" y="114871"/>
                  </a:moveTo>
                  <a:lnTo>
                    <a:pt x="531164" y="101701"/>
                  </a:lnTo>
                  <a:lnTo>
                    <a:pt x="528789" y="102971"/>
                  </a:lnTo>
                  <a:lnTo>
                    <a:pt x="522757" y="102971"/>
                  </a:lnTo>
                  <a:lnTo>
                    <a:pt x="521639" y="101701"/>
                  </a:lnTo>
                  <a:lnTo>
                    <a:pt x="520369" y="101701"/>
                  </a:lnTo>
                  <a:lnTo>
                    <a:pt x="519264" y="100584"/>
                  </a:lnTo>
                  <a:lnTo>
                    <a:pt x="517994" y="100584"/>
                  </a:lnTo>
                  <a:lnTo>
                    <a:pt x="517994" y="99314"/>
                  </a:lnTo>
                  <a:lnTo>
                    <a:pt x="516890" y="98209"/>
                  </a:lnTo>
                  <a:lnTo>
                    <a:pt x="516890" y="43434"/>
                  </a:lnTo>
                  <a:lnTo>
                    <a:pt x="531164" y="43434"/>
                  </a:lnTo>
                  <a:lnTo>
                    <a:pt x="531164" y="31534"/>
                  </a:lnTo>
                  <a:lnTo>
                    <a:pt x="516890" y="31534"/>
                  </a:lnTo>
                  <a:lnTo>
                    <a:pt x="516890" y="2959"/>
                  </a:lnTo>
                  <a:lnTo>
                    <a:pt x="502589" y="11214"/>
                  </a:lnTo>
                  <a:lnTo>
                    <a:pt x="502589" y="31534"/>
                  </a:lnTo>
                  <a:lnTo>
                    <a:pt x="493064" y="31534"/>
                  </a:lnTo>
                  <a:lnTo>
                    <a:pt x="493064" y="43434"/>
                  </a:lnTo>
                  <a:lnTo>
                    <a:pt x="502589" y="43434"/>
                  </a:lnTo>
                  <a:lnTo>
                    <a:pt x="502589" y="98209"/>
                  </a:lnTo>
                  <a:lnTo>
                    <a:pt x="503707" y="104076"/>
                  </a:lnTo>
                  <a:lnTo>
                    <a:pt x="504977" y="106464"/>
                  </a:lnTo>
                  <a:lnTo>
                    <a:pt x="506095" y="110109"/>
                  </a:lnTo>
                  <a:lnTo>
                    <a:pt x="507365" y="111226"/>
                  </a:lnTo>
                  <a:lnTo>
                    <a:pt x="510844" y="113601"/>
                  </a:lnTo>
                  <a:lnTo>
                    <a:pt x="513232" y="114871"/>
                  </a:lnTo>
                  <a:lnTo>
                    <a:pt x="533552" y="114871"/>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22" name="Google Shape;422;p103"/>
            <p:cNvPicPr preferRelativeResize="0"/>
            <p:nvPr/>
          </p:nvPicPr>
          <p:blipFill rotWithShape="1">
            <a:blip r:embed="rId7">
              <a:alphaModFix/>
            </a:blip>
            <a:srcRect b="0" l="0" r="0" t="0"/>
            <a:stretch/>
          </p:blipFill>
          <p:spPr>
            <a:xfrm>
              <a:off x="4680783" y="2250851"/>
              <a:ext cx="205901" cy="113029"/>
            </a:xfrm>
            <a:prstGeom prst="rect">
              <a:avLst/>
            </a:prstGeom>
            <a:noFill/>
            <a:ln>
              <a:noFill/>
            </a:ln>
          </p:spPr>
        </p:pic>
      </p:grpSp>
      <p:pic>
        <p:nvPicPr>
          <p:cNvPr id="423" name="Google Shape;423;p103"/>
          <p:cNvPicPr preferRelativeResize="0"/>
          <p:nvPr/>
        </p:nvPicPr>
        <p:blipFill rotWithShape="1">
          <a:blip r:embed="rId8">
            <a:alphaModFix/>
          </a:blip>
          <a:srcRect b="0" l="0" r="0" t="0"/>
          <a:stretch/>
        </p:blipFill>
        <p:spPr>
          <a:xfrm>
            <a:off x="3542694" y="6737092"/>
            <a:ext cx="73819" cy="115521"/>
          </a:xfrm>
          <a:prstGeom prst="rect">
            <a:avLst/>
          </a:prstGeom>
          <a:noFill/>
          <a:ln>
            <a:noFill/>
          </a:ln>
        </p:spPr>
      </p:pic>
      <p:pic>
        <p:nvPicPr>
          <p:cNvPr id="424" name="Google Shape;424;p103"/>
          <p:cNvPicPr preferRelativeResize="0"/>
          <p:nvPr/>
        </p:nvPicPr>
        <p:blipFill rotWithShape="1">
          <a:blip r:embed="rId9">
            <a:alphaModFix/>
          </a:blip>
          <a:srcRect b="0" l="0" r="0" t="0"/>
          <a:stretch/>
        </p:blipFill>
        <p:spPr>
          <a:xfrm>
            <a:off x="4984745" y="6739473"/>
            <a:ext cx="76359" cy="113140"/>
          </a:xfrm>
          <a:prstGeom prst="rect">
            <a:avLst/>
          </a:prstGeom>
          <a:noFill/>
          <a:ln>
            <a:noFill/>
          </a:ln>
        </p:spPr>
      </p:pic>
      <p:grpSp>
        <p:nvGrpSpPr>
          <p:cNvPr id="425" name="Google Shape;425;p103"/>
          <p:cNvGrpSpPr/>
          <p:nvPr/>
        </p:nvGrpSpPr>
        <p:grpSpPr>
          <a:xfrm>
            <a:off x="6393520" y="6737092"/>
            <a:ext cx="152561" cy="115521"/>
            <a:chOff x="6309749" y="5619940"/>
            <a:chExt cx="152561" cy="115521"/>
          </a:xfrm>
        </p:grpSpPr>
        <p:sp>
          <p:nvSpPr>
            <p:cNvPr id="426" name="Google Shape;426;p103"/>
            <p:cNvSpPr/>
            <p:nvPr/>
          </p:nvSpPr>
          <p:spPr>
            <a:xfrm>
              <a:off x="6309749" y="5619940"/>
              <a:ext cx="43180" cy="114935"/>
            </a:xfrm>
            <a:custGeom>
              <a:rect b="b" l="l" r="r" t="t"/>
              <a:pathLst>
                <a:path extrusionOk="0" h="114935" w="43179">
                  <a:moveTo>
                    <a:pt x="43022" y="0"/>
                  </a:moveTo>
                  <a:lnTo>
                    <a:pt x="33496" y="0"/>
                  </a:lnTo>
                  <a:lnTo>
                    <a:pt x="31115" y="4761"/>
                  </a:lnTo>
                  <a:lnTo>
                    <a:pt x="26353" y="10714"/>
                  </a:lnTo>
                  <a:lnTo>
                    <a:pt x="21590" y="15477"/>
                  </a:lnTo>
                  <a:lnTo>
                    <a:pt x="15557" y="20239"/>
                  </a:lnTo>
                  <a:lnTo>
                    <a:pt x="8412" y="25002"/>
                  </a:lnTo>
                  <a:lnTo>
                    <a:pt x="0" y="28575"/>
                  </a:lnTo>
                  <a:lnTo>
                    <a:pt x="0" y="41686"/>
                  </a:lnTo>
                  <a:lnTo>
                    <a:pt x="4762" y="40496"/>
                  </a:lnTo>
                  <a:lnTo>
                    <a:pt x="9525" y="38113"/>
                  </a:lnTo>
                  <a:lnTo>
                    <a:pt x="15557" y="34527"/>
                  </a:lnTo>
                  <a:lnTo>
                    <a:pt x="20320" y="32144"/>
                  </a:lnTo>
                  <a:lnTo>
                    <a:pt x="25082" y="28575"/>
                  </a:lnTo>
                  <a:lnTo>
                    <a:pt x="28735" y="25002"/>
                  </a:lnTo>
                  <a:lnTo>
                    <a:pt x="28735" y="114330"/>
                  </a:lnTo>
                  <a:lnTo>
                    <a:pt x="43022" y="114330"/>
                  </a:lnTo>
                  <a:lnTo>
                    <a:pt x="4302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27" name="Google Shape;427;p103"/>
            <p:cNvPicPr preferRelativeResize="0"/>
            <p:nvPr/>
          </p:nvPicPr>
          <p:blipFill rotWithShape="1">
            <a:blip r:embed="rId10">
              <a:alphaModFix/>
            </a:blip>
            <a:srcRect b="0" l="0" r="0" t="0"/>
            <a:stretch/>
          </p:blipFill>
          <p:spPr>
            <a:xfrm>
              <a:off x="6388491" y="5619940"/>
              <a:ext cx="73819" cy="115521"/>
            </a:xfrm>
            <a:prstGeom prst="rect">
              <a:avLst/>
            </a:prstGeom>
            <a:noFill/>
            <a:ln>
              <a:noFill/>
            </a:ln>
          </p:spPr>
        </p:pic>
      </p:grpSp>
      <p:grpSp>
        <p:nvGrpSpPr>
          <p:cNvPr id="428" name="Google Shape;428;p103"/>
          <p:cNvGrpSpPr/>
          <p:nvPr/>
        </p:nvGrpSpPr>
        <p:grpSpPr>
          <a:xfrm>
            <a:off x="7836903" y="6737092"/>
            <a:ext cx="152404" cy="115521"/>
            <a:chOff x="7753132" y="5619940"/>
            <a:chExt cx="152404" cy="115521"/>
          </a:xfrm>
        </p:grpSpPr>
        <p:sp>
          <p:nvSpPr>
            <p:cNvPr id="429" name="Google Shape;429;p103"/>
            <p:cNvSpPr/>
            <p:nvPr/>
          </p:nvSpPr>
          <p:spPr>
            <a:xfrm>
              <a:off x="7753132" y="5619940"/>
              <a:ext cx="41910" cy="114935"/>
            </a:xfrm>
            <a:custGeom>
              <a:rect b="b" l="l" r="r" t="t"/>
              <a:pathLst>
                <a:path extrusionOk="0" h="114935" w="41909">
                  <a:moveTo>
                    <a:pt x="41752" y="0"/>
                  </a:moveTo>
                  <a:lnTo>
                    <a:pt x="32226" y="0"/>
                  </a:lnTo>
                  <a:lnTo>
                    <a:pt x="29845" y="4761"/>
                  </a:lnTo>
                  <a:lnTo>
                    <a:pt x="26193" y="10714"/>
                  </a:lnTo>
                  <a:lnTo>
                    <a:pt x="14287" y="20239"/>
                  </a:lnTo>
                  <a:lnTo>
                    <a:pt x="7142" y="25002"/>
                  </a:lnTo>
                  <a:lnTo>
                    <a:pt x="0" y="28575"/>
                  </a:lnTo>
                  <a:lnTo>
                    <a:pt x="0" y="41686"/>
                  </a:lnTo>
                  <a:lnTo>
                    <a:pt x="3651" y="40496"/>
                  </a:lnTo>
                  <a:lnTo>
                    <a:pt x="8412" y="38113"/>
                  </a:lnTo>
                  <a:lnTo>
                    <a:pt x="14287" y="34527"/>
                  </a:lnTo>
                  <a:lnTo>
                    <a:pt x="19050" y="32144"/>
                  </a:lnTo>
                  <a:lnTo>
                    <a:pt x="23812" y="28575"/>
                  </a:lnTo>
                  <a:lnTo>
                    <a:pt x="27463" y="25002"/>
                  </a:lnTo>
                  <a:lnTo>
                    <a:pt x="27463" y="114330"/>
                  </a:lnTo>
                  <a:lnTo>
                    <a:pt x="41752" y="114330"/>
                  </a:lnTo>
                  <a:lnTo>
                    <a:pt x="4175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0" name="Google Shape;430;p103"/>
            <p:cNvPicPr preferRelativeResize="0"/>
            <p:nvPr/>
          </p:nvPicPr>
          <p:blipFill rotWithShape="1">
            <a:blip r:embed="rId11">
              <a:alphaModFix/>
            </a:blip>
            <a:srcRect b="0" l="0" r="0" t="0"/>
            <a:stretch/>
          </p:blipFill>
          <p:spPr>
            <a:xfrm>
              <a:off x="7830605" y="5622321"/>
              <a:ext cx="74931" cy="113140"/>
            </a:xfrm>
            <a:prstGeom prst="rect">
              <a:avLst/>
            </a:prstGeom>
            <a:noFill/>
            <a:ln>
              <a:noFill/>
            </a:ln>
          </p:spPr>
        </p:pic>
      </p:grpSp>
      <p:pic>
        <p:nvPicPr>
          <p:cNvPr id="431" name="Google Shape;431;p103"/>
          <p:cNvPicPr preferRelativeResize="0"/>
          <p:nvPr/>
        </p:nvPicPr>
        <p:blipFill rotWithShape="1">
          <a:blip r:embed="rId12">
            <a:alphaModFix/>
          </a:blip>
          <a:srcRect b="0" l="0" r="0" t="0"/>
          <a:stretch/>
        </p:blipFill>
        <p:spPr>
          <a:xfrm>
            <a:off x="9266000" y="6737092"/>
            <a:ext cx="164309" cy="115521"/>
          </a:xfrm>
          <a:prstGeom prst="rect">
            <a:avLst/>
          </a:prstGeom>
          <a:noFill/>
          <a:ln>
            <a:noFill/>
          </a:ln>
        </p:spPr>
      </p:pic>
      <p:grpSp>
        <p:nvGrpSpPr>
          <p:cNvPr id="432" name="Google Shape;432;p103"/>
          <p:cNvGrpSpPr/>
          <p:nvPr/>
        </p:nvGrpSpPr>
        <p:grpSpPr>
          <a:xfrm>
            <a:off x="5047090" y="7153131"/>
            <a:ext cx="828870" cy="162564"/>
            <a:chOff x="5655983" y="5845031"/>
            <a:chExt cx="828870" cy="162564"/>
          </a:xfrm>
        </p:grpSpPr>
        <p:sp>
          <p:nvSpPr>
            <p:cNvPr id="433" name="Google Shape;433;p103"/>
            <p:cNvSpPr/>
            <p:nvPr/>
          </p:nvSpPr>
          <p:spPr>
            <a:xfrm>
              <a:off x="5655983" y="5845035"/>
              <a:ext cx="655320" cy="162560"/>
            </a:xfrm>
            <a:custGeom>
              <a:rect b="b" l="l" r="r" t="t"/>
              <a:pathLst>
                <a:path extrusionOk="0" h="162560" w="655320">
                  <a:moveTo>
                    <a:pt x="96520" y="29768"/>
                  </a:moveTo>
                  <a:lnTo>
                    <a:pt x="94145" y="25006"/>
                  </a:lnTo>
                  <a:lnTo>
                    <a:pt x="91757" y="19050"/>
                  </a:lnTo>
                  <a:lnTo>
                    <a:pt x="89382" y="14287"/>
                  </a:lnTo>
                  <a:lnTo>
                    <a:pt x="85725" y="9525"/>
                  </a:lnTo>
                  <a:lnTo>
                    <a:pt x="82232" y="7150"/>
                  </a:lnTo>
                  <a:lnTo>
                    <a:pt x="78587" y="5334"/>
                  </a:lnTo>
                  <a:lnTo>
                    <a:pt x="78587" y="30962"/>
                  </a:lnTo>
                  <a:lnTo>
                    <a:pt x="78587" y="44056"/>
                  </a:lnTo>
                  <a:lnTo>
                    <a:pt x="76200" y="50012"/>
                  </a:lnTo>
                  <a:lnTo>
                    <a:pt x="71437" y="53594"/>
                  </a:lnTo>
                  <a:lnTo>
                    <a:pt x="67945" y="57162"/>
                  </a:lnTo>
                  <a:lnTo>
                    <a:pt x="59537" y="59550"/>
                  </a:lnTo>
                  <a:lnTo>
                    <a:pt x="16675" y="59550"/>
                  </a:lnTo>
                  <a:lnTo>
                    <a:pt x="16675" y="14287"/>
                  </a:lnTo>
                  <a:lnTo>
                    <a:pt x="56045" y="14287"/>
                  </a:lnTo>
                  <a:lnTo>
                    <a:pt x="61912" y="15481"/>
                  </a:lnTo>
                  <a:lnTo>
                    <a:pt x="64300" y="15481"/>
                  </a:lnTo>
                  <a:lnTo>
                    <a:pt x="78587" y="30962"/>
                  </a:lnTo>
                  <a:lnTo>
                    <a:pt x="78587" y="5334"/>
                  </a:lnTo>
                  <a:lnTo>
                    <a:pt x="72707" y="2387"/>
                  </a:lnTo>
                  <a:lnTo>
                    <a:pt x="66675" y="1193"/>
                  </a:lnTo>
                  <a:lnTo>
                    <a:pt x="61912" y="0"/>
                  </a:lnTo>
                  <a:lnTo>
                    <a:pt x="0" y="0"/>
                  </a:lnTo>
                  <a:lnTo>
                    <a:pt x="0" y="125044"/>
                  </a:lnTo>
                  <a:lnTo>
                    <a:pt x="16675" y="125044"/>
                  </a:lnTo>
                  <a:lnTo>
                    <a:pt x="16675" y="73837"/>
                  </a:lnTo>
                  <a:lnTo>
                    <a:pt x="48895" y="73837"/>
                  </a:lnTo>
                  <a:lnTo>
                    <a:pt x="85725" y="63119"/>
                  </a:lnTo>
                  <a:lnTo>
                    <a:pt x="87134" y="59550"/>
                  </a:lnTo>
                  <a:lnTo>
                    <a:pt x="96520" y="35725"/>
                  </a:lnTo>
                  <a:lnTo>
                    <a:pt x="96520" y="29768"/>
                  </a:lnTo>
                  <a:close/>
                </a:path>
                <a:path extrusionOk="0" h="162560" w="655320">
                  <a:moveTo>
                    <a:pt x="194157" y="78600"/>
                  </a:moveTo>
                  <a:lnTo>
                    <a:pt x="178600" y="42164"/>
                  </a:lnTo>
                  <a:lnTo>
                    <a:pt x="178600" y="79794"/>
                  </a:lnTo>
                  <a:lnTo>
                    <a:pt x="178206" y="86893"/>
                  </a:lnTo>
                  <a:lnTo>
                    <a:pt x="178130" y="88074"/>
                  </a:lnTo>
                  <a:lnTo>
                    <a:pt x="159550" y="114312"/>
                  </a:lnTo>
                  <a:lnTo>
                    <a:pt x="144145" y="114312"/>
                  </a:lnTo>
                  <a:lnTo>
                    <a:pt x="125095" y="79794"/>
                  </a:lnTo>
                  <a:lnTo>
                    <a:pt x="125552" y="71513"/>
                  </a:lnTo>
                  <a:lnTo>
                    <a:pt x="144145" y="45250"/>
                  </a:lnTo>
                  <a:lnTo>
                    <a:pt x="159550" y="45250"/>
                  </a:lnTo>
                  <a:lnTo>
                    <a:pt x="178600" y="79794"/>
                  </a:lnTo>
                  <a:lnTo>
                    <a:pt x="178600" y="42164"/>
                  </a:lnTo>
                  <a:lnTo>
                    <a:pt x="175691" y="39687"/>
                  </a:lnTo>
                  <a:lnTo>
                    <a:pt x="168503" y="35572"/>
                  </a:lnTo>
                  <a:lnTo>
                    <a:pt x="160439" y="33020"/>
                  </a:lnTo>
                  <a:lnTo>
                    <a:pt x="151295" y="32143"/>
                  </a:lnTo>
                  <a:lnTo>
                    <a:pt x="143433" y="32816"/>
                  </a:lnTo>
                  <a:lnTo>
                    <a:pt x="112979" y="58204"/>
                  </a:lnTo>
                  <a:lnTo>
                    <a:pt x="109537" y="79794"/>
                  </a:lnTo>
                  <a:lnTo>
                    <a:pt x="110236" y="90728"/>
                  </a:lnTo>
                  <a:lnTo>
                    <a:pt x="134581" y="124155"/>
                  </a:lnTo>
                  <a:lnTo>
                    <a:pt x="151295" y="127431"/>
                  </a:lnTo>
                  <a:lnTo>
                    <a:pt x="159550" y="127431"/>
                  </a:lnTo>
                  <a:lnTo>
                    <a:pt x="191617" y="100330"/>
                  </a:lnTo>
                  <a:lnTo>
                    <a:pt x="194132" y="79794"/>
                  </a:lnTo>
                  <a:lnTo>
                    <a:pt x="194157" y="78600"/>
                  </a:lnTo>
                  <a:close/>
                </a:path>
                <a:path extrusionOk="0" h="162560" w="655320">
                  <a:moveTo>
                    <a:pt x="227495" y="0"/>
                  </a:moveTo>
                  <a:lnTo>
                    <a:pt x="211937" y="0"/>
                  </a:lnTo>
                  <a:lnTo>
                    <a:pt x="211937" y="125044"/>
                  </a:lnTo>
                  <a:lnTo>
                    <a:pt x="227495" y="125044"/>
                  </a:lnTo>
                  <a:lnTo>
                    <a:pt x="227495" y="0"/>
                  </a:lnTo>
                  <a:close/>
                </a:path>
                <a:path extrusionOk="0" h="162560" w="655320">
                  <a:moveTo>
                    <a:pt x="325132" y="34531"/>
                  </a:moveTo>
                  <a:lnTo>
                    <a:pt x="309727" y="34531"/>
                  </a:lnTo>
                  <a:lnTo>
                    <a:pt x="290677" y="86931"/>
                  </a:lnTo>
                  <a:lnTo>
                    <a:pt x="285915" y="101219"/>
                  </a:lnTo>
                  <a:lnTo>
                    <a:pt x="284645" y="108369"/>
                  </a:lnTo>
                  <a:lnTo>
                    <a:pt x="277507" y="86931"/>
                  </a:lnTo>
                  <a:lnTo>
                    <a:pt x="258457" y="34531"/>
                  </a:lnTo>
                  <a:lnTo>
                    <a:pt x="241782" y="34531"/>
                  </a:lnTo>
                  <a:lnTo>
                    <a:pt x="276390" y="125044"/>
                  </a:lnTo>
                  <a:lnTo>
                    <a:pt x="276390" y="126238"/>
                  </a:lnTo>
                  <a:lnTo>
                    <a:pt x="275120" y="127431"/>
                  </a:lnTo>
                  <a:lnTo>
                    <a:pt x="275120" y="128625"/>
                  </a:lnTo>
                  <a:lnTo>
                    <a:pt x="272745" y="134569"/>
                  </a:lnTo>
                  <a:lnTo>
                    <a:pt x="271627" y="138150"/>
                  </a:lnTo>
                  <a:lnTo>
                    <a:pt x="270357" y="140525"/>
                  </a:lnTo>
                  <a:lnTo>
                    <a:pt x="269252" y="141719"/>
                  </a:lnTo>
                  <a:lnTo>
                    <a:pt x="267982" y="144094"/>
                  </a:lnTo>
                  <a:lnTo>
                    <a:pt x="263220" y="146481"/>
                  </a:lnTo>
                  <a:lnTo>
                    <a:pt x="251307" y="146481"/>
                  </a:lnTo>
                  <a:lnTo>
                    <a:pt x="248932" y="145288"/>
                  </a:lnTo>
                  <a:lnTo>
                    <a:pt x="250202" y="159575"/>
                  </a:lnTo>
                  <a:lnTo>
                    <a:pt x="257340" y="161963"/>
                  </a:lnTo>
                  <a:lnTo>
                    <a:pt x="265595" y="161963"/>
                  </a:lnTo>
                  <a:lnTo>
                    <a:pt x="269252" y="160769"/>
                  </a:lnTo>
                  <a:lnTo>
                    <a:pt x="276390" y="156006"/>
                  </a:lnTo>
                  <a:lnTo>
                    <a:pt x="279882" y="152438"/>
                  </a:lnTo>
                  <a:lnTo>
                    <a:pt x="282270" y="146481"/>
                  </a:lnTo>
                  <a:lnTo>
                    <a:pt x="284645" y="142913"/>
                  </a:lnTo>
                  <a:lnTo>
                    <a:pt x="287032" y="135763"/>
                  </a:lnTo>
                  <a:lnTo>
                    <a:pt x="325132" y="34531"/>
                  </a:lnTo>
                  <a:close/>
                </a:path>
                <a:path extrusionOk="0" h="162560" w="655320">
                  <a:moveTo>
                    <a:pt x="412127" y="61925"/>
                  </a:moveTo>
                  <a:lnTo>
                    <a:pt x="410857" y="57162"/>
                  </a:lnTo>
                  <a:lnTo>
                    <a:pt x="410857" y="54787"/>
                  </a:lnTo>
                  <a:lnTo>
                    <a:pt x="409740" y="50012"/>
                  </a:lnTo>
                  <a:lnTo>
                    <a:pt x="408470" y="46431"/>
                  </a:lnTo>
                  <a:lnTo>
                    <a:pt x="406095" y="42862"/>
                  </a:lnTo>
                  <a:lnTo>
                    <a:pt x="400215" y="36906"/>
                  </a:lnTo>
                  <a:lnTo>
                    <a:pt x="395452" y="35725"/>
                  </a:lnTo>
                  <a:lnTo>
                    <a:pt x="391807" y="33337"/>
                  </a:lnTo>
                  <a:lnTo>
                    <a:pt x="385927" y="32143"/>
                  </a:lnTo>
                  <a:lnTo>
                    <a:pt x="381165" y="32143"/>
                  </a:lnTo>
                  <a:lnTo>
                    <a:pt x="371970" y="33223"/>
                  </a:lnTo>
                  <a:lnTo>
                    <a:pt x="364147" y="36322"/>
                  </a:lnTo>
                  <a:lnTo>
                    <a:pt x="357682" y="41186"/>
                  </a:lnTo>
                  <a:lnTo>
                    <a:pt x="352590" y="47625"/>
                  </a:lnTo>
                  <a:lnTo>
                    <a:pt x="352590" y="34531"/>
                  </a:lnTo>
                  <a:lnTo>
                    <a:pt x="338302" y="34531"/>
                  </a:lnTo>
                  <a:lnTo>
                    <a:pt x="338302" y="125044"/>
                  </a:lnTo>
                  <a:lnTo>
                    <a:pt x="353707" y="125044"/>
                  </a:lnTo>
                  <a:lnTo>
                    <a:pt x="353707" y="64312"/>
                  </a:lnTo>
                  <a:lnTo>
                    <a:pt x="356082" y="55981"/>
                  </a:lnTo>
                  <a:lnTo>
                    <a:pt x="360845" y="52387"/>
                  </a:lnTo>
                  <a:lnTo>
                    <a:pt x="365607" y="47625"/>
                  </a:lnTo>
                  <a:lnTo>
                    <a:pt x="371640" y="45250"/>
                  </a:lnTo>
                  <a:lnTo>
                    <a:pt x="381165" y="45250"/>
                  </a:lnTo>
                  <a:lnTo>
                    <a:pt x="384657" y="46431"/>
                  </a:lnTo>
                  <a:lnTo>
                    <a:pt x="388315" y="48818"/>
                  </a:lnTo>
                  <a:lnTo>
                    <a:pt x="391807" y="50012"/>
                  </a:lnTo>
                  <a:lnTo>
                    <a:pt x="393077" y="52387"/>
                  </a:lnTo>
                  <a:lnTo>
                    <a:pt x="395452" y="59550"/>
                  </a:lnTo>
                  <a:lnTo>
                    <a:pt x="396570" y="64312"/>
                  </a:lnTo>
                  <a:lnTo>
                    <a:pt x="396570" y="125044"/>
                  </a:lnTo>
                  <a:lnTo>
                    <a:pt x="412127" y="125044"/>
                  </a:lnTo>
                  <a:lnTo>
                    <a:pt x="412127" y="61925"/>
                  </a:lnTo>
                  <a:close/>
                </a:path>
                <a:path extrusionOk="0" h="162560" w="655320">
                  <a:moveTo>
                    <a:pt x="514515" y="78600"/>
                  </a:moveTo>
                  <a:lnTo>
                    <a:pt x="498957" y="42151"/>
                  </a:lnTo>
                  <a:lnTo>
                    <a:pt x="498957" y="79794"/>
                  </a:lnTo>
                  <a:lnTo>
                    <a:pt x="498576" y="86893"/>
                  </a:lnTo>
                  <a:lnTo>
                    <a:pt x="498500" y="88074"/>
                  </a:lnTo>
                  <a:lnTo>
                    <a:pt x="479907" y="114312"/>
                  </a:lnTo>
                  <a:lnTo>
                    <a:pt x="464515" y="114312"/>
                  </a:lnTo>
                  <a:lnTo>
                    <a:pt x="445465" y="79794"/>
                  </a:lnTo>
                  <a:lnTo>
                    <a:pt x="445909" y="71513"/>
                  </a:lnTo>
                  <a:lnTo>
                    <a:pt x="464515" y="45250"/>
                  </a:lnTo>
                  <a:lnTo>
                    <a:pt x="479907" y="45250"/>
                  </a:lnTo>
                  <a:lnTo>
                    <a:pt x="498957" y="79794"/>
                  </a:lnTo>
                  <a:lnTo>
                    <a:pt x="498957" y="42151"/>
                  </a:lnTo>
                  <a:lnTo>
                    <a:pt x="496062" y="39687"/>
                  </a:lnTo>
                  <a:lnTo>
                    <a:pt x="488861" y="35572"/>
                  </a:lnTo>
                  <a:lnTo>
                    <a:pt x="480809" y="33020"/>
                  </a:lnTo>
                  <a:lnTo>
                    <a:pt x="471652" y="32143"/>
                  </a:lnTo>
                  <a:lnTo>
                    <a:pt x="463804" y="32816"/>
                  </a:lnTo>
                  <a:lnTo>
                    <a:pt x="432917" y="58204"/>
                  </a:lnTo>
                  <a:lnTo>
                    <a:pt x="429907" y="79794"/>
                  </a:lnTo>
                  <a:lnTo>
                    <a:pt x="430606" y="90728"/>
                  </a:lnTo>
                  <a:lnTo>
                    <a:pt x="454952" y="124155"/>
                  </a:lnTo>
                  <a:lnTo>
                    <a:pt x="471652" y="127431"/>
                  </a:lnTo>
                  <a:lnTo>
                    <a:pt x="479907" y="127431"/>
                  </a:lnTo>
                  <a:lnTo>
                    <a:pt x="511517" y="100330"/>
                  </a:lnTo>
                  <a:lnTo>
                    <a:pt x="514464" y="79794"/>
                  </a:lnTo>
                  <a:lnTo>
                    <a:pt x="514515" y="78600"/>
                  </a:lnTo>
                  <a:close/>
                </a:path>
                <a:path extrusionOk="0" h="162560" w="655320">
                  <a:moveTo>
                    <a:pt x="655015" y="52387"/>
                  </a:moveTo>
                  <a:lnTo>
                    <a:pt x="652640" y="45250"/>
                  </a:lnTo>
                  <a:lnTo>
                    <a:pt x="643115" y="35725"/>
                  </a:lnTo>
                  <a:lnTo>
                    <a:pt x="635965" y="32143"/>
                  </a:lnTo>
                  <a:lnTo>
                    <a:pt x="627557" y="32143"/>
                  </a:lnTo>
                  <a:lnTo>
                    <a:pt x="619074" y="33248"/>
                  </a:lnTo>
                  <a:lnTo>
                    <a:pt x="611479" y="36461"/>
                  </a:lnTo>
                  <a:lnTo>
                    <a:pt x="604786" y="41694"/>
                  </a:lnTo>
                  <a:lnTo>
                    <a:pt x="598982" y="48818"/>
                  </a:lnTo>
                  <a:lnTo>
                    <a:pt x="597865" y="44056"/>
                  </a:lnTo>
                  <a:lnTo>
                    <a:pt x="594220" y="39293"/>
                  </a:lnTo>
                  <a:lnTo>
                    <a:pt x="589457" y="36906"/>
                  </a:lnTo>
                  <a:lnTo>
                    <a:pt x="585965" y="33337"/>
                  </a:lnTo>
                  <a:lnTo>
                    <a:pt x="579932" y="32143"/>
                  </a:lnTo>
                  <a:lnTo>
                    <a:pt x="568020" y="32143"/>
                  </a:lnTo>
                  <a:lnTo>
                    <a:pt x="562152" y="33337"/>
                  </a:lnTo>
                  <a:lnTo>
                    <a:pt x="557390" y="36906"/>
                  </a:lnTo>
                  <a:lnTo>
                    <a:pt x="552627" y="39293"/>
                  </a:lnTo>
                  <a:lnTo>
                    <a:pt x="548970" y="42862"/>
                  </a:lnTo>
                  <a:lnTo>
                    <a:pt x="546595" y="47625"/>
                  </a:lnTo>
                  <a:lnTo>
                    <a:pt x="546595" y="34531"/>
                  </a:lnTo>
                  <a:lnTo>
                    <a:pt x="532307" y="34531"/>
                  </a:lnTo>
                  <a:lnTo>
                    <a:pt x="532307" y="125044"/>
                  </a:lnTo>
                  <a:lnTo>
                    <a:pt x="547865" y="125044"/>
                  </a:lnTo>
                  <a:lnTo>
                    <a:pt x="547865" y="70269"/>
                  </a:lnTo>
                  <a:lnTo>
                    <a:pt x="548970" y="63119"/>
                  </a:lnTo>
                  <a:lnTo>
                    <a:pt x="550240" y="59550"/>
                  </a:lnTo>
                  <a:lnTo>
                    <a:pt x="551357" y="54787"/>
                  </a:lnTo>
                  <a:lnTo>
                    <a:pt x="555002" y="51193"/>
                  </a:lnTo>
                  <a:lnTo>
                    <a:pt x="562152" y="46431"/>
                  </a:lnTo>
                  <a:lnTo>
                    <a:pt x="565645" y="45250"/>
                  </a:lnTo>
                  <a:lnTo>
                    <a:pt x="575170" y="45250"/>
                  </a:lnTo>
                  <a:lnTo>
                    <a:pt x="579932" y="47625"/>
                  </a:lnTo>
                  <a:lnTo>
                    <a:pt x="584695" y="54787"/>
                  </a:lnTo>
                  <a:lnTo>
                    <a:pt x="585965" y="59550"/>
                  </a:lnTo>
                  <a:lnTo>
                    <a:pt x="585965" y="125044"/>
                  </a:lnTo>
                  <a:lnTo>
                    <a:pt x="601357" y="125044"/>
                  </a:lnTo>
                  <a:lnTo>
                    <a:pt x="601357" y="63119"/>
                  </a:lnTo>
                  <a:lnTo>
                    <a:pt x="603745" y="55981"/>
                  </a:lnTo>
                  <a:lnTo>
                    <a:pt x="612152" y="47625"/>
                  </a:lnTo>
                  <a:lnTo>
                    <a:pt x="616915" y="45250"/>
                  </a:lnTo>
                  <a:lnTo>
                    <a:pt x="627557" y="45250"/>
                  </a:lnTo>
                  <a:lnTo>
                    <a:pt x="629932" y="46431"/>
                  </a:lnTo>
                  <a:lnTo>
                    <a:pt x="632320" y="48818"/>
                  </a:lnTo>
                  <a:lnTo>
                    <a:pt x="635965" y="50012"/>
                  </a:lnTo>
                  <a:lnTo>
                    <a:pt x="639457" y="57162"/>
                  </a:lnTo>
                  <a:lnTo>
                    <a:pt x="639457" y="125044"/>
                  </a:lnTo>
                  <a:lnTo>
                    <a:pt x="655015" y="125044"/>
                  </a:lnTo>
                  <a:lnTo>
                    <a:pt x="655015" y="523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4" name="Google Shape;434;p103"/>
            <p:cNvPicPr preferRelativeResize="0"/>
            <p:nvPr/>
          </p:nvPicPr>
          <p:blipFill rotWithShape="1">
            <a:blip r:embed="rId13">
              <a:alphaModFix/>
            </a:blip>
            <a:srcRect b="0" l="0" r="0" t="0"/>
            <a:stretch/>
          </p:blipFill>
          <p:spPr>
            <a:xfrm>
              <a:off x="6333721" y="5845031"/>
              <a:ext cx="151132" cy="127427"/>
            </a:xfrm>
            <a:prstGeom prst="rect">
              <a:avLst/>
            </a:prstGeom>
            <a:noFill/>
            <a:ln>
              <a:noFill/>
            </a:ln>
          </p:spPr>
        </p:pic>
      </p:grpSp>
      <p:grpSp>
        <p:nvGrpSpPr>
          <p:cNvPr id="435" name="Google Shape;435;p103"/>
          <p:cNvGrpSpPr/>
          <p:nvPr/>
        </p:nvGrpSpPr>
        <p:grpSpPr>
          <a:xfrm>
            <a:off x="5949781" y="7153131"/>
            <a:ext cx="552619" cy="161955"/>
            <a:chOff x="6558674" y="5845031"/>
            <a:chExt cx="552619" cy="161955"/>
          </a:xfrm>
        </p:grpSpPr>
        <p:pic>
          <p:nvPicPr>
            <p:cNvPr id="436" name="Google Shape;436;p103"/>
            <p:cNvPicPr preferRelativeResize="0"/>
            <p:nvPr/>
          </p:nvPicPr>
          <p:blipFill rotWithShape="1">
            <a:blip r:embed="rId14">
              <a:alphaModFix/>
            </a:blip>
            <a:srcRect b="0" l="0" r="0" t="0"/>
            <a:stretch/>
          </p:blipFill>
          <p:spPr>
            <a:xfrm>
              <a:off x="6558674" y="5845031"/>
              <a:ext cx="295438" cy="161955"/>
            </a:xfrm>
            <a:prstGeom prst="rect">
              <a:avLst/>
            </a:prstGeom>
            <a:noFill/>
            <a:ln>
              <a:noFill/>
            </a:ln>
          </p:spPr>
        </p:pic>
        <p:pic>
          <p:nvPicPr>
            <p:cNvPr id="437" name="Google Shape;437;p103"/>
            <p:cNvPicPr preferRelativeResize="0"/>
            <p:nvPr/>
          </p:nvPicPr>
          <p:blipFill rotWithShape="1">
            <a:blip r:embed="rId15">
              <a:alphaModFix/>
            </a:blip>
            <a:srcRect b="0" l="0" r="0" t="0"/>
            <a:stretch/>
          </p:blipFill>
          <p:spPr>
            <a:xfrm>
              <a:off x="6877927" y="5877178"/>
              <a:ext cx="233366" cy="95281"/>
            </a:xfrm>
            <a:prstGeom prst="rect">
              <a:avLst/>
            </a:prstGeom>
            <a:noFill/>
            <a:ln>
              <a:noFill/>
            </a:ln>
          </p:spPr>
        </p:pic>
      </p:grpSp>
      <p:grpSp>
        <p:nvGrpSpPr>
          <p:cNvPr id="438" name="Google Shape;438;p103"/>
          <p:cNvGrpSpPr/>
          <p:nvPr/>
        </p:nvGrpSpPr>
        <p:grpSpPr>
          <a:xfrm>
            <a:off x="2122468" y="6488811"/>
            <a:ext cx="259808" cy="152442"/>
            <a:chOff x="3101666" y="5406758"/>
            <a:chExt cx="259808" cy="152442"/>
          </a:xfrm>
        </p:grpSpPr>
        <p:sp>
          <p:nvSpPr>
            <p:cNvPr id="439" name="Google Shape;439;p103"/>
            <p:cNvSpPr/>
            <p:nvPr/>
          </p:nvSpPr>
          <p:spPr>
            <a:xfrm>
              <a:off x="3101666" y="5443679"/>
              <a:ext cx="41910" cy="114935"/>
            </a:xfrm>
            <a:custGeom>
              <a:rect b="b" l="l" r="r" t="t"/>
              <a:pathLst>
                <a:path extrusionOk="0" h="114935" w="41910">
                  <a:moveTo>
                    <a:pt x="41671" y="0"/>
                  </a:moveTo>
                  <a:lnTo>
                    <a:pt x="32146" y="0"/>
                  </a:lnTo>
                  <a:lnTo>
                    <a:pt x="29764" y="4762"/>
                  </a:lnTo>
                  <a:lnTo>
                    <a:pt x="26193" y="9523"/>
                  </a:lnTo>
                  <a:lnTo>
                    <a:pt x="20239" y="14287"/>
                  </a:lnTo>
                  <a:lnTo>
                    <a:pt x="14286" y="20239"/>
                  </a:lnTo>
                  <a:lnTo>
                    <a:pt x="7142" y="25003"/>
                  </a:lnTo>
                  <a:lnTo>
                    <a:pt x="0" y="28573"/>
                  </a:lnTo>
                  <a:lnTo>
                    <a:pt x="0" y="41687"/>
                  </a:lnTo>
                  <a:lnTo>
                    <a:pt x="3569" y="40497"/>
                  </a:lnTo>
                  <a:lnTo>
                    <a:pt x="8333" y="38115"/>
                  </a:lnTo>
                  <a:lnTo>
                    <a:pt x="14286" y="34542"/>
                  </a:lnTo>
                  <a:lnTo>
                    <a:pt x="19050" y="30972"/>
                  </a:lnTo>
                  <a:lnTo>
                    <a:pt x="23811" y="28573"/>
                  </a:lnTo>
                  <a:lnTo>
                    <a:pt x="27383" y="25003"/>
                  </a:lnTo>
                  <a:lnTo>
                    <a:pt x="27383" y="114331"/>
                  </a:lnTo>
                  <a:lnTo>
                    <a:pt x="41671" y="114331"/>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0" name="Google Shape;440;p103"/>
            <p:cNvPicPr preferRelativeResize="0"/>
            <p:nvPr/>
          </p:nvPicPr>
          <p:blipFill rotWithShape="1">
            <a:blip r:embed="rId16">
              <a:alphaModFix/>
            </a:blip>
            <a:srcRect b="0" l="0" r="0" t="0"/>
            <a:stretch/>
          </p:blipFill>
          <p:spPr>
            <a:xfrm>
              <a:off x="3179074" y="5443679"/>
              <a:ext cx="73819" cy="115521"/>
            </a:xfrm>
            <a:prstGeom prst="rect">
              <a:avLst/>
            </a:prstGeom>
            <a:noFill/>
            <a:ln>
              <a:noFill/>
            </a:ln>
          </p:spPr>
        </p:pic>
        <p:sp>
          <p:nvSpPr>
            <p:cNvPr id="441" name="Google Shape;441;p103"/>
            <p:cNvSpPr/>
            <p:nvPr/>
          </p:nvSpPr>
          <p:spPr>
            <a:xfrm>
              <a:off x="3271939" y="5406758"/>
              <a:ext cx="89535" cy="80010"/>
            </a:xfrm>
            <a:custGeom>
              <a:rect b="b" l="l" r="r" t="t"/>
              <a:pathLst>
                <a:path extrusionOk="0" h="80010" w="89535">
                  <a:moveTo>
                    <a:pt x="30962" y="46456"/>
                  </a:moveTo>
                  <a:lnTo>
                    <a:pt x="0" y="46456"/>
                  </a:lnTo>
                  <a:lnTo>
                    <a:pt x="0" y="55981"/>
                  </a:lnTo>
                  <a:lnTo>
                    <a:pt x="30962" y="55981"/>
                  </a:lnTo>
                  <a:lnTo>
                    <a:pt x="30962" y="46456"/>
                  </a:lnTo>
                  <a:close/>
                </a:path>
                <a:path extrusionOk="0" h="80010" w="89535">
                  <a:moveTo>
                    <a:pt x="89319" y="15494"/>
                  </a:moveTo>
                  <a:lnTo>
                    <a:pt x="86931" y="10731"/>
                  </a:lnTo>
                  <a:lnTo>
                    <a:pt x="83362" y="5969"/>
                  </a:lnTo>
                  <a:lnTo>
                    <a:pt x="78587" y="2387"/>
                  </a:lnTo>
                  <a:lnTo>
                    <a:pt x="72631" y="0"/>
                  </a:lnTo>
                  <a:lnTo>
                    <a:pt x="57150" y="0"/>
                  </a:lnTo>
                  <a:lnTo>
                    <a:pt x="51206" y="1193"/>
                  </a:lnTo>
                  <a:lnTo>
                    <a:pt x="42862" y="9537"/>
                  </a:lnTo>
                  <a:lnTo>
                    <a:pt x="39293" y="15494"/>
                  </a:lnTo>
                  <a:lnTo>
                    <a:pt x="39293" y="22644"/>
                  </a:lnTo>
                  <a:lnTo>
                    <a:pt x="48818" y="23825"/>
                  </a:lnTo>
                  <a:lnTo>
                    <a:pt x="48818" y="19062"/>
                  </a:lnTo>
                  <a:lnTo>
                    <a:pt x="50012" y="14300"/>
                  </a:lnTo>
                  <a:lnTo>
                    <a:pt x="53581" y="11925"/>
                  </a:lnTo>
                  <a:lnTo>
                    <a:pt x="55968" y="9537"/>
                  </a:lnTo>
                  <a:lnTo>
                    <a:pt x="59537" y="7162"/>
                  </a:lnTo>
                  <a:lnTo>
                    <a:pt x="69062" y="7162"/>
                  </a:lnTo>
                  <a:lnTo>
                    <a:pt x="72631" y="9537"/>
                  </a:lnTo>
                  <a:lnTo>
                    <a:pt x="75018" y="11925"/>
                  </a:lnTo>
                  <a:lnTo>
                    <a:pt x="78587" y="14300"/>
                  </a:lnTo>
                  <a:lnTo>
                    <a:pt x="79781" y="17881"/>
                  </a:lnTo>
                  <a:lnTo>
                    <a:pt x="79781" y="25019"/>
                  </a:lnTo>
                  <a:lnTo>
                    <a:pt x="78587" y="29781"/>
                  </a:lnTo>
                  <a:lnTo>
                    <a:pt x="75018" y="33350"/>
                  </a:lnTo>
                  <a:lnTo>
                    <a:pt x="71437" y="38112"/>
                  </a:lnTo>
                  <a:lnTo>
                    <a:pt x="66675" y="42875"/>
                  </a:lnTo>
                  <a:lnTo>
                    <a:pt x="57150" y="50025"/>
                  </a:lnTo>
                  <a:lnTo>
                    <a:pt x="52387" y="54787"/>
                  </a:lnTo>
                  <a:lnTo>
                    <a:pt x="47625" y="58356"/>
                  </a:lnTo>
                  <a:lnTo>
                    <a:pt x="45250" y="61925"/>
                  </a:lnTo>
                  <a:lnTo>
                    <a:pt x="41681" y="65506"/>
                  </a:lnTo>
                  <a:lnTo>
                    <a:pt x="39293" y="69088"/>
                  </a:lnTo>
                  <a:lnTo>
                    <a:pt x="38100" y="72656"/>
                  </a:lnTo>
                  <a:lnTo>
                    <a:pt x="38100" y="75044"/>
                  </a:lnTo>
                  <a:lnTo>
                    <a:pt x="36918" y="77419"/>
                  </a:lnTo>
                  <a:lnTo>
                    <a:pt x="36918" y="79806"/>
                  </a:lnTo>
                  <a:lnTo>
                    <a:pt x="89319" y="79806"/>
                  </a:lnTo>
                  <a:lnTo>
                    <a:pt x="89319" y="70281"/>
                  </a:lnTo>
                  <a:lnTo>
                    <a:pt x="51206" y="70281"/>
                  </a:lnTo>
                  <a:lnTo>
                    <a:pt x="52387" y="67894"/>
                  </a:lnTo>
                  <a:lnTo>
                    <a:pt x="53581" y="66713"/>
                  </a:lnTo>
                  <a:lnTo>
                    <a:pt x="54775" y="64312"/>
                  </a:lnTo>
                  <a:lnTo>
                    <a:pt x="55968" y="63119"/>
                  </a:lnTo>
                  <a:lnTo>
                    <a:pt x="60731" y="59550"/>
                  </a:lnTo>
                  <a:lnTo>
                    <a:pt x="66675" y="54787"/>
                  </a:lnTo>
                  <a:lnTo>
                    <a:pt x="72631" y="48831"/>
                  </a:lnTo>
                  <a:lnTo>
                    <a:pt x="78587" y="44069"/>
                  </a:lnTo>
                  <a:lnTo>
                    <a:pt x="80962" y="40500"/>
                  </a:lnTo>
                  <a:lnTo>
                    <a:pt x="84556" y="38112"/>
                  </a:lnTo>
                  <a:lnTo>
                    <a:pt x="85750" y="34544"/>
                  </a:lnTo>
                  <a:lnTo>
                    <a:pt x="88125" y="30975"/>
                  </a:lnTo>
                  <a:lnTo>
                    <a:pt x="89319" y="28587"/>
                  </a:lnTo>
                  <a:lnTo>
                    <a:pt x="89319" y="15494"/>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42" name="Google Shape;442;p103"/>
          <p:cNvGrpSpPr/>
          <p:nvPr/>
        </p:nvGrpSpPr>
        <p:grpSpPr>
          <a:xfrm>
            <a:off x="1971241" y="1803022"/>
            <a:ext cx="245838" cy="152394"/>
            <a:chOff x="3101666" y="1776831"/>
            <a:chExt cx="245838" cy="152394"/>
          </a:xfrm>
        </p:grpSpPr>
        <p:sp>
          <p:nvSpPr>
            <p:cNvPr id="443" name="Google Shape;443;p103"/>
            <p:cNvSpPr/>
            <p:nvPr/>
          </p:nvSpPr>
          <p:spPr>
            <a:xfrm>
              <a:off x="3101666" y="1813655"/>
              <a:ext cx="41910" cy="113664"/>
            </a:xfrm>
            <a:custGeom>
              <a:rect b="b" l="l" r="r" t="t"/>
              <a:pathLst>
                <a:path extrusionOk="0" h="113664" w="41910">
                  <a:moveTo>
                    <a:pt x="41671" y="0"/>
                  </a:moveTo>
                  <a:lnTo>
                    <a:pt x="32146" y="0"/>
                  </a:lnTo>
                  <a:lnTo>
                    <a:pt x="29764" y="4761"/>
                  </a:lnTo>
                  <a:lnTo>
                    <a:pt x="26193" y="9525"/>
                  </a:lnTo>
                  <a:lnTo>
                    <a:pt x="20239" y="14286"/>
                  </a:lnTo>
                  <a:lnTo>
                    <a:pt x="14286" y="20320"/>
                  </a:lnTo>
                  <a:lnTo>
                    <a:pt x="7142" y="23811"/>
                  </a:lnTo>
                  <a:lnTo>
                    <a:pt x="0" y="28575"/>
                  </a:lnTo>
                  <a:lnTo>
                    <a:pt x="0" y="41751"/>
                  </a:lnTo>
                  <a:lnTo>
                    <a:pt x="3569" y="40481"/>
                  </a:lnTo>
                  <a:lnTo>
                    <a:pt x="8333" y="38100"/>
                  </a:lnTo>
                  <a:lnTo>
                    <a:pt x="14286" y="34606"/>
                  </a:lnTo>
                  <a:lnTo>
                    <a:pt x="19050" y="30956"/>
                  </a:lnTo>
                  <a:lnTo>
                    <a:pt x="27383" y="25081"/>
                  </a:lnTo>
                  <a:lnTo>
                    <a:pt x="27383" y="113187"/>
                  </a:lnTo>
                  <a:lnTo>
                    <a:pt x="41671" y="113187"/>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4" name="Google Shape;444;p103"/>
            <p:cNvPicPr preferRelativeResize="0"/>
            <p:nvPr/>
          </p:nvPicPr>
          <p:blipFill rotWithShape="1">
            <a:blip r:embed="rId17">
              <a:alphaModFix/>
            </a:blip>
            <a:srcRect b="0" l="0" r="0" t="0"/>
            <a:stretch/>
          </p:blipFill>
          <p:spPr>
            <a:xfrm>
              <a:off x="3179074" y="1813655"/>
              <a:ext cx="73819" cy="115570"/>
            </a:xfrm>
            <a:prstGeom prst="rect">
              <a:avLst/>
            </a:prstGeom>
            <a:noFill/>
            <a:ln>
              <a:noFill/>
            </a:ln>
          </p:spPr>
        </p:pic>
        <p:sp>
          <p:nvSpPr>
            <p:cNvPr id="445" name="Google Shape;445;p103"/>
            <p:cNvSpPr/>
            <p:nvPr/>
          </p:nvSpPr>
          <p:spPr>
            <a:xfrm>
              <a:off x="3271939" y="1776831"/>
              <a:ext cx="75565" cy="80010"/>
            </a:xfrm>
            <a:custGeom>
              <a:rect b="b" l="l" r="r" t="t"/>
              <a:pathLst>
                <a:path extrusionOk="0" h="80010" w="75564">
                  <a:moveTo>
                    <a:pt x="30962" y="45237"/>
                  </a:moveTo>
                  <a:lnTo>
                    <a:pt x="0" y="45237"/>
                  </a:lnTo>
                  <a:lnTo>
                    <a:pt x="0" y="55880"/>
                  </a:lnTo>
                  <a:lnTo>
                    <a:pt x="30962" y="55880"/>
                  </a:lnTo>
                  <a:lnTo>
                    <a:pt x="30962" y="45237"/>
                  </a:lnTo>
                  <a:close/>
                </a:path>
                <a:path extrusionOk="0" h="80010" w="75564">
                  <a:moveTo>
                    <a:pt x="75018" y="0"/>
                  </a:moveTo>
                  <a:lnTo>
                    <a:pt x="69075" y="0"/>
                  </a:lnTo>
                  <a:lnTo>
                    <a:pt x="64312" y="7137"/>
                  </a:lnTo>
                  <a:lnTo>
                    <a:pt x="60744" y="10629"/>
                  </a:lnTo>
                  <a:lnTo>
                    <a:pt x="55968" y="14287"/>
                  </a:lnTo>
                  <a:lnTo>
                    <a:pt x="46443" y="19050"/>
                  </a:lnTo>
                  <a:lnTo>
                    <a:pt x="46443" y="28575"/>
                  </a:lnTo>
                  <a:lnTo>
                    <a:pt x="48818" y="27305"/>
                  </a:lnTo>
                  <a:lnTo>
                    <a:pt x="52387" y="26187"/>
                  </a:lnTo>
                  <a:lnTo>
                    <a:pt x="63119" y="19050"/>
                  </a:lnTo>
                  <a:lnTo>
                    <a:pt x="65493" y="16662"/>
                  </a:lnTo>
                  <a:lnTo>
                    <a:pt x="65493" y="79692"/>
                  </a:lnTo>
                  <a:lnTo>
                    <a:pt x="75018" y="79692"/>
                  </a:lnTo>
                  <a:lnTo>
                    <a:pt x="7501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6" name="Google Shape;446;p103"/>
          <p:cNvSpPr/>
          <p:nvPr/>
        </p:nvSpPr>
        <p:spPr>
          <a:xfrm>
            <a:off x="1979638" y="3791822"/>
            <a:ext cx="161290" cy="643255"/>
          </a:xfrm>
          <a:custGeom>
            <a:rect b="b" l="l" r="r" t="t"/>
            <a:pathLst>
              <a:path extrusionOk="0" h="643254" w="161289">
                <a:moveTo>
                  <a:pt x="125031" y="526415"/>
                </a:moveTo>
                <a:lnTo>
                  <a:pt x="72644" y="547839"/>
                </a:lnTo>
                <a:lnTo>
                  <a:pt x="72644" y="564515"/>
                </a:lnTo>
                <a:lnTo>
                  <a:pt x="72644" y="607377"/>
                </a:lnTo>
                <a:lnTo>
                  <a:pt x="36906" y="593090"/>
                </a:lnTo>
                <a:lnTo>
                  <a:pt x="20231" y="588327"/>
                </a:lnTo>
                <a:lnTo>
                  <a:pt x="13106" y="587057"/>
                </a:lnTo>
                <a:lnTo>
                  <a:pt x="18173" y="585241"/>
                </a:lnTo>
                <a:lnTo>
                  <a:pt x="24257" y="583196"/>
                </a:lnTo>
                <a:lnTo>
                  <a:pt x="31013" y="580707"/>
                </a:lnTo>
                <a:lnTo>
                  <a:pt x="38100" y="577532"/>
                </a:lnTo>
                <a:lnTo>
                  <a:pt x="72644" y="564515"/>
                </a:lnTo>
                <a:lnTo>
                  <a:pt x="72644" y="547839"/>
                </a:lnTo>
                <a:lnTo>
                  <a:pt x="0" y="577532"/>
                </a:lnTo>
                <a:lnTo>
                  <a:pt x="0" y="595477"/>
                </a:lnTo>
                <a:lnTo>
                  <a:pt x="125031" y="643102"/>
                </a:lnTo>
                <a:lnTo>
                  <a:pt x="125031" y="625157"/>
                </a:lnTo>
                <a:lnTo>
                  <a:pt x="86931" y="612140"/>
                </a:lnTo>
                <a:lnTo>
                  <a:pt x="86931" y="607377"/>
                </a:lnTo>
                <a:lnTo>
                  <a:pt x="86931" y="559752"/>
                </a:lnTo>
                <a:lnTo>
                  <a:pt x="125031" y="545465"/>
                </a:lnTo>
                <a:lnTo>
                  <a:pt x="125031" y="526415"/>
                </a:lnTo>
                <a:close/>
              </a:path>
              <a:path extrusionOk="0" h="643254" w="161289">
                <a:moveTo>
                  <a:pt x="125031" y="475145"/>
                </a:moveTo>
                <a:lnTo>
                  <a:pt x="33337" y="441807"/>
                </a:lnTo>
                <a:lnTo>
                  <a:pt x="33337" y="457365"/>
                </a:lnTo>
                <a:lnTo>
                  <a:pt x="89319" y="477520"/>
                </a:lnTo>
                <a:lnTo>
                  <a:pt x="96456" y="479907"/>
                </a:lnTo>
                <a:lnTo>
                  <a:pt x="105981" y="482282"/>
                </a:lnTo>
                <a:lnTo>
                  <a:pt x="94081" y="487045"/>
                </a:lnTo>
                <a:lnTo>
                  <a:pt x="88125" y="488315"/>
                </a:lnTo>
                <a:lnTo>
                  <a:pt x="33337" y="508482"/>
                </a:lnTo>
                <a:lnTo>
                  <a:pt x="33337" y="524040"/>
                </a:lnTo>
                <a:lnTo>
                  <a:pt x="125031" y="489432"/>
                </a:lnTo>
                <a:lnTo>
                  <a:pt x="125031" y="475145"/>
                </a:lnTo>
                <a:close/>
              </a:path>
              <a:path extrusionOk="0" h="643254" w="161289">
                <a:moveTo>
                  <a:pt x="125031" y="315595"/>
                </a:moveTo>
                <a:lnTo>
                  <a:pt x="70269" y="315595"/>
                </a:lnTo>
                <a:lnTo>
                  <a:pt x="59550" y="313220"/>
                </a:lnTo>
                <a:lnTo>
                  <a:pt x="55981" y="311950"/>
                </a:lnTo>
                <a:lnTo>
                  <a:pt x="52387" y="309562"/>
                </a:lnTo>
                <a:lnTo>
                  <a:pt x="51206" y="307187"/>
                </a:lnTo>
                <a:lnTo>
                  <a:pt x="48818" y="304800"/>
                </a:lnTo>
                <a:lnTo>
                  <a:pt x="47625" y="301307"/>
                </a:lnTo>
                <a:lnTo>
                  <a:pt x="47625" y="294170"/>
                </a:lnTo>
                <a:lnTo>
                  <a:pt x="48818" y="290512"/>
                </a:lnTo>
                <a:lnTo>
                  <a:pt x="51206" y="287020"/>
                </a:lnTo>
                <a:lnTo>
                  <a:pt x="36906" y="280987"/>
                </a:lnTo>
                <a:lnTo>
                  <a:pt x="33337" y="287020"/>
                </a:lnTo>
                <a:lnTo>
                  <a:pt x="32156" y="291782"/>
                </a:lnTo>
                <a:lnTo>
                  <a:pt x="32156" y="301307"/>
                </a:lnTo>
                <a:lnTo>
                  <a:pt x="33337" y="303695"/>
                </a:lnTo>
                <a:lnTo>
                  <a:pt x="34531" y="307187"/>
                </a:lnTo>
                <a:lnTo>
                  <a:pt x="36906" y="310832"/>
                </a:lnTo>
                <a:lnTo>
                  <a:pt x="41681" y="313220"/>
                </a:lnTo>
                <a:lnTo>
                  <a:pt x="47625" y="316712"/>
                </a:lnTo>
                <a:lnTo>
                  <a:pt x="33337" y="316712"/>
                </a:lnTo>
                <a:lnTo>
                  <a:pt x="33337" y="331000"/>
                </a:lnTo>
                <a:lnTo>
                  <a:pt x="125031" y="331000"/>
                </a:lnTo>
                <a:lnTo>
                  <a:pt x="125031" y="315595"/>
                </a:lnTo>
                <a:close/>
              </a:path>
              <a:path extrusionOk="0" h="643254" w="161289">
                <a:moveTo>
                  <a:pt x="126225" y="389420"/>
                </a:moveTo>
                <a:lnTo>
                  <a:pt x="107175" y="352425"/>
                </a:lnTo>
                <a:lnTo>
                  <a:pt x="97650" y="350050"/>
                </a:lnTo>
                <a:lnTo>
                  <a:pt x="95275" y="365607"/>
                </a:lnTo>
                <a:lnTo>
                  <a:pt x="102412" y="367982"/>
                </a:lnTo>
                <a:lnTo>
                  <a:pt x="107175" y="371475"/>
                </a:lnTo>
                <a:lnTo>
                  <a:pt x="109562" y="375132"/>
                </a:lnTo>
                <a:lnTo>
                  <a:pt x="111937" y="378625"/>
                </a:lnTo>
                <a:lnTo>
                  <a:pt x="114325" y="383387"/>
                </a:lnTo>
                <a:lnTo>
                  <a:pt x="114325" y="397675"/>
                </a:lnTo>
                <a:lnTo>
                  <a:pt x="110744" y="403707"/>
                </a:lnTo>
                <a:lnTo>
                  <a:pt x="101219" y="413232"/>
                </a:lnTo>
                <a:lnTo>
                  <a:pt x="92887" y="416877"/>
                </a:lnTo>
                <a:lnTo>
                  <a:pt x="83362" y="416877"/>
                </a:lnTo>
                <a:lnTo>
                  <a:pt x="83362" y="415607"/>
                </a:lnTo>
                <a:lnTo>
                  <a:pt x="83362" y="348932"/>
                </a:lnTo>
                <a:lnTo>
                  <a:pt x="78600" y="348932"/>
                </a:lnTo>
                <a:lnTo>
                  <a:pt x="70269" y="349643"/>
                </a:lnTo>
                <a:lnTo>
                  <a:pt x="70269" y="365607"/>
                </a:lnTo>
                <a:lnTo>
                  <a:pt x="70269" y="415607"/>
                </a:lnTo>
                <a:lnTo>
                  <a:pt x="63119" y="415607"/>
                </a:lnTo>
                <a:lnTo>
                  <a:pt x="55981" y="413232"/>
                </a:lnTo>
                <a:lnTo>
                  <a:pt x="46443" y="403707"/>
                </a:lnTo>
                <a:lnTo>
                  <a:pt x="44056" y="397675"/>
                </a:lnTo>
                <a:lnTo>
                  <a:pt x="44056" y="382270"/>
                </a:lnTo>
                <a:lnTo>
                  <a:pt x="47625" y="376237"/>
                </a:lnTo>
                <a:lnTo>
                  <a:pt x="53594" y="371475"/>
                </a:lnTo>
                <a:lnTo>
                  <a:pt x="57175" y="367982"/>
                </a:lnTo>
                <a:lnTo>
                  <a:pt x="63119" y="366712"/>
                </a:lnTo>
                <a:lnTo>
                  <a:pt x="70269" y="365607"/>
                </a:lnTo>
                <a:lnTo>
                  <a:pt x="70269" y="349643"/>
                </a:lnTo>
                <a:lnTo>
                  <a:pt x="34975" y="373900"/>
                </a:lnTo>
                <a:lnTo>
                  <a:pt x="32156" y="390525"/>
                </a:lnTo>
                <a:lnTo>
                  <a:pt x="32715" y="397675"/>
                </a:lnTo>
                <a:lnTo>
                  <a:pt x="32842" y="399237"/>
                </a:lnTo>
                <a:lnTo>
                  <a:pt x="59245" y="429641"/>
                </a:lnTo>
                <a:lnTo>
                  <a:pt x="79794" y="432282"/>
                </a:lnTo>
                <a:lnTo>
                  <a:pt x="90551" y="431622"/>
                </a:lnTo>
                <a:lnTo>
                  <a:pt x="99733" y="429641"/>
                </a:lnTo>
                <a:lnTo>
                  <a:pt x="107581" y="426326"/>
                </a:lnTo>
                <a:lnTo>
                  <a:pt x="114325" y="421640"/>
                </a:lnTo>
                <a:lnTo>
                  <a:pt x="118110" y="416877"/>
                </a:lnTo>
                <a:lnTo>
                  <a:pt x="119697" y="414896"/>
                </a:lnTo>
                <a:lnTo>
                  <a:pt x="123405" y="407263"/>
                </a:lnTo>
                <a:lnTo>
                  <a:pt x="125412" y="399237"/>
                </a:lnTo>
                <a:lnTo>
                  <a:pt x="125539" y="398767"/>
                </a:lnTo>
                <a:lnTo>
                  <a:pt x="126136" y="390525"/>
                </a:lnTo>
                <a:lnTo>
                  <a:pt x="126225" y="389420"/>
                </a:lnTo>
                <a:close/>
              </a:path>
              <a:path extrusionOk="0" h="643254" w="161289">
                <a:moveTo>
                  <a:pt x="126225" y="240512"/>
                </a:moveTo>
                <a:lnTo>
                  <a:pt x="114325" y="214680"/>
                </a:lnTo>
                <a:lnTo>
                  <a:pt x="114325" y="237020"/>
                </a:lnTo>
                <a:lnTo>
                  <a:pt x="114325" y="248920"/>
                </a:lnTo>
                <a:lnTo>
                  <a:pt x="113131" y="253682"/>
                </a:lnTo>
                <a:lnTo>
                  <a:pt x="110744" y="257175"/>
                </a:lnTo>
                <a:lnTo>
                  <a:pt x="107175" y="259562"/>
                </a:lnTo>
                <a:lnTo>
                  <a:pt x="104800" y="260832"/>
                </a:lnTo>
                <a:lnTo>
                  <a:pt x="95275" y="260832"/>
                </a:lnTo>
                <a:lnTo>
                  <a:pt x="92887" y="259562"/>
                </a:lnTo>
                <a:lnTo>
                  <a:pt x="90512" y="257175"/>
                </a:lnTo>
                <a:lnTo>
                  <a:pt x="89319" y="256070"/>
                </a:lnTo>
                <a:lnTo>
                  <a:pt x="88125" y="253682"/>
                </a:lnTo>
                <a:lnTo>
                  <a:pt x="86931" y="250037"/>
                </a:lnTo>
                <a:lnTo>
                  <a:pt x="85750" y="246545"/>
                </a:lnTo>
                <a:lnTo>
                  <a:pt x="84556" y="239395"/>
                </a:lnTo>
                <a:lnTo>
                  <a:pt x="83451" y="231775"/>
                </a:lnTo>
                <a:lnTo>
                  <a:pt x="82029" y="225069"/>
                </a:lnTo>
                <a:lnTo>
                  <a:pt x="80416" y="219481"/>
                </a:lnTo>
                <a:lnTo>
                  <a:pt x="80302" y="219075"/>
                </a:lnTo>
                <a:lnTo>
                  <a:pt x="78600" y="214312"/>
                </a:lnTo>
                <a:lnTo>
                  <a:pt x="91694" y="214312"/>
                </a:lnTo>
                <a:lnTo>
                  <a:pt x="114325" y="237020"/>
                </a:lnTo>
                <a:lnTo>
                  <a:pt x="114325" y="214680"/>
                </a:lnTo>
                <a:lnTo>
                  <a:pt x="114020" y="214312"/>
                </a:lnTo>
                <a:lnTo>
                  <a:pt x="113131" y="213207"/>
                </a:lnTo>
                <a:lnTo>
                  <a:pt x="117894" y="213207"/>
                </a:lnTo>
                <a:lnTo>
                  <a:pt x="121462" y="211937"/>
                </a:lnTo>
                <a:lnTo>
                  <a:pt x="125031" y="210820"/>
                </a:lnTo>
                <a:lnTo>
                  <a:pt x="125031" y="194157"/>
                </a:lnTo>
                <a:lnTo>
                  <a:pt x="121462" y="196532"/>
                </a:lnTo>
                <a:lnTo>
                  <a:pt x="117894" y="197650"/>
                </a:lnTo>
                <a:lnTo>
                  <a:pt x="113131" y="197650"/>
                </a:lnTo>
                <a:lnTo>
                  <a:pt x="109537" y="198386"/>
                </a:lnTo>
                <a:lnTo>
                  <a:pt x="104051" y="198755"/>
                </a:lnTo>
                <a:lnTo>
                  <a:pt x="95110" y="198920"/>
                </a:lnTo>
                <a:lnTo>
                  <a:pt x="54787" y="198920"/>
                </a:lnTo>
                <a:lnTo>
                  <a:pt x="52387" y="200025"/>
                </a:lnTo>
                <a:lnTo>
                  <a:pt x="32156" y="241782"/>
                </a:lnTo>
                <a:lnTo>
                  <a:pt x="33337" y="248920"/>
                </a:lnTo>
                <a:lnTo>
                  <a:pt x="34531" y="254800"/>
                </a:lnTo>
                <a:lnTo>
                  <a:pt x="36906" y="260832"/>
                </a:lnTo>
                <a:lnTo>
                  <a:pt x="40487" y="265595"/>
                </a:lnTo>
                <a:lnTo>
                  <a:pt x="44056" y="267970"/>
                </a:lnTo>
                <a:lnTo>
                  <a:pt x="47625" y="271462"/>
                </a:lnTo>
                <a:lnTo>
                  <a:pt x="53594" y="273850"/>
                </a:lnTo>
                <a:lnTo>
                  <a:pt x="59550" y="275120"/>
                </a:lnTo>
                <a:lnTo>
                  <a:pt x="61937" y="259562"/>
                </a:lnTo>
                <a:lnTo>
                  <a:pt x="55981" y="258445"/>
                </a:lnTo>
                <a:lnTo>
                  <a:pt x="51206" y="256070"/>
                </a:lnTo>
                <a:lnTo>
                  <a:pt x="48818" y="252412"/>
                </a:lnTo>
                <a:lnTo>
                  <a:pt x="46443" y="248920"/>
                </a:lnTo>
                <a:lnTo>
                  <a:pt x="44056" y="244157"/>
                </a:lnTo>
                <a:lnTo>
                  <a:pt x="44056" y="228600"/>
                </a:lnTo>
                <a:lnTo>
                  <a:pt x="46443" y="222732"/>
                </a:lnTo>
                <a:lnTo>
                  <a:pt x="50012" y="219075"/>
                </a:lnTo>
                <a:lnTo>
                  <a:pt x="52387" y="215582"/>
                </a:lnTo>
                <a:lnTo>
                  <a:pt x="57175" y="214312"/>
                </a:lnTo>
                <a:lnTo>
                  <a:pt x="66700" y="214312"/>
                </a:lnTo>
                <a:lnTo>
                  <a:pt x="68465" y="219481"/>
                </a:lnTo>
                <a:lnTo>
                  <a:pt x="70116" y="225844"/>
                </a:lnTo>
                <a:lnTo>
                  <a:pt x="71551" y="233311"/>
                </a:lnTo>
                <a:lnTo>
                  <a:pt x="72644" y="241782"/>
                </a:lnTo>
                <a:lnTo>
                  <a:pt x="72644" y="247650"/>
                </a:lnTo>
                <a:lnTo>
                  <a:pt x="73837" y="252412"/>
                </a:lnTo>
                <a:lnTo>
                  <a:pt x="75031" y="256070"/>
                </a:lnTo>
                <a:lnTo>
                  <a:pt x="76225" y="259562"/>
                </a:lnTo>
                <a:lnTo>
                  <a:pt x="77406" y="263207"/>
                </a:lnTo>
                <a:lnTo>
                  <a:pt x="79794" y="266700"/>
                </a:lnTo>
                <a:lnTo>
                  <a:pt x="82169" y="270357"/>
                </a:lnTo>
                <a:lnTo>
                  <a:pt x="84556" y="272732"/>
                </a:lnTo>
                <a:lnTo>
                  <a:pt x="88125" y="275120"/>
                </a:lnTo>
                <a:lnTo>
                  <a:pt x="91694" y="276225"/>
                </a:lnTo>
                <a:lnTo>
                  <a:pt x="96456" y="277495"/>
                </a:lnTo>
                <a:lnTo>
                  <a:pt x="108369" y="277495"/>
                </a:lnTo>
                <a:lnTo>
                  <a:pt x="114325" y="275120"/>
                </a:lnTo>
                <a:lnTo>
                  <a:pt x="119087" y="269087"/>
                </a:lnTo>
                <a:lnTo>
                  <a:pt x="123850" y="264325"/>
                </a:lnTo>
                <a:lnTo>
                  <a:pt x="125006" y="260832"/>
                </a:lnTo>
                <a:lnTo>
                  <a:pt x="126225" y="257175"/>
                </a:lnTo>
                <a:lnTo>
                  <a:pt x="126225" y="240512"/>
                </a:lnTo>
                <a:close/>
              </a:path>
              <a:path extrusionOk="0" h="643254" w="161289">
                <a:moveTo>
                  <a:pt x="126225" y="40487"/>
                </a:moveTo>
                <a:lnTo>
                  <a:pt x="110159" y="5359"/>
                </a:lnTo>
                <a:lnTo>
                  <a:pt x="97650" y="0"/>
                </a:lnTo>
                <a:lnTo>
                  <a:pt x="95275" y="16675"/>
                </a:lnTo>
                <a:lnTo>
                  <a:pt x="102412" y="19050"/>
                </a:lnTo>
                <a:lnTo>
                  <a:pt x="107175" y="21437"/>
                </a:lnTo>
                <a:lnTo>
                  <a:pt x="109562" y="26200"/>
                </a:lnTo>
                <a:lnTo>
                  <a:pt x="111937" y="29692"/>
                </a:lnTo>
                <a:lnTo>
                  <a:pt x="114325" y="34455"/>
                </a:lnTo>
                <a:lnTo>
                  <a:pt x="114325" y="47625"/>
                </a:lnTo>
                <a:lnTo>
                  <a:pt x="110744" y="53505"/>
                </a:lnTo>
                <a:lnTo>
                  <a:pt x="105981" y="59537"/>
                </a:lnTo>
                <a:lnTo>
                  <a:pt x="101219" y="64300"/>
                </a:lnTo>
                <a:lnTo>
                  <a:pt x="92887" y="66675"/>
                </a:lnTo>
                <a:lnTo>
                  <a:pt x="83362" y="67792"/>
                </a:lnTo>
                <a:lnTo>
                  <a:pt x="83362" y="66675"/>
                </a:lnTo>
                <a:lnTo>
                  <a:pt x="83362" y="0"/>
                </a:lnTo>
                <a:lnTo>
                  <a:pt x="78600" y="0"/>
                </a:lnTo>
                <a:lnTo>
                  <a:pt x="70269" y="546"/>
                </a:lnTo>
                <a:lnTo>
                  <a:pt x="70269" y="15405"/>
                </a:lnTo>
                <a:lnTo>
                  <a:pt x="70269" y="66675"/>
                </a:lnTo>
                <a:lnTo>
                  <a:pt x="63119" y="66675"/>
                </a:lnTo>
                <a:lnTo>
                  <a:pt x="55981" y="63030"/>
                </a:lnTo>
                <a:lnTo>
                  <a:pt x="46443" y="53505"/>
                </a:lnTo>
                <a:lnTo>
                  <a:pt x="44056" y="47625"/>
                </a:lnTo>
                <a:lnTo>
                  <a:pt x="44056" y="33337"/>
                </a:lnTo>
                <a:lnTo>
                  <a:pt x="70269" y="15405"/>
                </a:lnTo>
                <a:lnTo>
                  <a:pt x="70269" y="546"/>
                </a:lnTo>
                <a:lnTo>
                  <a:pt x="34975" y="24257"/>
                </a:lnTo>
                <a:lnTo>
                  <a:pt x="32156" y="40487"/>
                </a:lnTo>
                <a:lnTo>
                  <a:pt x="32842" y="49809"/>
                </a:lnTo>
                <a:lnTo>
                  <a:pt x="59245" y="80492"/>
                </a:lnTo>
                <a:lnTo>
                  <a:pt x="79794" y="83350"/>
                </a:lnTo>
                <a:lnTo>
                  <a:pt x="90551" y="82651"/>
                </a:lnTo>
                <a:lnTo>
                  <a:pt x="99733" y="80492"/>
                </a:lnTo>
                <a:lnTo>
                  <a:pt x="107581" y="76784"/>
                </a:lnTo>
                <a:lnTo>
                  <a:pt x="114325" y="71437"/>
                </a:lnTo>
                <a:lnTo>
                  <a:pt x="117576" y="67792"/>
                </a:lnTo>
                <a:lnTo>
                  <a:pt x="119697" y="65417"/>
                </a:lnTo>
                <a:lnTo>
                  <a:pt x="123405" y="58166"/>
                </a:lnTo>
                <a:lnTo>
                  <a:pt x="125539" y="49809"/>
                </a:lnTo>
                <a:lnTo>
                  <a:pt x="126225" y="40487"/>
                </a:lnTo>
                <a:close/>
              </a:path>
              <a:path extrusionOk="0" h="643254" w="161289">
                <a:moveTo>
                  <a:pt x="160769" y="133350"/>
                </a:moveTo>
                <a:lnTo>
                  <a:pt x="159588" y="126212"/>
                </a:lnTo>
                <a:lnTo>
                  <a:pt x="156006" y="119062"/>
                </a:lnTo>
                <a:lnTo>
                  <a:pt x="154559" y="116687"/>
                </a:lnTo>
                <a:lnTo>
                  <a:pt x="152438" y="113195"/>
                </a:lnTo>
                <a:lnTo>
                  <a:pt x="147675" y="108432"/>
                </a:lnTo>
                <a:lnTo>
                  <a:pt x="141706" y="106045"/>
                </a:lnTo>
                <a:lnTo>
                  <a:pt x="136550" y="103771"/>
                </a:lnTo>
                <a:lnTo>
                  <a:pt x="129946" y="102298"/>
                </a:lnTo>
                <a:lnTo>
                  <a:pt x="121780" y="101523"/>
                </a:lnTo>
                <a:lnTo>
                  <a:pt x="111937" y="101282"/>
                </a:lnTo>
                <a:lnTo>
                  <a:pt x="111937" y="133350"/>
                </a:lnTo>
                <a:lnTo>
                  <a:pt x="111937" y="147637"/>
                </a:lnTo>
                <a:lnTo>
                  <a:pt x="77393" y="165582"/>
                </a:lnTo>
                <a:lnTo>
                  <a:pt x="69824" y="165138"/>
                </a:lnTo>
                <a:lnTo>
                  <a:pt x="44056" y="147637"/>
                </a:lnTo>
                <a:lnTo>
                  <a:pt x="44056" y="133350"/>
                </a:lnTo>
                <a:lnTo>
                  <a:pt x="78600" y="115570"/>
                </a:lnTo>
                <a:lnTo>
                  <a:pt x="86360" y="116027"/>
                </a:lnTo>
                <a:lnTo>
                  <a:pt x="111937" y="133350"/>
                </a:lnTo>
                <a:lnTo>
                  <a:pt x="111937" y="101282"/>
                </a:lnTo>
                <a:lnTo>
                  <a:pt x="33337" y="101282"/>
                </a:lnTo>
                <a:lnTo>
                  <a:pt x="33337" y="115570"/>
                </a:lnTo>
                <a:lnTo>
                  <a:pt x="45250" y="115570"/>
                </a:lnTo>
                <a:lnTo>
                  <a:pt x="39179" y="121170"/>
                </a:lnTo>
                <a:lnTo>
                  <a:pt x="35128" y="127304"/>
                </a:lnTo>
                <a:lnTo>
                  <a:pt x="32842" y="134124"/>
                </a:lnTo>
                <a:lnTo>
                  <a:pt x="32156" y="141770"/>
                </a:lnTo>
                <a:lnTo>
                  <a:pt x="32156" y="150037"/>
                </a:lnTo>
                <a:lnTo>
                  <a:pt x="54787" y="176212"/>
                </a:lnTo>
                <a:lnTo>
                  <a:pt x="61937" y="179870"/>
                </a:lnTo>
                <a:lnTo>
                  <a:pt x="70269" y="180975"/>
                </a:lnTo>
                <a:lnTo>
                  <a:pt x="78600" y="180975"/>
                </a:lnTo>
                <a:lnTo>
                  <a:pt x="117005" y="165633"/>
                </a:lnTo>
                <a:lnTo>
                  <a:pt x="121462" y="158813"/>
                </a:lnTo>
                <a:lnTo>
                  <a:pt x="124142" y="150901"/>
                </a:lnTo>
                <a:lnTo>
                  <a:pt x="125031" y="141770"/>
                </a:lnTo>
                <a:lnTo>
                  <a:pt x="124282" y="135737"/>
                </a:lnTo>
                <a:lnTo>
                  <a:pt x="124180" y="134835"/>
                </a:lnTo>
                <a:lnTo>
                  <a:pt x="121767" y="128333"/>
                </a:lnTo>
                <a:lnTo>
                  <a:pt x="118008" y="122275"/>
                </a:lnTo>
                <a:lnTo>
                  <a:pt x="113131" y="116687"/>
                </a:lnTo>
                <a:lnTo>
                  <a:pt x="122656" y="116687"/>
                </a:lnTo>
                <a:lnTo>
                  <a:pt x="128612" y="117957"/>
                </a:lnTo>
                <a:lnTo>
                  <a:pt x="132181" y="117957"/>
                </a:lnTo>
                <a:lnTo>
                  <a:pt x="136944" y="119062"/>
                </a:lnTo>
                <a:lnTo>
                  <a:pt x="141706" y="122720"/>
                </a:lnTo>
                <a:lnTo>
                  <a:pt x="144094" y="126212"/>
                </a:lnTo>
                <a:lnTo>
                  <a:pt x="146481" y="129857"/>
                </a:lnTo>
                <a:lnTo>
                  <a:pt x="148869" y="135737"/>
                </a:lnTo>
                <a:lnTo>
                  <a:pt x="148869" y="148907"/>
                </a:lnTo>
                <a:lnTo>
                  <a:pt x="144094" y="158432"/>
                </a:lnTo>
                <a:lnTo>
                  <a:pt x="141706" y="160820"/>
                </a:lnTo>
                <a:lnTo>
                  <a:pt x="138137" y="161925"/>
                </a:lnTo>
                <a:lnTo>
                  <a:pt x="134556" y="163195"/>
                </a:lnTo>
                <a:lnTo>
                  <a:pt x="132181" y="178600"/>
                </a:lnTo>
                <a:lnTo>
                  <a:pt x="141706" y="178600"/>
                </a:lnTo>
                <a:lnTo>
                  <a:pt x="160769" y="141770"/>
                </a:lnTo>
                <a:lnTo>
                  <a:pt x="160769" y="13335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47" name="Google Shape;447;p103"/>
          <p:cNvGrpSpPr/>
          <p:nvPr/>
        </p:nvGrpSpPr>
        <p:grpSpPr>
          <a:xfrm>
            <a:off x="1977265" y="3087924"/>
            <a:ext cx="161959" cy="639602"/>
            <a:chOff x="2840865" y="3236848"/>
            <a:chExt cx="161959" cy="639602"/>
          </a:xfrm>
        </p:grpSpPr>
        <p:pic>
          <p:nvPicPr>
            <p:cNvPr id="448" name="Google Shape;448;p103"/>
            <p:cNvPicPr preferRelativeResize="0"/>
            <p:nvPr/>
          </p:nvPicPr>
          <p:blipFill rotWithShape="1">
            <a:blip r:embed="rId18">
              <a:alphaModFix/>
            </a:blip>
            <a:srcRect b="0" l="0" r="0" t="0"/>
            <a:stretch/>
          </p:blipFill>
          <p:spPr>
            <a:xfrm>
              <a:off x="2840865" y="3683411"/>
              <a:ext cx="161959" cy="193039"/>
            </a:xfrm>
            <a:prstGeom prst="rect">
              <a:avLst/>
            </a:prstGeom>
            <a:noFill/>
            <a:ln>
              <a:noFill/>
            </a:ln>
          </p:spPr>
        </p:pic>
        <p:pic>
          <p:nvPicPr>
            <p:cNvPr id="449" name="Google Shape;449;p103"/>
            <p:cNvPicPr preferRelativeResize="0"/>
            <p:nvPr/>
          </p:nvPicPr>
          <p:blipFill rotWithShape="1">
            <a:blip r:embed="rId19">
              <a:alphaModFix/>
            </a:blip>
            <a:srcRect b="0" l="0" r="0" t="0"/>
            <a:stretch/>
          </p:blipFill>
          <p:spPr>
            <a:xfrm>
              <a:off x="2876584" y="3587051"/>
              <a:ext cx="92885" cy="72547"/>
            </a:xfrm>
            <a:prstGeom prst="rect">
              <a:avLst/>
            </a:prstGeom>
            <a:noFill/>
            <a:ln>
              <a:noFill/>
            </a:ln>
          </p:spPr>
        </p:pic>
        <p:pic>
          <p:nvPicPr>
            <p:cNvPr id="450" name="Google Shape;450;p103"/>
            <p:cNvPicPr preferRelativeResize="0"/>
            <p:nvPr/>
          </p:nvPicPr>
          <p:blipFill rotWithShape="1">
            <a:blip r:embed="rId20">
              <a:alphaModFix/>
            </a:blip>
            <a:srcRect b="0" l="0" r="0" t="0"/>
            <a:stretch/>
          </p:blipFill>
          <p:spPr>
            <a:xfrm>
              <a:off x="2843246" y="3236848"/>
              <a:ext cx="126223" cy="331151"/>
            </a:xfrm>
            <a:prstGeom prst="rect">
              <a:avLst/>
            </a:prstGeom>
            <a:noFill/>
            <a:ln>
              <a:noFill/>
            </a:ln>
          </p:spPr>
        </p:pic>
      </p:grpSp>
      <p:pic>
        <p:nvPicPr>
          <p:cNvPr id="451" name="Google Shape;451;p103"/>
          <p:cNvPicPr preferRelativeResize="0"/>
          <p:nvPr/>
        </p:nvPicPr>
        <p:blipFill rotWithShape="1">
          <a:blip r:embed="rId21">
            <a:alphaModFix/>
          </a:blip>
          <a:srcRect b="0" l="0" r="0" t="0"/>
          <a:stretch/>
        </p:blipFill>
        <p:spPr>
          <a:xfrm>
            <a:off x="1979646" y="2665173"/>
            <a:ext cx="126223" cy="34848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5" name="Shape 455"/>
        <p:cNvGrpSpPr/>
        <p:nvPr/>
      </p:nvGrpSpPr>
      <p:grpSpPr>
        <a:xfrm>
          <a:off x="0" y="0"/>
          <a:ext cx="0" cy="0"/>
          <a:chOff x="0" y="0"/>
          <a:chExt cx="0" cy="0"/>
        </a:xfrm>
      </p:grpSpPr>
      <p:sp>
        <p:nvSpPr>
          <p:cNvPr id="456" name="Google Shape;456;p110"/>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7" name="Google Shape;457;p110"/>
          <p:cNvSpPr/>
          <p:nvPr/>
        </p:nvSpPr>
        <p:spPr>
          <a:xfrm>
            <a:off x="0" y="0"/>
            <a:ext cx="13001548"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8" name="Google Shape;458;p110"/>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9" name="Google Shape;459;p110"/>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110"/>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1" name="Google Shape;461;p110"/>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2" name="Google Shape;462;p110"/>
          <p:cNvSpPr/>
          <p:nvPr/>
        </p:nvSpPr>
        <p:spPr>
          <a:xfrm flipH="1" rot="5400000">
            <a:off x="-2723300" y="2708867"/>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463" name="Google Shape;463;p110"/>
          <p:cNvSpPr txBox="1"/>
          <p:nvPr>
            <p:ph type="title"/>
          </p:nvPr>
        </p:nvSpPr>
        <p:spPr>
          <a:xfrm>
            <a:off x="497836" y="834638"/>
            <a:ext cx="3414791" cy="4817773"/>
          </a:xfrm>
          <a:prstGeom prst="rect">
            <a:avLst/>
          </a:prstGeom>
          <a:noFill/>
          <a:ln>
            <a:noFill/>
          </a:ln>
        </p:spPr>
        <p:txBody>
          <a:bodyPr anchorCtr="0" anchor="b" bIns="45700" lIns="91425" spcFirstLastPara="1" rIns="91425" wrap="square" tIns="45700">
            <a:normAutofit/>
          </a:bodyPr>
          <a:lstStyle/>
          <a:p>
            <a:pPr indent="0" lvl="0" marL="12700" rtl="0" algn="r">
              <a:lnSpc>
                <a:spcPct val="90000"/>
              </a:lnSpc>
              <a:spcBef>
                <a:spcPts val="0"/>
              </a:spcBef>
              <a:spcAft>
                <a:spcPts val="0"/>
              </a:spcAft>
              <a:buSzPts val="1400"/>
              <a:buNone/>
            </a:pPr>
            <a:r>
              <a:rPr b="1" lang="en-US" sz="3500">
                <a:solidFill>
                  <a:srgbClr val="FFFFFF"/>
                </a:solidFill>
                <a:latin typeface="Arial"/>
                <a:ea typeface="Arial"/>
                <a:cs typeface="Arial"/>
                <a:sym typeface="Arial"/>
              </a:rPr>
              <a:t>Regularization</a:t>
            </a:r>
            <a:endParaRPr/>
          </a:p>
        </p:txBody>
      </p:sp>
      <p:sp>
        <p:nvSpPr>
          <p:cNvPr id="464" name="Google Shape;464;p110"/>
          <p:cNvSpPr txBox="1"/>
          <p:nvPr/>
        </p:nvSpPr>
        <p:spPr>
          <a:xfrm>
            <a:off x="5130942" y="923704"/>
            <a:ext cx="6992371" cy="7887712"/>
          </a:xfrm>
          <a:prstGeom prst="rect">
            <a:avLst/>
          </a:prstGeom>
          <a:noFill/>
          <a:ln>
            <a:noFill/>
          </a:ln>
        </p:spPr>
        <p:txBody>
          <a:bodyPr anchorCtr="0" anchor="ctr" bIns="45700" lIns="91425" spcFirstLastPara="1" rIns="91425" wrap="square" tIns="45700">
            <a:normAutofit/>
          </a:bodyPr>
          <a:lstStyle/>
          <a:p>
            <a:pPr indent="-63500" lvl="0" marL="63500" marR="3048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We have seen that the degree of the polynomial acts as a natural measure of the “complexity” of the model, higher degree polynomials are more complex (taken to the limit, we fit any finite data set exactly)</a:t>
            </a:r>
            <a:endParaRPr/>
          </a:p>
          <a:p>
            <a:pPr indent="158750" lvl="0" marL="0" marR="0" rtl="0" algn="l">
              <a:lnSpc>
                <a:spcPct val="90000"/>
              </a:lnSpc>
              <a:spcBef>
                <a:spcPts val="175"/>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63500" lvl="0" marL="63500" marR="940435"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But fitting these models also requires extremely </a:t>
            </a:r>
            <a:r>
              <a:rPr b="0" i="1" lang="en-US" sz="2500" u="none" cap="none" strike="noStrike">
                <a:solidFill>
                  <a:schemeClr val="dk1"/>
                </a:solidFill>
                <a:latin typeface="Arial"/>
                <a:ea typeface="Arial"/>
                <a:cs typeface="Arial"/>
                <a:sym typeface="Arial"/>
              </a:rPr>
              <a:t>large </a:t>
            </a:r>
            <a:r>
              <a:rPr b="0" i="0" lang="en-US" sz="2500" u="none" cap="none" strike="noStrike">
                <a:solidFill>
                  <a:schemeClr val="dk1"/>
                </a:solidFill>
                <a:latin typeface="Arial"/>
                <a:ea typeface="Arial"/>
                <a:cs typeface="Arial"/>
                <a:sym typeface="Arial"/>
              </a:rPr>
              <a:t>coefficients on these polynomials</a:t>
            </a:r>
            <a:endParaRPr/>
          </a:p>
          <a:p>
            <a:pPr indent="158750" lvl="0" marL="0" marR="0" rtl="0" algn="l">
              <a:lnSpc>
                <a:spcPct val="90000"/>
              </a:lnSpc>
              <a:spcBef>
                <a:spcPts val="175"/>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63500" lvl="0" marL="63500" marR="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For 50-degree polynomial, the first few coefficients are</a:t>
            </a:r>
            <a:endParaRPr/>
          </a:p>
          <a:p>
            <a:pPr indent="-228600" lvl="0" marL="367665" marR="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𝜃 = −3.88 × 10</a:t>
            </a:r>
            <a:r>
              <a:rPr b="0" baseline="30000" i="0" lang="en-US" sz="2500" u="none" cap="none" strike="noStrike">
                <a:solidFill>
                  <a:schemeClr val="dk1"/>
                </a:solidFill>
                <a:latin typeface="Arial"/>
                <a:ea typeface="Arial"/>
                <a:cs typeface="Arial"/>
                <a:sym typeface="Arial"/>
              </a:rPr>
              <a:t>6</a:t>
            </a:r>
            <a:r>
              <a:rPr b="0" i="0" lang="en-US" sz="2500" u="none" cap="none" strike="noStrike">
                <a:solidFill>
                  <a:schemeClr val="dk1"/>
                </a:solidFill>
                <a:latin typeface="Arial"/>
                <a:ea typeface="Arial"/>
                <a:cs typeface="Arial"/>
                <a:sym typeface="Arial"/>
              </a:rPr>
              <a:t>, 7.60 × 10</a:t>
            </a:r>
            <a:r>
              <a:rPr b="0" baseline="30000" i="0" lang="en-US" sz="2500" u="none" cap="none" strike="noStrike">
                <a:solidFill>
                  <a:schemeClr val="dk1"/>
                </a:solidFill>
                <a:latin typeface="Arial"/>
                <a:ea typeface="Arial"/>
                <a:cs typeface="Arial"/>
                <a:sym typeface="Arial"/>
              </a:rPr>
              <a:t>6</a:t>
            </a:r>
            <a:r>
              <a:rPr b="0" i="0" lang="en-US" sz="2500" u="none" cap="none" strike="noStrike">
                <a:solidFill>
                  <a:schemeClr val="dk1"/>
                </a:solidFill>
                <a:latin typeface="Arial"/>
                <a:ea typeface="Arial"/>
                <a:cs typeface="Arial"/>
                <a:sym typeface="Arial"/>
              </a:rPr>
              <a:t>, 3.94 × 10</a:t>
            </a:r>
            <a:r>
              <a:rPr b="0" baseline="30000" i="0" lang="en-US" sz="2500" u="none" cap="none" strike="noStrike">
                <a:solidFill>
                  <a:schemeClr val="dk1"/>
                </a:solidFill>
                <a:latin typeface="Arial"/>
                <a:ea typeface="Arial"/>
                <a:cs typeface="Arial"/>
                <a:sym typeface="Arial"/>
              </a:rPr>
              <a:t>6</a:t>
            </a:r>
            <a:r>
              <a:rPr b="0" i="0" lang="en-US" sz="2500" u="none" cap="none" strike="noStrike">
                <a:solidFill>
                  <a:schemeClr val="dk1"/>
                </a:solidFill>
                <a:latin typeface="Arial"/>
                <a:ea typeface="Arial"/>
                <a:cs typeface="Arial"/>
                <a:sym typeface="Arial"/>
              </a:rPr>
              <a:t>, −2.60 × 10</a:t>
            </a:r>
            <a:r>
              <a:rPr b="0" baseline="30000" i="0" lang="en-US" sz="2500" u="none" cap="none" strike="noStrike">
                <a:solidFill>
                  <a:schemeClr val="dk1"/>
                </a:solidFill>
                <a:latin typeface="Arial"/>
                <a:ea typeface="Arial"/>
                <a:cs typeface="Arial"/>
                <a:sym typeface="Arial"/>
              </a:rPr>
              <a:t>7</a:t>
            </a:r>
            <a:r>
              <a:rPr b="0" i="0" lang="en-US" sz="2500" u="none" cap="none" strike="noStrike">
                <a:solidFill>
                  <a:schemeClr val="dk1"/>
                </a:solidFill>
                <a:latin typeface="Arial"/>
                <a:ea typeface="Arial"/>
                <a:cs typeface="Arial"/>
                <a:sym typeface="Arial"/>
              </a:rPr>
              <a:t>, …</a:t>
            </a:r>
            <a:endParaRPr/>
          </a:p>
          <a:p>
            <a:pPr indent="-63500" lvl="0" marL="63500" marR="361950" rtl="0" algn="l">
              <a:lnSpc>
                <a:spcPct val="90000"/>
              </a:lnSpc>
              <a:spcBef>
                <a:spcPts val="2785"/>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This suggests an alternative way to control model complexity: keep the </a:t>
            </a:r>
            <a:r>
              <a:rPr b="0" i="1" lang="en-US" sz="2500" u="none" cap="none" strike="noStrike">
                <a:solidFill>
                  <a:schemeClr val="dk1"/>
                </a:solidFill>
                <a:latin typeface="Arial"/>
                <a:ea typeface="Arial"/>
                <a:cs typeface="Arial"/>
                <a:sym typeface="Arial"/>
              </a:rPr>
              <a:t>weights small </a:t>
            </a:r>
            <a:r>
              <a:rPr b="0" i="0" lang="en-US" sz="2500" u="none" cap="none" strike="noStrike">
                <a:solidFill>
                  <a:schemeClr val="dk1"/>
                </a:solidFill>
                <a:latin typeface="Arial"/>
                <a:ea typeface="Arial"/>
                <a:cs typeface="Arial"/>
                <a:sym typeface="Arial"/>
              </a:rPr>
              <a:t>(</a:t>
            </a:r>
            <a:r>
              <a:rPr b="1" i="0" lang="en-US" sz="2500" u="none" cap="none" strike="noStrike">
                <a:solidFill>
                  <a:schemeClr val="dk1"/>
                </a:solidFill>
                <a:latin typeface="Arial"/>
                <a:ea typeface="Arial"/>
                <a:cs typeface="Arial"/>
                <a:sym typeface="Arial"/>
              </a:rPr>
              <a:t>regularization</a:t>
            </a:r>
            <a:r>
              <a:rPr b="0" i="0" lang="en-US" sz="2500" u="none" cap="none" strike="noStrike">
                <a:solidFill>
                  <a:schemeClr val="dk1"/>
                </a:solidFill>
                <a:latin typeface="Arial"/>
                <a:ea typeface="Arial"/>
                <a:cs typeface="Arial"/>
                <a:sym typeface="Arial"/>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descr="$PPTXTitle" id="469" name="Google Shape;469;p111"/>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450465" rtl="0" algn="l">
              <a:lnSpc>
                <a:spcPct val="100000"/>
              </a:lnSpc>
              <a:spcBef>
                <a:spcPts val="0"/>
              </a:spcBef>
              <a:spcAft>
                <a:spcPts val="0"/>
              </a:spcAft>
              <a:buSzPts val="1400"/>
              <a:buNone/>
            </a:pPr>
            <a:r>
              <a:rPr lang="en-US"/>
              <a:t>Regularized least squares</a:t>
            </a:r>
            <a:endParaRPr/>
          </a:p>
        </p:txBody>
      </p:sp>
      <p:sp>
        <p:nvSpPr>
          <p:cNvPr id="470" name="Google Shape;470;p111"/>
          <p:cNvSpPr txBox="1"/>
          <p:nvPr/>
        </p:nvSpPr>
        <p:spPr>
          <a:xfrm>
            <a:off x="688340" y="1554988"/>
            <a:ext cx="10322560" cy="1279646"/>
          </a:xfrm>
          <a:prstGeom prst="rect">
            <a:avLst/>
          </a:prstGeom>
          <a:noFill/>
          <a:ln>
            <a:noFill/>
          </a:ln>
        </p:spPr>
        <p:txBody>
          <a:bodyPr anchorCtr="0" anchor="t" bIns="0" lIns="0" spcFirstLastPara="1" rIns="0" wrap="square" tIns="12700">
            <a:spAutoFit/>
          </a:bodyPr>
          <a:lstStyle/>
          <a:p>
            <a:pPr indent="0" lvl="0" marL="12700" marR="0" rtl="0" algn="l">
              <a:lnSpc>
                <a:spcPct val="114545"/>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For least squares, there is a simple solution to the regularized loss minimization problem</a:t>
            </a:r>
            <a:endParaRPr b="0" i="0" sz="2400" u="none" cap="none" strike="noStrike">
              <a:solidFill>
                <a:srgbClr val="000000"/>
              </a:solidFill>
              <a:latin typeface="Arial"/>
              <a:ea typeface="Arial"/>
              <a:cs typeface="Arial"/>
              <a:sym typeface="Arial"/>
            </a:endParaRPr>
          </a:p>
          <a:p>
            <a:pPr indent="0" lvl="0" marL="0" marR="1234440" rtl="0" algn="ctr">
              <a:lnSpc>
                <a:spcPct val="1125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𝑚</a:t>
            </a:r>
            <a:endParaRPr b="0" i="0" sz="2400" u="none" cap="none" strike="noStrike">
              <a:solidFill>
                <a:srgbClr val="000000"/>
              </a:solidFill>
              <a:latin typeface="Arial"/>
              <a:ea typeface="Arial"/>
              <a:cs typeface="Arial"/>
              <a:sym typeface="Arial"/>
            </a:endParaRPr>
          </a:p>
        </p:txBody>
      </p:sp>
      <p:grpSp>
        <p:nvGrpSpPr>
          <p:cNvPr id="471" name="Google Shape;471;p111"/>
          <p:cNvGrpSpPr/>
          <p:nvPr/>
        </p:nvGrpSpPr>
        <p:grpSpPr>
          <a:xfrm>
            <a:off x="6799705" y="2251581"/>
            <a:ext cx="345188" cy="344424"/>
            <a:chOff x="6799705" y="2251581"/>
            <a:chExt cx="345188" cy="344424"/>
          </a:xfrm>
        </p:grpSpPr>
        <p:sp>
          <p:nvSpPr>
            <p:cNvPr id="472" name="Google Shape;472;p111"/>
            <p:cNvSpPr/>
            <p:nvPr/>
          </p:nvSpPr>
          <p:spPr>
            <a:xfrm>
              <a:off x="7052818" y="2258820"/>
              <a:ext cx="92075" cy="337185"/>
            </a:xfrm>
            <a:custGeom>
              <a:rect b="b" l="l" r="r" t="t"/>
              <a:pathLst>
                <a:path extrusionOk="0" h="337185" w="92075">
                  <a:moveTo>
                    <a:pt x="3428" y="0"/>
                  </a:moveTo>
                  <a:lnTo>
                    <a:pt x="0" y="11174"/>
                  </a:lnTo>
                  <a:lnTo>
                    <a:pt x="15477" y="19199"/>
                  </a:lnTo>
                  <a:lnTo>
                    <a:pt x="28955" y="30892"/>
                  </a:lnTo>
                  <a:lnTo>
                    <a:pt x="49910" y="65276"/>
                  </a:lnTo>
                  <a:lnTo>
                    <a:pt x="62594" y="111965"/>
                  </a:lnTo>
                  <a:lnTo>
                    <a:pt x="66801" y="168654"/>
                  </a:lnTo>
                  <a:lnTo>
                    <a:pt x="65751" y="198180"/>
                  </a:lnTo>
                  <a:lnTo>
                    <a:pt x="57317" y="249755"/>
                  </a:lnTo>
                  <a:lnTo>
                    <a:pt x="40432" y="290732"/>
                  </a:lnTo>
                  <a:lnTo>
                    <a:pt x="0" y="325753"/>
                  </a:lnTo>
                  <a:lnTo>
                    <a:pt x="3428" y="336929"/>
                  </a:lnTo>
                  <a:lnTo>
                    <a:pt x="40989" y="316928"/>
                  </a:lnTo>
                  <a:lnTo>
                    <a:pt x="68833"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3" name="Google Shape;473;p111"/>
            <p:cNvPicPr preferRelativeResize="0"/>
            <p:nvPr/>
          </p:nvPicPr>
          <p:blipFill rotWithShape="1">
            <a:blip r:embed="rId3">
              <a:alphaModFix/>
            </a:blip>
            <a:srcRect b="0" l="0" r="0" t="0"/>
            <a:stretch/>
          </p:blipFill>
          <p:spPr>
            <a:xfrm>
              <a:off x="6799705" y="2251581"/>
              <a:ext cx="213486" cy="189228"/>
            </a:xfrm>
            <a:prstGeom prst="rect">
              <a:avLst/>
            </a:prstGeom>
            <a:noFill/>
            <a:ln>
              <a:noFill/>
            </a:ln>
          </p:spPr>
        </p:pic>
      </p:grpSp>
      <p:sp>
        <p:nvSpPr>
          <p:cNvPr id="474" name="Google Shape;474;p111"/>
          <p:cNvSpPr/>
          <p:nvPr/>
        </p:nvSpPr>
        <p:spPr>
          <a:xfrm>
            <a:off x="5442336" y="2258820"/>
            <a:ext cx="92075" cy="337185"/>
          </a:xfrm>
          <a:custGeom>
            <a:rect b="b" l="l" r="r" t="t"/>
            <a:pathLst>
              <a:path extrusionOk="0" h="337185" w="92075">
                <a:moveTo>
                  <a:pt x="88512" y="0"/>
                </a:moveTo>
                <a:lnTo>
                  <a:pt x="50888" y="20097"/>
                </a:lnTo>
                <a:lnTo>
                  <a:pt x="22980" y="57911"/>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5" name="Google Shape;475;p111"/>
          <p:cNvPicPr preferRelativeResize="0"/>
          <p:nvPr/>
        </p:nvPicPr>
        <p:blipFill rotWithShape="1">
          <a:blip r:embed="rId3">
            <a:alphaModFix/>
          </a:blip>
          <a:srcRect b="0" l="0" r="0" t="0"/>
          <a:stretch/>
        </p:blipFill>
        <p:spPr>
          <a:xfrm>
            <a:off x="6039229" y="2251581"/>
            <a:ext cx="213487" cy="189228"/>
          </a:xfrm>
          <a:prstGeom prst="rect">
            <a:avLst/>
          </a:prstGeom>
          <a:noFill/>
          <a:ln>
            <a:noFill/>
          </a:ln>
        </p:spPr>
      </p:pic>
      <p:sp>
        <p:nvSpPr>
          <p:cNvPr id="476" name="Google Shape;476;p111"/>
          <p:cNvSpPr txBox="1"/>
          <p:nvPr/>
        </p:nvSpPr>
        <p:spPr>
          <a:xfrm>
            <a:off x="3784727" y="2152395"/>
            <a:ext cx="1657350" cy="1043940"/>
          </a:xfrm>
          <a:prstGeom prst="rect">
            <a:avLst/>
          </a:prstGeom>
          <a:noFill/>
          <a:ln>
            <a:noFill/>
          </a:ln>
        </p:spPr>
        <p:txBody>
          <a:bodyPr anchorCtr="0" anchor="t" bIns="0" lIns="0" spcFirstLastPara="1" rIns="0" wrap="square" tIns="12700">
            <a:spAutoFit/>
          </a:bodyPr>
          <a:lstStyle/>
          <a:p>
            <a:pPr indent="0" lvl="0" marL="38100" marR="0" rtl="0" algn="l">
              <a:lnSpc>
                <a:spcPct val="95909"/>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minimize 11</a:t>
            </a:r>
            <a:endParaRPr b="0" i="0" sz="2200" u="none" cap="none" strike="noStrike">
              <a:solidFill>
                <a:srgbClr val="000000"/>
              </a:solidFill>
              <a:latin typeface="Arial"/>
              <a:ea typeface="Arial"/>
              <a:cs typeface="Arial"/>
              <a:sym typeface="Arial"/>
            </a:endParaRPr>
          </a:p>
          <a:p>
            <a:pPr indent="0" lvl="0" marL="38100" marR="0" rtl="0" algn="l">
              <a:lnSpc>
                <a:spcPct val="63939"/>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𝜃</a:t>
            </a:r>
            <a:r>
              <a:rPr b="0" i="0" lang="en-US" sz="1600" u="none" cap="none" strike="noStrike">
                <a:solidFill>
                  <a:srgbClr val="000000"/>
                </a:solidFill>
                <a:latin typeface="Arial"/>
                <a:ea typeface="Arial"/>
                <a:cs typeface="Arial"/>
                <a:sym typeface="Arial"/>
              </a:rPr>
              <a:t>𝑇</a:t>
            </a:r>
            <a:r>
              <a:rPr b="0" baseline="-25000" i="0" lang="en-US" sz="3300" u="none" cap="none" strike="noStrike">
                <a:solidFill>
                  <a:srgbClr val="000000"/>
                </a:solidFill>
                <a:latin typeface="Arial"/>
                <a:ea typeface="Arial"/>
                <a:cs typeface="Arial"/>
                <a:sym typeface="Arial"/>
              </a:rPr>
              <a:t>𝑥 </a:t>
            </a:r>
            <a:r>
              <a:rPr b="0" i="0" lang="en-US" sz="1600" u="none" cap="none" strike="noStrike">
                <a:solidFill>
                  <a:srgbClr val="000000"/>
                </a:solidFill>
                <a:latin typeface="Arial"/>
                <a:ea typeface="Arial"/>
                <a:cs typeface="Arial"/>
                <a:sym typeface="Arial"/>
              </a:rPr>
              <a:t>𝑖</a:t>
            </a:r>
            <a:endParaRPr b="0" i="0" sz="1600" u="none" cap="none" strike="noStrike">
              <a:solidFill>
                <a:srgbClr val="000000"/>
              </a:solidFill>
              <a:latin typeface="Arial"/>
              <a:ea typeface="Arial"/>
              <a:cs typeface="Arial"/>
              <a:sym typeface="Arial"/>
            </a:endParaRPr>
          </a:p>
          <a:p>
            <a:pPr indent="0" lvl="0" marL="531495" marR="0" rtl="0" algn="l">
              <a:lnSpc>
                <a:spcPct val="110250"/>
              </a:lnSpc>
              <a:spcBef>
                <a:spcPts val="26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𝜃</a:t>
            </a:r>
            <a:endParaRPr b="0" i="0" sz="1600" u="none" cap="none" strike="noStrike">
              <a:solidFill>
                <a:srgbClr val="000000"/>
              </a:solidFill>
              <a:latin typeface="Arial"/>
              <a:ea typeface="Arial"/>
              <a:cs typeface="Arial"/>
              <a:sym typeface="Arial"/>
            </a:endParaRPr>
          </a:p>
          <a:p>
            <a:pPr indent="0" lvl="0" marL="1278255"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𝑖=1</a:t>
            </a:r>
            <a:endParaRPr b="0" i="0" sz="1600" u="none" cap="none" strike="noStrike">
              <a:solidFill>
                <a:srgbClr val="000000"/>
              </a:solidFill>
              <a:latin typeface="Arial"/>
              <a:ea typeface="Arial"/>
              <a:cs typeface="Arial"/>
              <a:sym typeface="Arial"/>
            </a:endParaRPr>
          </a:p>
        </p:txBody>
      </p:sp>
      <p:sp>
        <p:nvSpPr>
          <p:cNvPr id="477" name="Google Shape;477;p111"/>
          <p:cNvSpPr/>
          <p:nvPr/>
        </p:nvSpPr>
        <p:spPr>
          <a:xfrm>
            <a:off x="8124571" y="2299969"/>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37" y="0"/>
                </a:moveTo>
                <a:lnTo>
                  <a:pt x="59182" y="0"/>
                </a:lnTo>
                <a:lnTo>
                  <a:pt x="59182" y="253365"/>
                </a:lnTo>
                <a:lnTo>
                  <a:pt x="80137" y="253365"/>
                </a:lnTo>
                <a:lnTo>
                  <a:pt x="801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8" name="Google Shape;478;p111"/>
          <p:cNvSpPr/>
          <p:nvPr/>
        </p:nvSpPr>
        <p:spPr>
          <a:xfrm>
            <a:off x="7812151" y="2299969"/>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24" y="0"/>
                </a:moveTo>
                <a:lnTo>
                  <a:pt x="59182" y="0"/>
                </a:lnTo>
                <a:lnTo>
                  <a:pt x="59182" y="253365"/>
                </a:lnTo>
                <a:lnTo>
                  <a:pt x="80124" y="253365"/>
                </a:lnTo>
                <a:lnTo>
                  <a:pt x="8012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9" name="Google Shape;479;p111"/>
          <p:cNvSpPr txBox="1"/>
          <p:nvPr/>
        </p:nvSpPr>
        <p:spPr>
          <a:xfrm>
            <a:off x="6305421" y="2188971"/>
            <a:ext cx="1816735"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𝑦 </a:t>
            </a:r>
            <a:r>
              <a:rPr b="0" baseline="30000" i="0" lang="en-US" sz="2400" u="none" cap="none" strike="noStrike">
                <a:solidFill>
                  <a:srgbClr val="000000"/>
                </a:solidFill>
                <a:latin typeface="Arial"/>
                <a:ea typeface="Arial"/>
                <a:cs typeface="Arial"/>
                <a:sym typeface="Arial"/>
              </a:rPr>
              <a:t>𝑖	2 </a:t>
            </a:r>
            <a:r>
              <a:rPr b="0" i="0" lang="en-US" sz="2200" u="none" cap="none" strike="noStrike">
                <a:solidFill>
                  <a:srgbClr val="000000"/>
                </a:solidFill>
                <a:latin typeface="Arial"/>
                <a:ea typeface="Arial"/>
                <a:cs typeface="Arial"/>
                <a:sym typeface="Arial"/>
              </a:rPr>
              <a:t>+ 𝜆	𝜃</a:t>
            </a:r>
            <a:endParaRPr b="0" i="0" sz="2200" u="none" cap="none" strike="noStrike">
              <a:solidFill>
                <a:srgbClr val="000000"/>
              </a:solidFill>
              <a:latin typeface="Arial"/>
              <a:ea typeface="Arial"/>
              <a:cs typeface="Arial"/>
              <a:sym typeface="Arial"/>
            </a:endParaRPr>
          </a:p>
        </p:txBody>
      </p:sp>
      <p:sp>
        <p:nvSpPr>
          <p:cNvPr id="480" name="Google Shape;480;p111"/>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32</a:t>
            </a:r>
            <a:endParaRPr/>
          </a:p>
        </p:txBody>
      </p:sp>
      <p:sp>
        <p:nvSpPr>
          <p:cNvPr id="481" name="Google Shape;481;p111"/>
          <p:cNvSpPr txBox="1"/>
          <p:nvPr/>
        </p:nvSpPr>
        <p:spPr>
          <a:xfrm>
            <a:off x="8226931" y="2131059"/>
            <a:ext cx="126364" cy="473709"/>
          </a:xfrm>
          <a:prstGeom prst="rect">
            <a:avLst/>
          </a:prstGeom>
          <a:noFill/>
          <a:ln>
            <a:noFill/>
          </a:ln>
        </p:spPr>
        <p:txBody>
          <a:bodyPr anchorCtr="0" anchor="t" bIns="0" lIns="0" spcFirstLastPara="1" rIns="0" wrap="square" tIns="12700">
            <a:spAutoFit/>
          </a:bodyPr>
          <a:lstStyle/>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p:txBody>
      </p:sp>
      <p:sp>
        <p:nvSpPr>
          <p:cNvPr id="482" name="Google Shape;482;p111"/>
          <p:cNvSpPr txBox="1"/>
          <p:nvPr/>
        </p:nvSpPr>
        <p:spPr>
          <a:xfrm>
            <a:off x="688340" y="3798315"/>
            <a:ext cx="7204456" cy="104131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What happen as 𝜆 goes to zero?</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135"/>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What happen as 𝜆 gets really big?</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descr="$PPTXTitle" id="487" name="Google Shape;487;p112"/>
          <p:cNvSpPr txBox="1"/>
          <p:nvPr>
            <p:ph type="title"/>
          </p:nvPr>
        </p:nvSpPr>
        <p:spPr>
          <a:xfrm>
            <a:off x="707542" y="494791"/>
            <a:ext cx="11589715" cy="628377"/>
          </a:xfrm>
          <a:prstGeom prst="rect">
            <a:avLst/>
          </a:prstGeom>
          <a:noFill/>
          <a:ln>
            <a:noFill/>
          </a:ln>
        </p:spPr>
        <p:txBody>
          <a:bodyPr anchorCtr="0" anchor="t" bIns="0" lIns="0" spcFirstLastPara="1" rIns="0" wrap="square" tIns="12700">
            <a:spAutoFit/>
          </a:bodyPr>
          <a:lstStyle/>
          <a:p>
            <a:pPr indent="0" lvl="0" marL="2030095" rtl="0" algn="l">
              <a:lnSpc>
                <a:spcPct val="100000"/>
              </a:lnSpc>
              <a:spcBef>
                <a:spcPts val="0"/>
              </a:spcBef>
              <a:spcAft>
                <a:spcPts val="0"/>
              </a:spcAft>
              <a:buSzPts val="1400"/>
              <a:buNone/>
            </a:pPr>
            <a:r>
              <a:rPr b="1" lang="en-US"/>
              <a:t>Regularized loss minimization</a:t>
            </a:r>
            <a:endParaRPr b="1"/>
          </a:p>
        </p:txBody>
      </p:sp>
      <p:sp>
        <p:nvSpPr>
          <p:cNvPr id="488" name="Google Shape;488;p112"/>
          <p:cNvSpPr txBox="1"/>
          <p:nvPr/>
        </p:nvSpPr>
        <p:spPr>
          <a:xfrm>
            <a:off x="688340" y="1611883"/>
            <a:ext cx="10676890" cy="1229439"/>
          </a:xfrm>
          <a:prstGeom prst="rect">
            <a:avLst/>
          </a:prstGeom>
          <a:noFill/>
          <a:ln>
            <a:noFill/>
          </a:ln>
        </p:spPr>
        <p:txBody>
          <a:bodyPr anchorCtr="0" anchor="t" bIns="0" lIns="0" spcFirstLastPara="1" rIns="0" wrap="square" tIns="50800">
            <a:spAutoFit/>
          </a:bodyPr>
          <a:lstStyle/>
          <a:p>
            <a:pPr indent="0" lvl="0" marL="12700" marR="5080" rtl="0" algn="l">
              <a:lnSpc>
                <a:spcPct val="109166"/>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This leads us back to the regularized loss minimization problem we saw before, but with a bit more context now:</a:t>
            </a:r>
            <a:endParaRPr b="0" i="0" sz="2400" u="none" cap="none" strike="noStrike">
              <a:solidFill>
                <a:srgbClr val="000000"/>
              </a:solidFill>
              <a:latin typeface="Arial"/>
              <a:ea typeface="Arial"/>
              <a:cs typeface="Arial"/>
              <a:sym typeface="Arial"/>
            </a:endParaRPr>
          </a:p>
          <a:p>
            <a:pPr indent="0" lvl="0" marL="0" marR="1876425" rtl="0" algn="ctr">
              <a:lnSpc>
                <a:spcPct val="10138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𝑚</a:t>
            </a:r>
            <a:endParaRPr b="0" i="0" sz="2400" u="none" cap="none" strike="noStrike">
              <a:solidFill>
                <a:srgbClr val="000000"/>
              </a:solidFill>
              <a:latin typeface="Arial"/>
              <a:ea typeface="Arial"/>
              <a:cs typeface="Arial"/>
              <a:sym typeface="Arial"/>
            </a:endParaRPr>
          </a:p>
        </p:txBody>
      </p:sp>
      <p:sp>
        <p:nvSpPr>
          <p:cNvPr id="489" name="Google Shape;489;p112"/>
          <p:cNvSpPr/>
          <p:nvPr/>
        </p:nvSpPr>
        <p:spPr>
          <a:xfrm>
            <a:off x="5523865" y="2714369"/>
            <a:ext cx="100965" cy="368300"/>
          </a:xfrm>
          <a:custGeom>
            <a:rect b="b" l="l" r="r" t="t"/>
            <a:pathLst>
              <a:path extrusionOk="0" h="368300" w="100964">
                <a:moveTo>
                  <a:pt x="96774" y="0"/>
                </a:moveTo>
                <a:lnTo>
                  <a:pt x="55624" y="21907"/>
                </a:lnTo>
                <a:lnTo>
                  <a:pt x="25146" y="63244"/>
                </a:lnTo>
                <a:lnTo>
                  <a:pt x="6285" y="118967"/>
                </a:lnTo>
                <a:lnTo>
                  <a:pt x="0" y="184023"/>
                </a:lnTo>
                <a:lnTo>
                  <a:pt x="1570" y="217791"/>
                </a:lnTo>
                <a:lnTo>
                  <a:pt x="14143" y="278231"/>
                </a:lnTo>
                <a:lnTo>
                  <a:pt x="39051" y="328025"/>
                </a:lnTo>
                <a:lnTo>
                  <a:pt x="74865" y="359648"/>
                </a:lnTo>
                <a:lnTo>
                  <a:pt x="96774" y="368173"/>
                </a:lnTo>
                <a:lnTo>
                  <a:pt x="100457" y="355979"/>
                </a:lnTo>
                <a:lnTo>
                  <a:pt x="83548" y="347216"/>
                </a:lnTo>
                <a:lnTo>
                  <a:pt x="68817" y="334454"/>
                </a:lnTo>
                <a:lnTo>
                  <a:pt x="45847" y="296924"/>
                </a:lnTo>
                <a:lnTo>
                  <a:pt x="32019" y="246077"/>
                </a:lnTo>
                <a:lnTo>
                  <a:pt x="27432" y="184275"/>
                </a:lnTo>
                <a:lnTo>
                  <a:pt x="28576" y="151917"/>
                </a:lnTo>
                <a:lnTo>
                  <a:pt x="37772" y="95389"/>
                </a:lnTo>
                <a:lnTo>
                  <a:pt x="56254" y="50482"/>
                </a:lnTo>
                <a:lnTo>
                  <a:pt x="83548" y="20953"/>
                </a:lnTo>
                <a:lnTo>
                  <a:pt x="100457" y="12190"/>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0" name="Google Shape;490;p112"/>
          <p:cNvSpPr txBox="1"/>
          <p:nvPr/>
        </p:nvSpPr>
        <p:spPr>
          <a:xfrm>
            <a:off x="3511550" y="2605531"/>
            <a:ext cx="2472055" cy="909319"/>
          </a:xfrm>
          <a:prstGeom prst="rect">
            <a:avLst/>
          </a:prstGeom>
          <a:noFill/>
          <a:ln>
            <a:noFill/>
          </a:ln>
        </p:spPr>
        <p:txBody>
          <a:bodyPr anchorCtr="0" anchor="t" bIns="0" lIns="0" spcFirstLastPara="1" rIns="0" wrap="square" tIns="12700">
            <a:spAutoFit/>
          </a:bodyPr>
          <a:lstStyle/>
          <a:p>
            <a:pPr indent="0" lvl="0" marL="38100" marR="0" rtl="0" algn="l">
              <a:lnSpc>
                <a:spcPct val="99629"/>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minimize 121	ℓ	</a:t>
            </a:r>
            <a:r>
              <a:rPr b="0" baseline="-25000" i="0" lang="en-US" sz="2700" u="none" cap="none" strike="noStrike">
                <a:solidFill>
                  <a:srgbClr val="000000"/>
                </a:solidFill>
                <a:latin typeface="Arial"/>
                <a:ea typeface="Arial"/>
                <a:cs typeface="Arial"/>
                <a:sym typeface="Arial"/>
              </a:rPr>
              <a:t>𝜃</a:t>
            </a:r>
            <a:endParaRPr b="0" baseline="-25000" i="0" sz="2700" u="none" cap="none" strike="noStrike">
              <a:solidFill>
                <a:srgbClr val="000000"/>
              </a:solidFill>
              <a:latin typeface="Arial"/>
              <a:ea typeface="Arial"/>
              <a:cs typeface="Arial"/>
              <a:sym typeface="Arial"/>
            </a:endParaRPr>
          </a:p>
          <a:p>
            <a:pPr indent="0" lvl="0" marL="212217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ℎ</a:t>
            </a:r>
            <a:endParaRPr b="0" i="0" sz="2400" u="none" cap="none" strike="noStrike">
              <a:solidFill>
                <a:srgbClr val="000000"/>
              </a:solidFill>
              <a:latin typeface="Arial"/>
              <a:ea typeface="Arial"/>
              <a:cs typeface="Arial"/>
              <a:sym typeface="Arial"/>
            </a:endParaRPr>
          </a:p>
          <a:p>
            <a:pPr indent="0" lvl="0" marL="572770" marR="0" rtl="0" algn="l">
              <a:lnSpc>
                <a:spcPct val="103888"/>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𝜃</a:t>
            </a:r>
            <a:endParaRPr b="0" i="0" sz="1800" u="none" cap="none" strike="noStrike">
              <a:solidFill>
                <a:srgbClr val="000000"/>
              </a:solidFill>
              <a:latin typeface="Arial"/>
              <a:ea typeface="Arial"/>
              <a:cs typeface="Arial"/>
              <a:sym typeface="Arial"/>
            </a:endParaRPr>
          </a:p>
        </p:txBody>
      </p:sp>
      <p:sp>
        <p:nvSpPr>
          <p:cNvPr id="491" name="Google Shape;491;p112"/>
          <p:cNvSpPr txBox="1"/>
          <p:nvPr/>
        </p:nvSpPr>
        <p:spPr>
          <a:xfrm>
            <a:off x="688340" y="3443732"/>
            <a:ext cx="10619105" cy="2706190"/>
          </a:xfrm>
          <a:prstGeom prst="rect">
            <a:avLst/>
          </a:prstGeom>
          <a:noFill/>
          <a:ln>
            <a:noFill/>
          </a:ln>
        </p:spPr>
        <p:txBody>
          <a:bodyPr anchorCtr="0" anchor="t" bIns="0" lIns="0" spcFirstLastPara="1" rIns="0" wrap="square" tIns="12700">
            <a:spAutoFit/>
          </a:bodyPr>
          <a:lstStyle/>
          <a:p>
            <a:pPr indent="0" lvl="0" marL="0" marR="1817370" rtl="0" algn="ctr">
              <a:lnSpc>
                <a:spcPct val="116111"/>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𝑖=1</a:t>
            </a:r>
            <a:endParaRPr b="0" i="0" sz="1800" u="none" cap="none" strike="noStrike">
              <a:solidFill>
                <a:srgbClr val="000000"/>
              </a:solidFill>
              <a:latin typeface="Arial"/>
              <a:ea typeface="Arial"/>
              <a:cs typeface="Arial"/>
              <a:sym typeface="Arial"/>
            </a:endParaRPr>
          </a:p>
          <a:p>
            <a:pPr indent="0" lvl="0" marL="12700" marR="132080" rtl="0" algn="l">
              <a:lnSpc>
                <a:spcPct val="120000"/>
              </a:lnSpc>
              <a:spcBef>
                <a:spcPts val="25"/>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This formulation trades off loss on the </a:t>
            </a:r>
            <a:r>
              <a:rPr b="0" i="1" lang="en-US" sz="2400" u="none" cap="none" strike="noStrike">
                <a:solidFill>
                  <a:srgbClr val="000000"/>
                </a:solidFill>
                <a:latin typeface="Arial"/>
                <a:ea typeface="Arial"/>
                <a:cs typeface="Arial"/>
                <a:sym typeface="Arial"/>
              </a:rPr>
              <a:t>training </a:t>
            </a:r>
            <a:r>
              <a:rPr b="0" i="0" lang="en-US" sz="2400" u="none" cap="none" strike="noStrike">
                <a:solidFill>
                  <a:srgbClr val="000000"/>
                </a:solidFill>
                <a:latin typeface="Arial"/>
                <a:ea typeface="Arial"/>
                <a:cs typeface="Arial"/>
                <a:sym typeface="Arial"/>
              </a:rPr>
              <a:t>set with a penalty on high values of the parameters</a:t>
            </a:r>
            <a:endParaRPr b="0" i="0" sz="2400" u="none" cap="none" strike="noStrike">
              <a:solidFill>
                <a:srgbClr val="000000"/>
              </a:solidFill>
              <a:latin typeface="Arial"/>
              <a:ea typeface="Arial"/>
              <a:cs typeface="Arial"/>
              <a:sym typeface="Arial"/>
            </a:endParaRPr>
          </a:p>
          <a:p>
            <a:pPr indent="0" lvl="0" marL="12700" marR="5080" rtl="0" algn="l">
              <a:lnSpc>
                <a:spcPct val="104200"/>
              </a:lnSpc>
              <a:spcBef>
                <a:spcPts val="2615"/>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By varying 𝜆 from zero (no regularization) to infinity (infinite regularization, meaning parameters will all be zero), we can sweep out different sets of model complexity</a:t>
            </a:r>
            <a:endParaRPr b="0" i="0" sz="2400" u="none" cap="none" strike="noStrike">
              <a:solidFill>
                <a:srgbClr val="000000"/>
              </a:solidFill>
              <a:latin typeface="Arial"/>
              <a:ea typeface="Arial"/>
              <a:cs typeface="Arial"/>
              <a:sym typeface="Arial"/>
            </a:endParaRPr>
          </a:p>
        </p:txBody>
      </p:sp>
      <p:sp>
        <p:nvSpPr>
          <p:cNvPr id="492" name="Google Shape;492;p112"/>
          <p:cNvSpPr/>
          <p:nvPr/>
        </p:nvSpPr>
        <p:spPr>
          <a:xfrm>
            <a:off x="5990209" y="2714370"/>
            <a:ext cx="100965" cy="368300"/>
          </a:xfrm>
          <a:custGeom>
            <a:rect b="b" l="l" r="r" t="t"/>
            <a:pathLst>
              <a:path extrusionOk="0" h="368300" w="100964">
                <a:moveTo>
                  <a:pt x="96774" y="0"/>
                </a:moveTo>
                <a:lnTo>
                  <a:pt x="55624" y="21907"/>
                </a:lnTo>
                <a:lnTo>
                  <a:pt x="25144" y="63244"/>
                </a:lnTo>
                <a:lnTo>
                  <a:pt x="6285" y="118967"/>
                </a:lnTo>
                <a:lnTo>
                  <a:pt x="0" y="184023"/>
                </a:lnTo>
                <a:lnTo>
                  <a:pt x="1570" y="217791"/>
                </a:lnTo>
                <a:lnTo>
                  <a:pt x="14143" y="278231"/>
                </a:lnTo>
                <a:lnTo>
                  <a:pt x="39051" y="328024"/>
                </a:lnTo>
                <a:lnTo>
                  <a:pt x="74865" y="359647"/>
                </a:lnTo>
                <a:lnTo>
                  <a:pt x="96774" y="368173"/>
                </a:lnTo>
                <a:lnTo>
                  <a:pt x="100455" y="355979"/>
                </a:lnTo>
                <a:lnTo>
                  <a:pt x="83548" y="347216"/>
                </a:lnTo>
                <a:lnTo>
                  <a:pt x="68817" y="334454"/>
                </a:lnTo>
                <a:lnTo>
                  <a:pt x="45845" y="296924"/>
                </a:lnTo>
                <a:lnTo>
                  <a:pt x="32019" y="246077"/>
                </a:lnTo>
                <a:lnTo>
                  <a:pt x="27430" y="184275"/>
                </a:lnTo>
                <a:lnTo>
                  <a:pt x="28576" y="151917"/>
                </a:lnTo>
                <a:lnTo>
                  <a:pt x="37772" y="95389"/>
                </a:lnTo>
                <a:lnTo>
                  <a:pt x="56254" y="50482"/>
                </a:lnTo>
                <a:lnTo>
                  <a:pt x="83548" y="20953"/>
                </a:lnTo>
                <a:lnTo>
                  <a:pt x="100455" y="12190"/>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93" name="Google Shape;493;p112"/>
          <p:cNvGrpSpPr/>
          <p:nvPr/>
        </p:nvGrpSpPr>
        <p:grpSpPr>
          <a:xfrm>
            <a:off x="6298438" y="2708148"/>
            <a:ext cx="374523" cy="374523"/>
            <a:chOff x="6298438" y="2708148"/>
            <a:chExt cx="374523" cy="374523"/>
          </a:xfrm>
        </p:grpSpPr>
        <p:sp>
          <p:nvSpPr>
            <p:cNvPr id="494" name="Google Shape;494;p112"/>
            <p:cNvSpPr/>
            <p:nvPr/>
          </p:nvSpPr>
          <p:spPr>
            <a:xfrm>
              <a:off x="6571996" y="2714371"/>
              <a:ext cx="100965" cy="368300"/>
            </a:xfrm>
            <a:custGeom>
              <a:rect b="b" l="l" r="r" t="t"/>
              <a:pathLst>
                <a:path extrusionOk="0" h="368300" w="100965">
                  <a:moveTo>
                    <a:pt x="3681" y="0"/>
                  </a:moveTo>
                  <a:lnTo>
                    <a:pt x="0" y="12190"/>
                  </a:lnTo>
                  <a:lnTo>
                    <a:pt x="16907" y="20953"/>
                  </a:lnTo>
                  <a:lnTo>
                    <a:pt x="31638" y="33718"/>
                  </a:lnTo>
                  <a:lnTo>
                    <a:pt x="54608" y="71245"/>
                  </a:lnTo>
                  <a:lnTo>
                    <a:pt x="68499" y="122284"/>
                  </a:lnTo>
                  <a:lnTo>
                    <a:pt x="73150" y="184275"/>
                  </a:lnTo>
                  <a:lnTo>
                    <a:pt x="71986" y="216540"/>
                  </a:lnTo>
                  <a:lnTo>
                    <a:pt x="62703" y="272877"/>
                  </a:lnTo>
                  <a:lnTo>
                    <a:pt x="44201" y="317690"/>
                  </a:lnTo>
                  <a:lnTo>
                    <a:pt x="16907" y="347216"/>
                  </a:lnTo>
                  <a:lnTo>
                    <a:pt x="0" y="355979"/>
                  </a:lnTo>
                  <a:lnTo>
                    <a:pt x="3681" y="368173"/>
                  </a:lnTo>
                  <a:lnTo>
                    <a:pt x="44830" y="346265"/>
                  </a:lnTo>
                  <a:lnTo>
                    <a:pt x="75309" y="304925"/>
                  </a:lnTo>
                  <a:lnTo>
                    <a:pt x="94169" y="249189"/>
                  </a:lnTo>
                  <a:lnTo>
                    <a:pt x="100455" y="184023"/>
                  </a:lnTo>
                  <a:lnTo>
                    <a:pt x="98884" y="150328"/>
                  </a:lnTo>
                  <a:lnTo>
                    <a:pt x="86311" y="89938"/>
                  </a:lnTo>
                  <a:lnTo>
                    <a:pt x="61403" y="40147"/>
                  </a:lnTo>
                  <a:lnTo>
                    <a:pt x="25589" y="8524"/>
                  </a:lnTo>
                  <a:lnTo>
                    <a:pt x="368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5" name="Google Shape;495;p112"/>
            <p:cNvPicPr preferRelativeResize="0"/>
            <p:nvPr/>
          </p:nvPicPr>
          <p:blipFill rotWithShape="1">
            <a:blip r:embed="rId3">
              <a:alphaModFix/>
            </a:blip>
            <a:srcRect b="0" l="0" r="0" t="0"/>
            <a:stretch/>
          </p:blipFill>
          <p:spPr>
            <a:xfrm>
              <a:off x="6298438" y="2708148"/>
              <a:ext cx="231519" cy="206121"/>
            </a:xfrm>
            <a:prstGeom prst="rect">
              <a:avLst/>
            </a:prstGeom>
            <a:noFill/>
            <a:ln>
              <a:noFill/>
            </a:ln>
          </p:spPr>
        </p:pic>
      </p:grpSp>
      <p:grpSp>
        <p:nvGrpSpPr>
          <p:cNvPr id="496" name="Google Shape;496;p112"/>
          <p:cNvGrpSpPr/>
          <p:nvPr/>
        </p:nvGrpSpPr>
        <p:grpSpPr>
          <a:xfrm>
            <a:off x="7016242" y="2708148"/>
            <a:ext cx="374523" cy="374521"/>
            <a:chOff x="7016242" y="2708148"/>
            <a:chExt cx="374523" cy="374521"/>
          </a:xfrm>
        </p:grpSpPr>
        <p:sp>
          <p:nvSpPr>
            <p:cNvPr id="497" name="Google Shape;497;p112"/>
            <p:cNvSpPr/>
            <p:nvPr/>
          </p:nvSpPr>
          <p:spPr>
            <a:xfrm>
              <a:off x="7289800" y="2714369"/>
              <a:ext cx="100965" cy="368300"/>
            </a:xfrm>
            <a:custGeom>
              <a:rect b="b" l="l" r="r" t="t"/>
              <a:pathLst>
                <a:path extrusionOk="0" h="368300" w="100965">
                  <a:moveTo>
                    <a:pt x="3681" y="0"/>
                  </a:moveTo>
                  <a:lnTo>
                    <a:pt x="0" y="12190"/>
                  </a:lnTo>
                  <a:lnTo>
                    <a:pt x="16907" y="20953"/>
                  </a:lnTo>
                  <a:lnTo>
                    <a:pt x="31638" y="33718"/>
                  </a:lnTo>
                  <a:lnTo>
                    <a:pt x="54608" y="71245"/>
                  </a:lnTo>
                  <a:lnTo>
                    <a:pt x="68499" y="122285"/>
                  </a:lnTo>
                  <a:lnTo>
                    <a:pt x="73151" y="184275"/>
                  </a:lnTo>
                  <a:lnTo>
                    <a:pt x="71986" y="216540"/>
                  </a:lnTo>
                  <a:lnTo>
                    <a:pt x="62703" y="272877"/>
                  </a:lnTo>
                  <a:lnTo>
                    <a:pt x="44201" y="317690"/>
                  </a:lnTo>
                  <a:lnTo>
                    <a:pt x="16907" y="347216"/>
                  </a:lnTo>
                  <a:lnTo>
                    <a:pt x="0" y="355979"/>
                  </a:lnTo>
                  <a:lnTo>
                    <a:pt x="3681" y="368173"/>
                  </a:lnTo>
                  <a:lnTo>
                    <a:pt x="44830" y="346265"/>
                  </a:lnTo>
                  <a:lnTo>
                    <a:pt x="75309" y="304925"/>
                  </a:lnTo>
                  <a:lnTo>
                    <a:pt x="94169" y="249189"/>
                  </a:lnTo>
                  <a:lnTo>
                    <a:pt x="100455" y="184023"/>
                  </a:lnTo>
                  <a:lnTo>
                    <a:pt x="98884" y="150328"/>
                  </a:lnTo>
                  <a:lnTo>
                    <a:pt x="86311" y="89938"/>
                  </a:lnTo>
                  <a:lnTo>
                    <a:pt x="61403" y="40147"/>
                  </a:lnTo>
                  <a:lnTo>
                    <a:pt x="25589" y="8524"/>
                  </a:lnTo>
                  <a:lnTo>
                    <a:pt x="368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8" name="Google Shape;498;p112"/>
            <p:cNvPicPr preferRelativeResize="0"/>
            <p:nvPr/>
          </p:nvPicPr>
          <p:blipFill rotWithShape="1">
            <a:blip r:embed="rId4">
              <a:alphaModFix/>
            </a:blip>
            <a:srcRect b="0" l="0" r="0" t="0"/>
            <a:stretch/>
          </p:blipFill>
          <p:spPr>
            <a:xfrm>
              <a:off x="7016242" y="2708148"/>
              <a:ext cx="231521" cy="206121"/>
            </a:xfrm>
            <a:prstGeom prst="rect">
              <a:avLst/>
            </a:prstGeom>
            <a:noFill/>
            <a:ln>
              <a:noFill/>
            </a:ln>
          </p:spPr>
        </p:pic>
      </p:grpSp>
      <p:sp>
        <p:nvSpPr>
          <p:cNvPr id="499" name="Google Shape;499;p112"/>
          <p:cNvSpPr txBox="1"/>
          <p:nvPr/>
        </p:nvSpPr>
        <p:spPr>
          <a:xfrm>
            <a:off x="6063107" y="2532380"/>
            <a:ext cx="410209"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600"/>
              <a:buFont typeface="Arial"/>
              <a:buNone/>
            </a:pPr>
            <a:r>
              <a:rPr b="0" baseline="-25000" i="0" lang="en-US" sz="3600" u="none" cap="none" strike="noStrike">
                <a:solidFill>
                  <a:srgbClr val="000000"/>
                </a:solidFill>
                <a:latin typeface="Arial"/>
                <a:ea typeface="Arial"/>
                <a:cs typeface="Arial"/>
                <a:sym typeface="Arial"/>
              </a:rPr>
              <a:t>𝑥 </a:t>
            </a:r>
            <a:r>
              <a:rPr b="0" i="0" lang="en-US" sz="1800" u="none" cap="none" strike="noStrike">
                <a:solidFill>
                  <a:srgbClr val="000000"/>
                </a:solidFill>
                <a:latin typeface="Arial"/>
                <a:ea typeface="Arial"/>
                <a:cs typeface="Arial"/>
                <a:sym typeface="Arial"/>
              </a:rPr>
              <a:t>𝑖</a:t>
            </a:r>
            <a:endParaRPr b="0" i="0" sz="1800" u="none" cap="none" strike="noStrike">
              <a:solidFill>
                <a:srgbClr val="000000"/>
              </a:solidFill>
              <a:latin typeface="Arial"/>
              <a:ea typeface="Arial"/>
              <a:cs typeface="Arial"/>
              <a:sym typeface="Arial"/>
            </a:endParaRPr>
          </a:p>
        </p:txBody>
      </p:sp>
      <p:sp>
        <p:nvSpPr>
          <p:cNvPr id="500" name="Google Shape;500;p112"/>
          <p:cNvSpPr/>
          <p:nvPr/>
        </p:nvSpPr>
        <p:spPr>
          <a:xfrm>
            <a:off x="7778494" y="2889504"/>
            <a:ext cx="167640" cy="20320"/>
          </a:xfrm>
          <a:custGeom>
            <a:rect b="b" l="l" r="r" t="t"/>
            <a:pathLst>
              <a:path extrusionOk="0" h="20319" w="167640">
                <a:moveTo>
                  <a:pt x="167640" y="0"/>
                </a:moveTo>
                <a:lnTo>
                  <a:pt x="0" y="0"/>
                </a:lnTo>
                <a:lnTo>
                  <a:pt x="0" y="19812"/>
                </a:lnTo>
                <a:lnTo>
                  <a:pt x="167640" y="19812"/>
                </a:lnTo>
                <a:lnTo>
                  <a:pt x="16764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1" name="Google Shape;501;p112"/>
          <p:cNvSpPr txBox="1"/>
          <p:nvPr/>
        </p:nvSpPr>
        <p:spPr>
          <a:xfrm>
            <a:off x="7766684" y="2846323"/>
            <a:ext cx="17653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2</a:t>
            </a:r>
            <a:endParaRPr b="0" i="0" sz="2400" u="none" cap="none" strike="noStrike">
              <a:solidFill>
                <a:srgbClr val="000000"/>
              </a:solidFill>
              <a:latin typeface="Arial"/>
              <a:ea typeface="Arial"/>
              <a:cs typeface="Arial"/>
              <a:sym typeface="Arial"/>
            </a:endParaRPr>
          </a:p>
        </p:txBody>
      </p:sp>
      <p:sp>
        <p:nvSpPr>
          <p:cNvPr id="502" name="Google Shape;502;p112"/>
          <p:cNvSpPr/>
          <p:nvPr/>
        </p:nvSpPr>
        <p:spPr>
          <a:xfrm>
            <a:off x="8377555" y="2760344"/>
            <a:ext cx="88265" cy="277495"/>
          </a:xfrm>
          <a:custGeom>
            <a:rect b="b" l="l" r="r" t="t"/>
            <a:pathLst>
              <a:path extrusionOk="0" h="277494" w="88265">
                <a:moveTo>
                  <a:pt x="22974" y="0"/>
                </a:moveTo>
                <a:lnTo>
                  <a:pt x="0" y="0"/>
                </a:lnTo>
                <a:lnTo>
                  <a:pt x="0" y="276987"/>
                </a:lnTo>
                <a:lnTo>
                  <a:pt x="22974" y="276987"/>
                </a:lnTo>
                <a:lnTo>
                  <a:pt x="22974" y="0"/>
                </a:lnTo>
                <a:close/>
              </a:path>
              <a:path extrusionOk="0" h="277494" w="88265">
                <a:moveTo>
                  <a:pt x="87757" y="0"/>
                </a:moveTo>
                <a:lnTo>
                  <a:pt x="64770" y="0"/>
                </a:lnTo>
                <a:lnTo>
                  <a:pt x="64770" y="276987"/>
                </a:lnTo>
                <a:lnTo>
                  <a:pt x="87757" y="276987"/>
                </a:lnTo>
                <a:lnTo>
                  <a:pt x="8775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112"/>
          <p:cNvSpPr/>
          <p:nvPr/>
        </p:nvSpPr>
        <p:spPr>
          <a:xfrm>
            <a:off x="8034655" y="2760344"/>
            <a:ext cx="88265" cy="277495"/>
          </a:xfrm>
          <a:custGeom>
            <a:rect b="b" l="l" r="r" t="t"/>
            <a:pathLst>
              <a:path extrusionOk="0" h="277494" w="88265">
                <a:moveTo>
                  <a:pt x="22974" y="0"/>
                </a:moveTo>
                <a:lnTo>
                  <a:pt x="0" y="0"/>
                </a:lnTo>
                <a:lnTo>
                  <a:pt x="0" y="276987"/>
                </a:lnTo>
                <a:lnTo>
                  <a:pt x="22974" y="276987"/>
                </a:lnTo>
                <a:lnTo>
                  <a:pt x="22974" y="0"/>
                </a:lnTo>
                <a:close/>
              </a:path>
              <a:path extrusionOk="0" h="277494" w="88265">
                <a:moveTo>
                  <a:pt x="87757" y="0"/>
                </a:moveTo>
                <a:lnTo>
                  <a:pt x="64770" y="0"/>
                </a:lnTo>
                <a:lnTo>
                  <a:pt x="64770" y="276987"/>
                </a:lnTo>
                <a:lnTo>
                  <a:pt x="87757" y="276987"/>
                </a:lnTo>
                <a:lnTo>
                  <a:pt x="8775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112"/>
          <p:cNvSpPr txBox="1"/>
          <p:nvPr/>
        </p:nvSpPr>
        <p:spPr>
          <a:xfrm>
            <a:off x="6649593" y="2642107"/>
            <a:ext cx="1720214" cy="391160"/>
          </a:xfrm>
          <a:prstGeom prst="rect">
            <a:avLst/>
          </a:prstGeom>
          <a:noFill/>
          <a:ln>
            <a:noFill/>
          </a:ln>
        </p:spPr>
        <p:txBody>
          <a:bodyPr anchorCtr="0" anchor="t" bIns="0" lIns="0" spcFirstLastPara="1" rIns="0" wrap="square" tIns="12700">
            <a:spAutoFit/>
          </a:bodyPr>
          <a:lstStyle/>
          <a:p>
            <a:pPr indent="0" lvl="0" marL="508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𝑦 </a:t>
            </a:r>
            <a:r>
              <a:rPr b="0" baseline="30000" i="0" lang="en-US" sz="2700" u="none" cap="none" strike="noStrike">
                <a:solidFill>
                  <a:srgbClr val="000000"/>
                </a:solidFill>
                <a:latin typeface="Arial"/>
                <a:ea typeface="Arial"/>
                <a:cs typeface="Arial"/>
                <a:sym typeface="Arial"/>
              </a:rPr>
              <a:t>𝑖	</a:t>
            </a:r>
            <a:r>
              <a:rPr b="0" i="0" lang="en-US" sz="2400" u="none" cap="none" strike="noStrike">
                <a:solidFill>
                  <a:srgbClr val="000000"/>
                </a:solidFill>
                <a:latin typeface="Arial"/>
                <a:ea typeface="Arial"/>
                <a:cs typeface="Arial"/>
                <a:sym typeface="Arial"/>
              </a:rPr>
              <a:t>+ </a:t>
            </a:r>
            <a:r>
              <a:rPr b="0" baseline="30000" i="0" lang="en-US" sz="3600" u="none" cap="none" strike="noStrike">
                <a:solidFill>
                  <a:srgbClr val="000000"/>
                </a:solidFill>
                <a:latin typeface="Arial"/>
                <a:ea typeface="Arial"/>
                <a:cs typeface="Arial"/>
                <a:sym typeface="Arial"/>
              </a:rPr>
              <a:t>𝜆	</a:t>
            </a:r>
            <a:r>
              <a:rPr b="0" i="0" lang="en-US" sz="2400" u="none" cap="none" strike="noStrike">
                <a:solidFill>
                  <a:srgbClr val="000000"/>
                </a:solidFill>
                <a:latin typeface="Arial"/>
                <a:ea typeface="Arial"/>
                <a:cs typeface="Arial"/>
                <a:sym typeface="Arial"/>
              </a:rPr>
              <a:t>𝜃</a:t>
            </a:r>
            <a:endParaRPr b="0" i="0" sz="2400" u="none" cap="none" strike="noStrike">
              <a:solidFill>
                <a:srgbClr val="000000"/>
              </a:solidFill>
              <a:latin typeface="Arial"/>
              <a:ea typeface="Arial"/>
              <a:cs typeface="Arial"/>
              <a:sym typeface="Arial"/>
            </a:endParaRPr>
          </a:p>
        </p:txBody>
      </p:sp>
      <p:sp>
        <p:nvSpPr>
          <p:cNvPr id="505" name="Google Shape;505;p112"/>
          <p:cNvSpPr txBox="1"/>
          <p:nvPr/>
        </p:nvSpPr>
        <p:spPr>
          <a:xfrm>
            <a:off x="8490584" y="2584195"/>
            <a:ext cx="139065" cy="528320"/>
          </a:xfrm>
          <a:prstGeom prst="rect">
            <a:avLst/>
          </a:prstGeom>
          <a:noFill/>
          <a:ln>
            <a:noFill/>
          </a:ln>
        </p:spPr>
        <p:txBody>
          <a:bodyPr anchorCtr="0" anchor="t" bIns="0" lIns="0" spcFirstLastPara="1" rIns="0" wrap="square" tIns="12700">
            <a:spAutoFit/>
          </a:bodyPr>
          <a:lstStyle/>
          <a:p>
            <a:pPr indent="0" lvl="0" marL="12700" marR="0" rtl="0" algn="l">
              <a:lnSpc>
                <a:spcPct val="11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a:p>
            <a:pPr indent="0" lvl="0" marL="12700" marR="0" rtl="0" algn="l">
              <a:lnSpc>
                <a:spcPct val="11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descr="$PPTXTitle" id="510" name="Google Shape;510;p115"/>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188595" rtl="0" algn="l">
              <a:lnSpc>
                <a:spcPct val="100000"/>
              </a:lnSpc>
              <a:spcBef>
                <a:spcPts val="0"/>
              </a:spcBef>
              <a:spcAft>
                <a:spcPts val="0"/>
              </a:spcAft>
              <a:buSzPts val="1400"/>
              <a:buNone/>
            </a:pPr>
            <a:r>
              <a:rPr lang="en-US"/>
              <a:t>Training/cross-validation loss by regularization</a:t>
            </a:r>
            <a:endParaRPr/>
          </a:p>
        </p:txBody>
      </p:sp>
      <p:grpSp>
        <p:nvGrpSpPr>
          <p:cNvPr id="511" name="Google Shape;511;p115"/>
          <p:cNvGrpSpPr/>
          <p:nvPr/>
        </p:nvGrpSpPr>
        <p:grpSpPr>
          <a:xfrm>
            <a:off x="3331493" y="5453214"/>
            <a:ext cx="324506" cy="152437"/>
            <a:chOff x="3331493" y="5453214"/>
            <a:chExt cx="324506" cy="152437"/>
          </a:xfrm>
        </p:grpSpPr>
        <p:sp>
          <p:nvSpPr>
            <p:cNvPr id="512" name="Google Shape;512;p115"/>
            <p:cNvSpPr/>
            <p:nvPr/>
          </p:nvSpPr>
          <p:spPr>
            <a:xfrm>
              <a:off x="3331493" y="5490130"/>
              <a:ext cx="41910" cy="113664"/>
            </a:xfrm>
            <a:custGeom>
              <a:rect b="b" l="l" r="r" t="t"/>
              <a:pathLst>
                <a:path extrusionOk="0" h="113664" w="41910">
                  <a:moveTo>
                    <a:pt x="41687" y="0"/>
                  </a:moveTo>
                  <a:lnTo>
                    <a:pt x="33354" y="0"/>
                  </a:lnTo>
                  <a:lnTo>
                    <a:pt x="26210" y="9525"/>
                  </a:lnTo>
                  <a:lnTo>
                    <a:pt x="20241" y="14287"/>
                  </a:lnTo>
                  <a:lnTo>
                    <a:pt x="14286" y="20239"/>
                  </a:lnTo>
                  <a:lnTo>
                    <a:pt x="7142" y="25002"/>
                  </a:lnTo>
                  <a:lnTo>
                    <a:pt x="0" y="28575"/>
                  </a:lnTo>
                  <a:lnTo>
                    <a:pt x="0" y="41671"/>
                  </a:lnTo>
                  <a:lnTo>
                    <a:pt x="4761" y="40481"/>
                  </a:lnTo>
                  <a:lnTo>
                    <a:pt x="9525" y="38100"/>
                  </a:lnTo>
                  <a:lnTo>
                    <a:pt x="14286" y="34527"/>
                  </a:lnTo>
                  <a:lnTo>
                    <a:pt x="20241" y="30956"/>
                  </a:lnTo>
                  <a:lnTo>
                    <a:pt x="23827" y="27383"/>
                  </a:lnTo>
                  <a:lnTo>
                    <a:pt x="27400" y="25002"/>
                  </a:lnTo>
                  <a:lnTo>
                    <a:pt x="27400" y="113140"/>
                  </a:lnTo>
                  <a:lnTo>
                    <a:pt x="41687" y="11314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13" name="Google Shape;513;p115"/>
            <p:cNvPicPr preferRelativeResize="0"/>
            <p:nvPr/>
          </p:nvPicPr>
          <p:blipFill rotWithShape="1">
            <a:blip r:embed="rId3">
              <a:alphaModFix/>
            </a:blip>
            <a:srcRect b="0" l="0" r="0" t="0"/>
            <a:stretch/>
          </p:blipFill>
          <p:spPr>
            <a:xfrm>
              <a:off x="3408900" y="5490130"/>
              <a:ext cx="73835" cy="115521"/>
            </a:xfrm>
            <a:prstGeom prst="rect">
              <a:avLst/>
            </a:prstGeom>
            <a:noFill/>
            <a:ln>
              <a:noFill/>
            </a:ln>
          </p:spPr>
        </p:pic>
        <p:sp>
          <p:nvSpPr>
            <p:cNvPr id="514" name="Google Shape;514;p115"/>
            <p:cNvSpPr/>
            <p:nvPr/>
          </p:nvSpPr>
          <p:spPr>
            <a:xfrm>
              <a:off x="3502964" y="5453214"/>
              <a:ext cx="153035" cy="81280"/>
            </a:xfrm>
            <a:custGeom>
              <a:rect b="b" l="l" r="r" t="t"/>
              <a:pathLst>
                <a:path extrusionOk="0" h="81279" w="153035">
                  <a:moveTo>
                    <a:pt x="29756" y="45250"/>
                  </a:moveTo>
                  <a:lnTo>
                    <a:pt x="0" y="45250"/>
                  </a:lnTo>
                  <a:lnTo>
                    <a:pt x="0" y="55968"/>
                  </a:lnTo>
                  <a:lnTo>
                    <a:pt x="29756" y="55968"/>
                  </a:lnTo>
                  <a:lnTo>
                    <a:pt x="29756" y="45250"/>
                  </a:lnTo>
                  <a:close/>
                </a:path>
                <a:path extrusionOk="0" h="81279" w="153035">
                  <a:moveTo>
                    <a:pt x="75018" y="0"/>
                  </a:moveTo>
                  <a:lnTo>
                    <a:pt x="67881" y="0"/>
                  </a:lnTo>
                  <a:lnTo>
                    <a:pt x="66687" y="3568"/>
                  </a:lnTo>
                  <a:lnTo>
                    <a:pt x="55968" y="14287"/>
                  </a:lnTo>
                  <a:lnTo>
                    <a:pt x="51206" y="16662"/>
                  </a:lnTo>
                  <a:lnTo>
                    <a:pt x="45250" y="19050"/>
                  </a:lnTo>
                  <a:lnTo>
                    <a:pt x="45250" y="28587"/>
                  </a:lnTo>
                  <a:lnTo>
                    <a:pt x="47637" y="27393"/>
                  </a:lnTo>
                  <a:lnTo>
                    <a:pt x="51206" y="26200"/>
                  </a:lnTo>
                  <a:lnTo>
                    <a:pt x="55968" y="23825"/>
                  </a:lnTo>
                  <a:lnTo>
                    <a:pt x="59537" y="21437"/>
                  </a:lnTo>
                  <a:lnTo>
                    <a:pt x="64300" y="16662"/>
                  </a:lnTo>
                  <a:lnTo>
                    <a:pt x="64300" y="79794"/>
                  </a:lnTo>
                  <a:lnTo>
                    <a:pt x="75018" y="79794"/>
                  </a:lnTo>
                  <a:lnTo>
                    <a:pt x="75018" y="0"/>
                  </a:lnTo>
                  <a:close/>
                </a:path>
                <a:path extrusionOk="0" h="81279" w="153035">
                  <a:moveTo>
                    <a:pt x="152425" y="45250"/>
                  </a:moveTo>
                  <a:lnTo>
                    <a:pt x="150050" y="39306"/>
                  </a:lnTo>
                  <a:lnTo>
                    <a:pt x="145288" y="33350"/>
                  </a:lnTo>
                  <a:lnTo>
                    <a:pt x="140525" y="28587"/>
                  </a:lnTo>
                  <a:lnTo>
                    <a:pt x="134569" y="26200"/>
                  </a:lnTo>
                  <a:lnTo>
                    <a:pt x="122643" y="26200"/>
                  </a:lnTo>
                  <a:lnTo>
                    <a:pt x="116687" y="28587"/>
                  </a:lnTo>
                  <a:lnTo>
                    <a:pt x="111925" y="32156"/>
                  </a:lnTo>
                  <a:lnTo>
                    <a:pt x="116687" y="10706"/>
                  </a:lnTo>
                  <a:lnTo>
                    <a:pt x="148856" y="10706"/>
                  </a:lnTo>
                  <a:lnTo>
                    <a:pt x="148856" y="1181"/>
                  </a:lnTo>
                  <a:lnTo>
                    <a:pt x="108356" y="1181"/>
                  </a:lnTo>
                  <a:lnTo>
                    <a:pt x="101219" y="41681"/>
                  </a:lnTo>
                  <a:lnTo>
                    <a:pt x="110744" y="42875"/>
                  </a:lnTo>
                  <a:lnTo>
                    <a:pt x="111925" y="40487"/>
                  </a:lnTo>
                  <a:lnTo>
                    <a:pt x="116687" y="38112"/>
                  </a:lnTo>
                  <a:lnTo>
                    <a:pt x="119075" y="35725"/>
                  </a:lnTo>
                  <a:lnTo>
                    <a:pt x="129806" y="35725"/>
                  </a:lnTo>
                  <a:lnTo>
                    <a:pt x="134569" y="36918"/>
                  </a:lnTo>
                  <a:lnTo>
                    <a:pt x="136956" y="40487"/>
                  </a:lnTo>
                  <a:lnTo>
                    <a:pt x="140525" y="42875"/>
                  </a:lnTo>
                  <a:lnTo>
                    <a:pt x="141719" y="47637"/>
                  </a:lnTo>
                  <a:lnTo>
                    <a:pt x="141719" y="59537"/>
                  </a:lnTo>
                  <a:lnTo>
                    <a:pt x="140525" y="64300"/>
                  </a:lnTo>
                  <a:lnTo>
                    <a:pt x="133375" y="71450"/>
                  </a:lnTo>
                  <a:lnTo>
                    <a:pt x="129806" y="72644"/>
                  </a:lnTo>
                  <a:lnTo>
                    <a:pt x="121462" y="72644"/>
                  </a:lnTo>
                  <a:lnTo>
                    <a:pt x="117881" y="71450"/>
                  </a:lnTo>
                  <a:lnTo>
                    <a:pt x="115506" y="69062"/>
                  </a:lnTo>
                  <a:lnTo>
                    <a:pt x="111925" y="66687"/>
                  </a:lnTo>
                  <a:lnTo>
                    <a:pt x="110744" y="63119"/>
                  </a:lnTo>
                  <a:lnTo>
                    <a:pt x="109550" y="58356"/>
                  </a:lnTo>
                  <a:lnTo>
                    <a:pt x="100025" y="58356"/>
                  </a:lnTo>
                  <a:lnTo>
                    <a:pt x="100025" y="65493"/>
                  </a:lnTo>
                  <a:lnTo>
                    <a:pt x="102400" y="70256"/>
                  </a:lnTo>
                  <a:lnTo>
                    <a:pt x="107162" y="75018"/>
                  </a:lnTo>
                  <a:lnTo>
                    <a:pt x="111925" y="78587"/>
                  </a:lnTo>
                  <a:lnTo>
                    <a:pt x="117881" y="80987"/>
                  </a:lnTo>
                  <a:lnTo>
                    <a:pt x="133375" y="80987"/>
                  </a:lnTo>
                  <a:lnTo>
                    <a:pt x="140525" y="77406"/>
                  </a:lnTo>
                  <a:lnTo>
                    <a:pt x="146481" y="71450"/>
                  </a:lnTo>
                  <a:lnTo>
                    <a:pt x="150050" y="65493"/>
                  </a:lnTo>
                  <a:lnTo>
                    <a:pt x="152425" y="59537"/>
                  </a:lnTo>
                  <a:lnTo>
                    <a:pt x="152425" y="4525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15" name="Google Shape;515;p115"/>
          <p:cNvGrpSpPr/>
          <p:nvPr/>
        </p:nvGrpSpPr>
        <p:grpSpPr>
          <a:xfrm>
            <a:off x="3799497" y="5453214"/>
            <a:ext cx="324510" cy="152437"/>
            <a:chOff x="3799497" y="5453214"/>
            <a:chExt cx="324510" cy="152437"/>
          </a:xfrm>
        </p:grpSpPr>
        <p:sp>
          <p:nvSpPr>
            <p:cNvPr id="516" name="Google Shape;516;p115"/>
            <p:cNvSpPr/>
            <p:nvPr/>
          </p:nvSpPr>
          <p:spPr>
            <a:xfrm>
              <a:off x="3799497" y="5490130"/>
              <a:ext cx="43180" cy="113664"/>
            </a:xfrm>
            <a:custGeom>
              <a:rect b="b" l="l" r="r" t="t"/>
              <a:pathLst>
                <a:path extrusionOk="0" h="113664" w="43179">
                  <a:moveTo>
                    <a:pt x="42879" y="0"/>
                  </a:moveTo>
                  <a:lnTo>
                    <a:pt x="33354" y="0"/>
                  </a:lnTo>
                  <a:lnTo>
                    <a:pt x="30972" y="4762"/>
                  </a:lnTo>
                  <a:lnTo>
                    <a:pt x="21447" y="14287"/>
                  </a:lnTo>
                  <a:lnTo>
                    <a:pt x="16756" y="18529"/>
                  </a:lnTo>
                  <a:lnTo>
                    <a:pt x="11615" y="22324"/>
                  </a:lnTo>
                  <a:lnTo>
                    <a:pt x="6029" y="25671"/>
                  </a:lnTo>
                  <a:lnTo>
                    <a:pt x="0" y="28575"/>
                  </a:lnTo>
                  <a:lnTo>
                    <a:pt x="0" y="41671"/>
                  </a:lnTo>
                  <a:lnTo>
                    <a:pt x="4761" y="40481"/>
                  </a:lnTo>
                  <a:lnTo>
                    <a:pt x="9525" y="38100"/>
                  </a:lnTo>
                  <a:lnTo>
                    <a:pt x="15493" y="34527"/>
                  </a:lnTo>
                  <a:lnTo>
                    <a:pt x="25018" y="27383"/>
                  </a:lnTo>
                  <a:lnTo>
                    <a:pt x="28591" y="25002"/>
                  </a:lnTo>
                  <a:lnTo>
                    <a:pt x="28591" y="113140"/>
                  </a:lnTo>
                  <a:lnTo>
                    <a:pt x="42879" y="113140"/>
                  </a:lnTo>
                  <a:lnTo>
                    <a:pt x="42879"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17" name="Google Shape;517;p115"/>
            <p:cNvPicPr preferRelativeResize="0"/>
            <p:nvPr/>
          </p:nvPicPr>
          <p:blipFill rotWithShape="1">
            <a:blip r:embed="rId4">
              <a:alphaModFix/>
            </a:blip>
            <a:srcRect b="0" l="0" r="0" t="0"/>
            <a:stretch/>
          </p:blipFill>
          <p:spPr>
            <a:xfrm>
              <a:off x="3878096" y="5490130"/>
              <a:ext cx="73835" cy="115521"/>
            </a:xfrm>
            <a:prstGeom prst="rect">
              <a:avLst/>
            </a:prstGeom>
            <a:noFill/>
            <a:ln>
              <a:noFill/>
            </a:ln>
          </p:spPr>
        </p:pic>
        <p:sp>
          <p:nvSpPr>
            <p:cNvPr id="518" name="Google Shape;518;p115"/>
            <p:cNvSpPr/>
            <p:nvPr/>
          </p:nvSpPr>
          <p:spPr>
            <a:xfrm>
              <a:off x="3970972" y="5453214"/>
              <a:ext cx="153035" cy="81280"/>
            </a:xfrm>
            <a:custGeom>
              <a:rect b="b" l="l" r="r" t="t"/>
              <a:pathLst>
                <a:path extrusionOk="0" h="81279" w="153035">
                  <a:moveTo>
                    <a:pt x="29768" y="45250"/>
                  </a:moveTo>
                  <a:lnTo>
                    <a:pt x="0" y="45250"/>
                  </a:lnTo>
                  <a:lnTo>
                    <a:pt x="0" y="55968"/>
                  </a:lnTo>
                  <a:lnTo>
                    <a:pt x="29768" y="55968"/>
                  </a:lnTo>
                  <a:lnTo>
                    <a:pt x="29768" y="45250"/>
                  </a:lnTo>
                  <a:close/>
                </a:path>
                <a:path extrusionOk="0" h="81279" w="153035">
                  <a:moveTo>
                    <a:pt x="75018" y="0"/>
                  </a:moveTo>
                  <a:lnTo>
                    <a:pt x="69062" y="0"/>
                  </a:lnTo>
                  <a:lnTo>
                    <a:pt x="64300" y="7137"/>
                  </a:lnTo>
                  <a:lnTo>
                    <a:pt x="59537" y="10706"/>
                  </a:lnTo>
                  <a:lnTo>
                    <a:pt x="55968" y="14287"/>
                  </a:lnTo>
                  <a:lnTo>
                    <a:pt x="51219" y="16662"/>
                  </a:lnTo>
                  <a:lnTo>
                    <a:pt x="45250" y="19050"/>
                  </a:lnTo>
                  <a:lnTo>
                    <a:pt x="45250" y="28587"/>
                  </a:lnTo>
                  <a:lnTo>
                    <a:pt x="52400" y="26200"/>
                  </a:lnTo>
                  <a:lnTo>
                    <a:pt x="63119" y="19050"/>
                  </a:lnTo>
                  <a:lnTo>
                    <a:pt x="65493" y="16662"/>
                  </a:lnTo>
                  <a:lnTo>
                    <a:pt x="65493" y="79794"/>
                  </a:lnTo>
                  <a:lnTo>
                    <a:pt x="75018" y="79794"/>
                  </a:lnTo>
                  <a:lnTo>
                    <a:pt x="75018" y="0"/>
                  </a:lnTo>
                  <a:close/>
                </a:path>
                <a:path extrusionOk="0" h="81279" w="153035">
                  <a:moveTo>
                    <a:pt x="152438" y="51206"/>
                  </a:moveTo>
                  <a:lnTo>
                    <a:pt x="151231" y="46443"/>
                  </a:lnTo>
                  <a:lnTo>
                    <a:pt x="147662" y="42875"/>
                  </a:lnTo>
                  <a:lnTo>
                    <a:pt x="145288" y="39306"/>
                  </a:lnTo>
                  <a:lnTo>
                    <a:pt x="141706" y="36918"/>
                  </a:lnTo>
                  <a:lnTo>
                    <a:pt x="136944" y="36918"/>
                  </a:lnTo>
                  <a:lnTo>
                    <a:pt x="144094" y="32156"/>
                  </a:lnTo>
                  <a:lnTo>
                    <a:pt x="145288" y="29781"/>
                  </a:lnTo>
                  <a:lnTo>
                    <a:pt x="147662" y="27393"/>
                  </a:lnTo>
                  <a:lnTo>
                    <a:pt x="148856" y="23825"/>
                  </a:lnTo>
                  <a:lnTo>
                    <a:pt x="148856" y="16662"/>
                  </a:lnTo>
                  <a:lnTo>
                    <a:pt x="147662" y="13093"/>
                  </a:lnTo>
                  <a:lnTo>
                    <a:pt x="145288" y="9525"/>
                  </a:lnTo>
                  <a:lnTo>
                    <a:pt x="140525" y="4762"/>
                  </a:lnTo>
                  <a:lnTo>
                    <a:pt x="133388" y="0"/>
                  </a:lnTo>
                  <a:lnTo>
                    <a:pt x="119087" y="0"/>
                  </a:lnTo>
                  <a:lnTo>
                    <a:pt x="113118" y="1181"/>
                  </a:lnTo>
                  <a:lnTo>
                    <a:pt x="109550" y="4762"/>
                  </a:lnTo>
                  <a:lnTo>
                    <a:pt x="104787" y="8331"/>
                  </a:lnTo>
                  <a:lnTo>
                    <a:pt x="102400" y="13093"/>
                  </a:lnTo>
                  <a:lnTo>
                    <a:pt x="101219" y="20256"/>
                  </a:lnTo>
                  <a:lnTo>
                    <a:pt x="110744" y="21437"/>
                  </a:lnTo>
                  <a:lnTo>
                    <a:pt x="111925" y="16662"/>
                  </a:lnTo>
                  <a:lnTo>
                    <a:pt x="113118" y="13093"/>
                  </a:lnTo>
                  <a:lnTo>
                    <a:pt x="117894" y="8331"/>
                  </a:lnTo>
                  <a:lnTo>
                    <a:pt x="121462" y="7137"/>
                  </a:lnTo>
                  <a:lnTo>
                    <a:pt x="128612" y="7137"/>
                  </a:lnTo>
                  <a:lnTo>
                    <a:pt x="132181" y="8331"/>
                  </a:lnTo>
                  <a:lnTo>
                    <a:pt x="136944" y="13093"/>
                  </a:lnTo>
                  <a:lnTo>
                    <a:pt x="138137" y="16662"/>
                  </a:lnTo>
                  <a:lnTo>
                    <a:pt x="138137" y="25019"/>
                  </a:lnTo>
                  <a:lnTo>
                    <a:pt x="136944" y="27393"/>
                  </a:lnTo>
                  <a:lnTo>
                    <a:pt x="129806" y="32156"/>
                  </a:lnTo>
                  <a:lnTo>
                    <a:pt x="126238" y="33350"/>
                  </a:lnTo>
                  <a:lnTo>
                    <a:pt x="120281" y="33350"/>
                  </a:lnTo>
                  <a:lnTo>
                    <a:pt x="119087" y="41681"/>
                  </a:lnTo>
                  <a:lnTo>
                    <a:pt x="121462" y="41681"/>
                  </a:lnTo>
                  <a:lnTo>
                    <a:pt x="123863" y="40487"/>
                  </a:lnTo>
                  <a:lnTo>
                    <a:pt x="131000" y="40487"/>
                  </a:lnTo>
                  <a:lnTo>
                    <a:pt x="134569" y="41681"/>
                  </a:lnTo>
                  <a:lnTo>
                    <a:pt x="136944" y="45250"/>
                  </a:lnTo>
                  <a:lnTo>
                    <a:pt x="140525" y="47637"/>
                  </a:lnTo>
                  <a:lnTo>
                    <a:pt x="141706" y="51206"/>
                  </a:lnTo>
                  <a:lnTo>
                    <a:pt x="141706" y="60731"/>
                  </a:lnTo>
                  <a:lnTo>
                    <a:pt x="140525" y="64300"/>
                  </a:lnTo>
                  <a:lnTo>
                    <a:pt x="133388" y="71450"/>
                  </a:lnTo>
                  <a:lnTo>
                    <a:pt x="129806" y="72644"/>
                  </a:lnTo>
                  <a:lnTo>
                    <a:pt x="121462" y="72644"/>
                  </a:lnTo>
                  <a:lnTo>
                    <a:pt x="117894" y="71450"/>
                  </a:lnTo>
                  <a:lnTo>
                    <a:pt x="113118" y="66687"/>
                  </a:lnTo>
                  <a:lnTo>
                    <a:pt x="110744" y="63119"/>
                  </a:lnTo>
                  <a:lnTo>
                    <a:pt x="109550" y="57162"/>
                  </a:lnTo>
                  <a:lnTo>
                    <a:pt x="100025" y="58356"/>
                  </a:lnTo>
                  <a:lnTo>
                    <a:pt x="117894" y="80987"/>
                  </a:lnTo>
                  <a:lnTo>
                    <a:pt x="133388" y="80987"/>
                  </a:lnTo>
                  <a:lnTo>
                    <a:pt x="139331" y="78587"/>
                  </a:lnTo>
                  <a:lnTo>
                    <a:pt x="144094" y="73825"/>
                  </a:lnTo>
                  <a:lnTo>
                    <a:pt x="150050" y="69062"/>
                  </a:lnTo>
                  <a:lnTo>
                    <a:pt x="152438" y="63119"/>
                  </a:lnTo>
                  <a:lnTo>
                    <a:pt x="152438" y="51206"/>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19" name="Google Shape;519;p115"/>
          <p:cNvGrpSpPr/>
          <p:nvPr/>
        </p:nvGrpSpPr>
        <p:grpSpPr>
          <a:xfrm>
            <a:off x="4268660" y="5453214"/>
            <a:ext cx="307340" cy="152437"/>
            <a:chOff x="4268660" y="5453214"/>
            <a:chExt cx="307340" cy="152437"/>
          </a:xfrm>
        </p:grpSpPr>
        <p:sp>
          <p:nvSpPr>
            <p:cNvPr id="520" name="Google Shape;520;p115"/>
            <p:cNvSpPr/>
            <p:nvPr/>
          </p:nvSpPr>
          <p:spPr>
            <a:xfrm>
              <a:off x="4268660" y="5490130"/>
              <a:ext cx="41910" cy="113664"/>
            </a:xfrm>
            <a:custGeom>
              <a:rect b="b" l="l" r="r" t="t"/>
              <a:pathLst>
                <a:path extrusionOk="0" h="113664" w="41910">
                  <a:moveTo>
                    <a:pt x="41751" y="0"/>
                  </a:moveTo>
                  <a:lnTo>
                    <a:pt x="33337" y="0"/>
                  </a:lnTo>
                  <a:lnTo>
                    <a:pt x="26193" y="9525"/>
                  </a:lnTo>
                  <a:lnTo>
                    <a:pt x="20319" y="14287"/>
                  </a:lnTo>
                  <a:lnTo>
                    <a:pt x="14286" y="20239"/>
                  </a:lnTo>
                  <a:lnTo>
                    <a:pt x="7142" y="25002"/>
                  </a:lnTo>
                  <a:lnTo>
                    <a:pt x="0" y="28575"/>
                  </a:lnTo>
                  <a:lnTo>
                    <a:pt x="0" y="41671"/>
                  </a:lnTo>
                  <a:lnTo>
                    <a:pt x="4761" y="40481"/>
                  </a:lnTo>
                  <a:lnTo>
                    <a:pt x="9525" y="38100"/>
                  </a:lnTo>
                  <a:lnTo>
                    <a:pt x="14286" y="34527"/>
                  </a:lnTo>
                  <a:lnTo>
                    <a:pt x="20319" y="30956"/>
                  </a:lnTo>
                  <a:lnTo>
                    <a:pt x="23811" y="27383"/>
                  </a:lnTo>
                  <a:lnTo>
                    <a:pt x="27463" y="25002"/>
                  </a:lnTo>
                  <a:lnTo>
                    <a:pt x="27463" y="113140"/>
                  </a:lnTo>
                  <a:lnTo>
                    <a:pt x="41751" y="113140"/>
                  </a:lnTo>
                  <a:lnTo>
                    <a:pt x="4175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21" name="Google Shape;521;p115"/>
            <p:cNvPicPr preferRelativeResize="0"/>
            <p:nvPr/>
          </p:nvPicPr>
          <p:blipFill rotWithShape="1">
            <a:blip r:embed="rId5">
              <a:alphaModFix/>
            </a:blip>
            <a:srcRect b="0" l="0" r="0" t="0"/>
            <a:stretch/>
          </p:blipFill>
          <p:spPr>
            <a:xfrm>
              <a:off x="4346131" y="5490130"/>
              <a:ext cx="73819" cy="115521"/>
            </a:xfrm>
            <a:prstGeom prst="rect">
              <a:avLst/>
            </a:prstGeom>
            <a:noFill/>
            <a:ln>
              <a:noFill/>
            </a:ln>
          </p:spPr>
        </p:pic>
        <p:sp>
          <p:nvSpPr>
            <p:cNvPr id="522" name="Google Shape;522;p115"/>
            <p:cNvSpPr/>
            <p:nvPr/>
          </p:nvSpPr>
          <p:spPr>
            <a:xfrm>
              <a:off x="4440110" y="5453214"/>
              <a:ext cx="135890" cy="80010"/>
            </a:xfrm>
            <a:custGeom>
              <a:rect b="b" l="l" r="r" t="t"/>
              <a:pathLst>
                <a:path extrusionOk="0" h="80010" w="135889">
                  <a:moveTo>
                    <a:pt x="29845" y="45250"/>
                  </a:moveTo>
                  <a:lnTo>
                    <a:pt x="0" y="45250"/>
                  </a:lnTo>
                  <a:lnTo>
                    <a:pt x="0" y="55968"/>
                  </a:lnTo>
                  <a:lnTo>
                    <a:pt x="29845" y="55968"/>
                  </a:lnTo>
                  <a:lnTo>
                    <a:pt x="29845" y="45250"/>
                  </a:lnTo>
                  <a:close/>
                </a:path>
                <a:path extrusionOk="0" h="80010" w="135889">
                  <a:moveTo>
                    <a:pt x="75082" y="0"/>
                  </a:moveTo>
                  <a:lnTo>
                    <a:pt x="67945" y="0"/>
                  </a:lnTo>
                  <a:lnTo>
                    <a:pt x="66827" y="3568"/>
                  </a:lnTo>
                  <a:lnTo>
                    <a:pt x="56032" y="14287"/>
                  </a:lnTo>
                  <a:lnTo>
                    <a:pt x="51257" y="16662"/>
                  </a:lnTo>
                  <a:lnTo>
                    <a:pt x="45224" y="19050"/>
                  </a:lnTo>
                  <a:lnTo>
                    <a:pt x="45224" y="28587"/>
                  </a:lnTo>
                  <a:lnTo>
                    <a:pt x="47625" y="27393"/>
                  </a:lnTo>
                  <a:lnTo>
                    <a:pt x="51257" y="26200"/>
                  </a:lnTo>
                  <a:lnTo>
                    <a:pt x="56032" y="23825"/>
                  </a:lnTo>
                  <a:lnTo>
                    <a:pt x="59690" y="21437"/>
                  </a:lnTo>
                  <a:lnTo>
                    <a:pt x="64452" y="16662"/>
                  </a:lnTo>
                  <a:lnTo>
                    <a:pt x="64452" y="79794"/>
                  </a:lnTo>
                  <a:lnTo>
                    <a:pt x="75082" y="79794"/>
                  </a:lnTo>
                  <a:lnTo>
                    <a:pt x="75082" y="0"/>
                  </a:lnTo>
                  <a:close/>
                </a:path>
                <a:path extrusionOk="0" h="80010" w="135889">
                  <a:moveTo>
                    <a:pt x="135890" y="0"/>
                  </a:moveTo>
                  <a:lnTo>
                    <a:pt x="129857" y="0"/>
                  </a:lnTo>
                  <a:lnTo>
                    <a:pt x="128739" y="3568"/>
                  </a:lnTo>
                  <a:lnTo>
                    <a:pt x="121602" y="10706"/>
                  </a:lnTo>
                  <a:lnTo>
                    <a:pt x="116840" y="14287"/>
                  </a:lnTo>
                  <a:lnTo>
                    <a:pt x="107315" y="19050"/>
                  </a:lnTo>
                  <a:lnTo>
                    <a:pt x="107315" y="28587"/>
                  </a:lnTo>
                  <a:lnTo>
                    <a:pt x="109677" y="27393"/>
                  </a:lnTo>
                  <a:lnTo>
                    <a:pt x="113182" y="26200"/>
                  </a:lnTo>
                  <a:lnTo>
                    <a:pt x="116840" y="23825"/>
                  </a:lnTo>
                  <a:lnTo>
                    <a:pt x="121602" y="21437"/>
                  </a:lnTo>
                  <a:lnTo>
                    <a:pt x="126365" y="16662"/>
                  </a:lnTo>
                  <a:lnTo>
                    <a:pt x="126365" y="79794"/>
                  </a:lnTo>
                  <a:lnTo>
                    <a:pt x="135890" y="79794"/>
                  </a:lnTo>
                  <a:lnTo>
                    <a:pt x="135890"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3" name="Google Shape;523;p115"/>
          <p:cNvGrpSpPr/>
          <p:nvPr/>
        </p:nvGrpSpPr>
        <p:grpSpPr>
          <a:xfrm>
            <a:off x="4768890" y="5453214"/>
            <a:ext cx="262253" cy="152437"/>
            <a:chOff x="4768890" y="5453214"/>
            <a:chExt cx="262253" cy="152437"/>
          </a:xfrm>
        </p:grpSpPr>
        <p:sp>
          <p:nvSpPr>
            <p:cNvPr id="524" name="Google Shape;524;p115"/>
            <p:cNvSpPr/>
            <p:nvPr/>
          </p:nvSpPr>
          <p:spPr>
            <a:xfrm>
              <a:off x="4768890" y="5490130"/>
              <a:ext cx="41910" cy="113664"/>
            </a:xfrm>
            <a:custGeom>
              <a:rect b="b" l="l" r="r" t="t"/>
              <a:pathLst>
                <a:path extrusionOk="0" h="113664" w="41910">
                  <a:moveTo>
                    <a:pt x="41593" y="0"/>
                  </a:moveTo>
                  <a:lnTo>
                    <a:pt x="33338" y="0"/>
                  </a:lnTo>
                  <a:lnTo>
                    <a:pt x="30956" y="4762"/>
                  </a:lnTo>
                  <a:lnTo>
                    <a:pt x="26193" y="9525"/>
                  </a:lnTo>
                  <a:lnTo>
                    <a:pt x="20161" y="14287"/>
                  </a:lnTo>
                  <a:lnTo>
                    <a:pt x="14287" y="20239"/>
                  </a:lnTo>
                  <a:lnTo>
                    <a:pt x="8255" y="25002"/>
                  </a:lnTo>
                  <a:lnTo>
                    <a:pt x="0" y="28575"/>
                  </a:lnTo>
                  <a:lnTo>
                    <a:pt x="0" y="41671"/>
                  </a:lnTo>
                  <a:lnTo>
                    <a:pt x="4762" y="40481"/>
                  </a:lnTo>
                  <a:lnTo>
                    <a:pt x="9525" y="38100"/>
                  </a:lnTo>
                  <a:lnTo>
                    <a:pt x="14287" y="34527"/>
                  </a:lnTo>
                  <a:lnTo>
                    <a:pt x="20161" y="30956"/>
                  </a:lnTo>
                  <a:lnTo>
                    <a:pt x="24923" y="27383"/>
                  </a:lnTo>
                  <a:lnTo>
                    <a:pt x="28575" y="25002"/>
                  </a:lnTo>
                  <a:lnTo>
                    <a:pt x="28575"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25" name="Google Shape;525;p115"/>
            <p:cNvPicPr preferRelativeResize="0"/>
            <p:nvPr/>
          </p:nvPicPr>
          <p:blipFill rotWithShape="1">
            <a:blip r:embed="rId6">
              <a:alphaModFix/>
            </a:blip>
            <a:srcRect b="0" l="0" r="0" t="0"/>
            <a:stretch/>
          </p:blipFill>
          <p:spPr>
            <a:xfrm>
              <a:off x="4846204" y="5490130"/>
              <a:ext cx="73818" cy="115521"/>
            </a:xfrm>
            <a:prstGeom prst="rect">
              <a:avLst/>
            </a:prstGeom>
            <a:noFill/>
            <a:ln>
              <a:noFill/>
            </a:ln>
          </p:spPr>
        </p:pic>
        <p:sp>
          <p:nvSpPr>
            <p:cNvPr id="526" name="Google Shape;526;p115"/>
            <p:cNvSpPr/>
            <p:nvPr/>
          </p:nvSpPr>
          <p:spPr>
            <a:xfrm>
              <a:off x="4940338" y="5453214"/>
              <a:ext cx="90805" cy="81280"/>
            </a:xfrm>
            <a:custGeom>
              <a:rect b="b" l="l" r="r" t="t"/>
              <a:pathLst>
                <a:path extrusionOk="0" h="81279" w="90804">
                  <a:moveTo>
                    <a:pt x="29845" y="45250"/>
                  </a:moveTo>
                  <a:lnTo>
                    <a:pt x="0" y="45250"/>
                  </a:lnTo>
                  <a:lnTo>
                    <a:pt x="0" y="55968"/>
                  </a:lnTo>
                  <a:lnTo>
                    <a:pt x="29845" y="55968"/>
                  </a:lnTo>
                  <a:lnTo>
                    <a:pt x="29845" y="45250"/>
                  </a:lnTo>
                  <a:close/>
                </a:path>
                <a:path extrusionOk="0" h="81279" w="90804">
                  <a:moveTo>
                    <a:pt x="90487" y="28587"/>
                  </a:moveTo>
                  <a:lnTo>
                    <a:pt x="79857" y="5194"/>
                  </a:lnTo>
                  <a:lnTo>
                    <a:pt x="79857" y="20256"/>
                  </a:lnTo>
                  <a:lnTo>
                    <a:pt x="79857" y="30962"/>
                  </a:lnTo>
                  <a:lnTo>
                    <a:pt x="77470" y="35725"/>
                  </a:lnTo>
                  <a:lnTo>
                    <a:pt x="72707" y="42875"/>
                  </a:lnTo>
                  <a:lnTo>
                    <a:pt x="67945" y="44069"/>
                  </a:lnTo>
                  <a:lnTo>
                    <a:pt x="59537" y="44069"/>
                  </a:lnTo>
                  <a:lnTo>
                    <a:pt x="56045" y="42875"/>
                  </a:lnTo>
                  <a:lnTo>
                    <a:pt x="52387" y="39306"/>
                  </a:lnTo>
                  <a:lnTo>
                    <a:pt x="48895" y="35725"/>
                  </a:lnTo>
                  <a:lnTo>
                    <a:pt x="47625" y="32156"/>
                  </a:lnTo>
                  <a:lnTo>
                    <a:pt x="47625" y="21437"/>
                  </a:lnTo>
                  <a:lnTo>
                    <a:pt x="50012" y="16662"/>
                  </a:lnTo>
                  <a:lnTo>
                    <a:pt x="52387" y="13093"/>
                  </a:lnTo>
                  <a:lnTo>
                    <a:pt x="56045" y="9525"/>
                  </a:lnTo>
                  <a:lnTo>
                    <a:pt x="59537" y="7137"/>
                  </a:lnTo>
                  <a:lnTo>
                    <a:pt x="67945" y="7137"/>
                  </a:lnTo>
                  <a:lnTo>
                    <a:pt x="71437" y="9525"/>
                  </a:lnTo>
                  <a:lnTo>
                    <a:pt x="75095" y="13093"/>
                  </a:lnTo>
                  <a:lnTo>
                    <a:pt x="77470" y="15468"/>
                  </a:lnTo>
                  <a:lnTo>
                    <a:pt x="79857" y="20256"/>
                  </a:lnTo>
                  <a:lnTo>
                    <a:pt x="79857" y="5194"/>
                  </a:lnTo>
                  <a:lnTo>
                    <a:pt x="77470" y="3568"/>
                  </a:lnTo>
                  <a:lnTo>
                    <a:pt x="72707" y="1181"/>
                  </a:lnTo>
                  <a:lnTo>
                    <a:pt x="67945" y="0"/>
                  </a:lnTo>
                  <a:lnTo>
                    <a:pt x="56045" y="0"/>
                  </a:lnTo>
                  <a:lnTo>
                    <a:pt x="50012" y="2374"/>
                  </a:lnTo>
                  <a:lnTo>
                    <a:pt x="40487" y="11899"/>
                  </a:lnTo>
                  <a:lnTo>
                    <a:pt x="38100" y="17856"/>
                  </a:lnTo>
                  <a:lnTo>
                    <a:pt x="38100" y="34544"/>
                  </a:lnTo>
                  <a:lnTo>
                    <a:pt x="40487" y="40487"/>
                  </a:lnTo>
                  <a:lnTo>
                    <a:pt x="45250" y="45250"/>
                  </a:lnTo>
                  <a:lnTo>
                    <a:pt x="48895" y="50012"/>
                  </a:lnTo>
                  <a:lnTo>
                    <a:pt x="54775" y="52400"/>
                  </a:lnTo>
                  <a:lnTo>
                    <a:pt x="65570" y="52400"/>
                  </a:lnTo>
                  <a:lnTo>
                    <a:pt x="69062" y="51206"/>
                  </a:lnTo>
                  <a:lnTo>
                    <a:pt x="72707" y="50012"/>
                  </a:lnTo>
                  <a:lnTo>
                    <a:pt x="76200" y="47637"/>
                  </a:lnTo>
                  <a:lnTo>
                    <a:pt x="78587" y="45250"/>
                  </a:lnTo>
                  <a:lnTo>
                    <a:pt x="79362" y="44069"/>
                  </a:lnTo>
                  <a:lnTo>
                    <a:pt x="80962" y="41681"/>
                  </a:lnTo>
                  <a:lnTo>
                    <a:pt x="80962" y="47637"/>
                  </a:lnTo>
                  <a:lnTo>
                    <a:pt x="79857" y="52400"/>
                  </a:lnTo>
                  <a:lnTo>
                    <a:pt x="78587" y="55968"/>
                  </a:lnTo>
                  <a:lnTo>
                    <a:pt x="77470" y="59537"/>
                  </a:lnTo>
                  <a:lnTo>
                    <a:pt x="76200" y="63119"/>
                  </a:lnTo>
                  <a:lnTo>
                    <a:pt x="75095" y="65493"/>
                  </a:lnTo>
                  <a:lnTo>
                    <a:pt x="73825" y="67881"/>
                  </a:lnTo>
                  <a:lnTo>
                    <a:pt x="71437" y="69062"/>
                  </a:lnTo>
                  <a:lnTo>
                    <a:pt x="70332" y="70256"/>
                  </a:lnTo>
                  <a:lnTo>
                    <a:pt x="67945" y="72644"/>
                  </a:lnTo>
                  <a:lnTo>
                    <a:pt x="58420" y="72644"/>
                  </a:lnTo>
                  <a:lnTo>
                    <a:pt x="53657" y="70256"/>
                  </a:lnTo>
                  <a:lnTo>
                    <a:pt x="51282" y="67881"/>
                  </a:lnTo>
                  <a:lnTo>
                    <a:pt x="50012" y="64300"/>
                  </a:lnTo>
                  <a:lnTo>
                    <a:pt x="48895" y="60731"/>
                  </a:lnTo>
                  <a:lnTo>
                    <a:pt x="39370" y="60731"/>
                  </a:lnTo>
                  <a:lnTo>
                    <a:pt x="40487" y="67881"/>
                  </a:lnTo>
                  <a:lnTo>
                    <a:pt x="42862" y="72644"/>
                  </a:lnTo>
                  <a:lnTo>
                    <a:pt x="46520" y="75018"/>
                  </a:lnTo>
                  <a:lnTo>
                    <a:pt x="50012" y="78587"/>
                  </a:lnTo>
                  <a:lnTo>
                    <a:pt x="56045" y="80987"/>
                  </a:lnTo>
                  <a:lnTo>
                    <a:pt x="67945" y="80987"/>
                  </a:lnTo>
                  <a:lnTo>
                    <a:pt x="73583" y="72644"/>
                  </a:lnTo>
                  <a:lnTo>
                    <a:pt x="90487" y="47637"/>
                  </a:lnTo>
                  <a:lnTo>
                    <a:pt x="90487" y="41681"/>
                  </a:lnTo>
                  <a:lnTo>
                    <a:pt x="90487" y="285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7" name="Google Shape;527;p115"/>
          <p:cNvGrpSpPr/>
          <p:nvPr/>
        </p:nvGrpSpPr>
        <p:grpSpPr>
          <a:xfrm>
            <a:off x="5238007" y="5453214"/>
            <a:ext cx="261131" cy="151246"/>
            <a:chOff x="5238007" y="5453214"/>
            <a:chExt cx="261131" cy="151246"/>
          </a:xfrm>
        </p:grpSpPr>
        <p:sp>
          <p:nvSpPr>
            <p:cNvPr id="528" name="Google Shape;528;p115"/>
            <p:cNvSpPr/>
            <p:nvPr/>
          </p:nvSpPr>
          <p:spPr>
            <a:xfrm>
              <a:off x="5238007" y="5487748"/>
              <a:ext cx="41910" cy="114935"/>
            </a:xfrm>
            <a:custGeom>
              <a:rect b="b" l="l" r="r" t="t"/>
              <a:pathLst>
                <a:path extrusionOk="0" h="114935" w="41910">
                  <a:moveTo>
                    <a:pt x="41751" y="0"/>
                  </a:moveTo>
                  <a:lnTo>
                    <a:pt x="32226" y="0"/>
                  </a:lnTo>
                  <a:lnTo>
                    <a:pt x="29844" y="5953"/>
                  </a:lnTo>
                  <a:lnTo>
                    <a:pt x="26193" y="10714"/>
                  </a:lnTo>
                  <a:lnTo>
                    <a:pt x="20319" y="15478"/>
                  </a:lnTo>
                  <a:lnTo>
                    <a:pt x="14286" y="21431"/>
                  </a:lnTo>
                  <a:lnTo>
                    <a:pt x="0" y="28575"/>
                  </a:lnTo>
                  <a:lnTo>
                    <a:pt x="0" y="42862"/>
                  </a:lnTo>
                  <a:lnTo>
                    <a:pt x="3651" y="40481"/>
                  </a:lnTo>
                  <a:lnTo>
                    <a:pt x="8412" y="38100"/>
                  </a:lnTo>
                  <a:lnTo>
                    <a:pt x="14286" y="35718"/>
                  </a:lnTo>
                  <a:lnTo>
                    <a:pt x="23811" y="28575"/>
                  </a:lnTo>
                  <a:lnTo>
                    <a:pt x="27463" y="26193"/>
                  </a:lnTo>
                  <a:lnTo>
                    <a:pt x="27463" y="114331"/>
                  </a:lnTo>
                  <a:lnTo>
                    <a:pt x="41751" y="114331"/>
                  </a:lnTo>
                  <a:lnTo>
                    <a:pt x="4175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29" name="Google Shape;529;p115"/>
            <p:cNvPicPr preferRelativeResize="0"/>
            <p:nvPr/>
          </p:nvPicPr>
          <p:blipFill rotWithShape="1">
            <a:blip r:embed="rId7">
              <a:alphaModFix/>
            </a:blip>
            <a:srcRect b="0" l="0" r="0" t="0"/>
            <a:stretch/>
          </p:blipFill>
          <p:spPr>
            <a:xfrm>
              <a:off x="5315478" y="5487748"/>
              <a:ext cx="73819" cy="116712"/>
            </a:xfrm>
            <a:prstGeom prst="rect">
              <a:avLst/>
            </a:prstGeom>
            <a:noFill/>
            <a:ln>
              <a:noFill/>
            </a:ln>
          </p:spPr>
        </p:pic>
        <p:sp>
          <p:nvSpPr>
            <p:cNvPr id="530" name="Google Shape;530;p115"/>
            <p:cNvSpPr/>
            <p:nvPr/>
          </p:nvSpPr>
          <p:spPr>
            <a:xfrm>
              <a:off x="5408333" y="5453214"/>
              <a:ext cx="90805" cy="78740"/>
            </a:xfrm>
            <a:custGeom>
              <a:rect b="b" l="l" r="r" t="t"/>
              <a:pathLst>
                <a:path extrusionOk="0" h="78739" w="90804">
                  <a:moveTo>
                    <a:pt x="30949" y="44069"/>
                  </a:moveTo>
                  <a:lnTo>
                    <a:pt x="0" y="44069"/>
                  </a:lnTo>
                  <a:lnTo>
                    <a:pt x="0" y="53594"/>
                  </a:lnTo>
                  <a:lnTo>
                    <a:pt x="30949" y="53594"/>
                  </a:lnTo>
                  <a:lnTo>
                    <a:pt x="30949" y="44069"/>
                  </a:lnTo>
                  <a:close/>
                </a:path>
                <a:path extrusionOk="0" h="78739" w="90804">
                  <a:moveTo>
                    <a:pt x="90500" y="0"/>
                  </a:moveTo>
                  <a:lnTo>
                    <a:pt x="39382" y="0"/>
                  </a:lnTo>
                  <a:lnTo>
                    <a:pt x="39382" y="9525"/>
                  </a:lnTo>
                  <a:lnTo>
                    <a:pt x="78574" y="9525"/>
                  </a:lnTo>
                  <a:lnTo>
                    <a:pt x="72707" y="14287"/>
                  </a:lnTo>
                  <a:lnTo>
                    <a:pt x="67957" y="21437"/>
                  </a:lnTo>
                  <a:lnTo>
                    <a:pt x="64287" y="29781"/>
                  </a:lnTo>
                  <a:lnTo>
                    <a:pt x="60972" y="36042"/>
                  </a:lnTo>
                  <a:lnTo>
                    <a:pt x="58089" y="42430"/>
                  </a:lnTo>
                  <a:lnTo>
                    <a:pt x="55651" y="49034"/>
                  </a:lnTo>
                  <a:lnTo>
                    <a:pt x="51269" y="64300"/>
                  </a:lnTo>
                  <a:lnTo>
                    <a:pt x="49999" y="71450"/>
                  </a:lnTo>
                  <a:lnTo>
                    <a:pt x="49999" y="78587"/>
                  </a:lnTo>
                  <a:lnTo>
                    <a:pt x="60794" y="78587"/>
                  </a:lnTo>
                  <a:lnTo>
                    <a:pt x="60794" y="70256"/>
                  </a:lnTo>
                  <a:lnTo>
                    <a:pt x="61912" y="63119"/>
                  </a:lnTo>
                  <a:lnTo>
                    <a:pt x="64287" y="55968"/>
                  </a:lnTo>
                  <a:lnTo>
                    <a:pt x="66319" y="49009"/>
                  </a:lnTo>
                  <a:lnTo>
                    <a:pt x="68795" y="42278"/>
                  </a:lnTo>
                  <a:lnTo>
                    <a:pt x="71729" y="35547"/>
                  </a:lnTo>
                  <a:lnTo>
                    <a:pt x="75082" y="28587"/>
                  </a:lnTo>
                  <a:lnTo>
                    <a:pt x="86906" y="11836"/>
                  </a:lnTo>
                  <a:lnTo>
                    <a:pt x="90500" y="7137"/>
                  </a:lnTo>
                  <a:lnTo>
                    <a:pt x="90500"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1" name="Google Shape;531;p115"/>
          <p:cNvGrpSpPr/>
          <p:nvPr/>
        </p:nvGrpSpPr>
        <p:grpSpPr>
          <a:xfrm>
            <a:off x="5706011" y="5453214"/>
            <a:ext cx="262417" cy="151246"/>
            <a:chOff x="5706011" y="5453214"/>
            <a:chExt cx="262417" cy="151246"/>
          </a:xfrm>
        </p:grpSpPr>
        <p:sp>
          <p:nvSpPr>
            <p:cNvPr id="532" name="Google Shape;532;p115"/>
            <p:cNvSpPr/>
            <p:nvPr/>
          </p:nvSpPr>
          <p:spPr>
            <a:xfrm>
              <a:off x="5706011" y="5487748"/>
              <a:ext cx="41910" cy="114935"/>
            </a:xfrm>
            <a:custGeom>
              <a:rect b="b" l="l" r="r" t="t"/>
              <a:pathLst>
                <a:path extrusionOk="0" h="114935" w="41910">
                  <a:moveTo>
                    <a:pt x="41752" y="0"/>
                  </a:moveTo>
                  <a:lnTo>
                    <a:pt x="33337" y="0"/>
                  </a:lnTo>
                  <a:lnTo>
                    <a:pt x="30956" y="5953"/>
                  </a:lnTo>
                  <a:lnTo>
                    <a:pt x="26193" y="10714"/>
                  </a:lnTo>
                  <a:lnTo>
                    <a:pt x="20320" y="15478"/>
                  </a:lnTo>
                  <a:lnTo>
                    <a:pt x="14287" y="21431"/>
                  </a:lnTo>
                  <a:lnTo>
                    <a:pt x="8412" y="25003"/>
                  </a:lnTo>
                  <a:lnTo>
                    <a:pt x="0" y="28575"/>
                  </a:lnTo>
                  <a:lnTo>
                    <a:pt x="0" y="42862"/>
                  </a:lnTo>
                  <a:lnTo>
                    <a:pt x="14287" y="35718"/>
                  </a:lnTo>
                  <a:lnTo>
                    <a:pt x="20320" y="32146"/>
                  </a:lnTo>
                  <a:lnTo>
                    <a:pt x="28575" y="26193"/>
                  </a:lnTo>
                  <a:lnTo>
                    <a:pt x="28575" y="114331"/>
                  </a:lnTo>
                  <a:lnTo>
                    <a:pt x="41752" y="114331"/>
                  </a:lnTo>
                  <a:lnTo>
                    <a:pt x="4175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33" name="Google Shape;533;p115"/>
            <p:cNvPicPr preferRelativeResize="0"/>
            <p:nvPr/>
          </p:nvPicPr>
          <p:blipFill rotWithShape="1">
            <a:blip r:embed="rId8">
              <a:alphaModFix/>
            </a:blip>
            <a:srcRect b="0" l="0" r="0" t="0"/>
            <a:stretch/>
          </p:blipFill>
          <p:spPr>
            <a:xfrm>
              <a:off x="5783482" y="5487748"/>
              <a:ext cx="73819" cy="116712"/>
            </a:xfrm>
            <a:prstGeom prst="rect">
              <a:avLst/>
            </a:prstGeom>
            <a:noFill/>
            <a:ln>
              <a:noFill/>
            </a:ln>
          </p:spPr>
        </p:pic>
        <p:sp>
          <p:nvSpPr>
            <p:cNvPr id="534" name="Google Shape;534;p115"/>
            <p:cNvSpPr/>
            <p:nvPr/>
          </p:nvSpPr>
          <p:spPr>
            <a:xfrm>
              <a:off x="5877623" y="5453214"/>
              <a:ext cx="90805" cy="80010"/>
            </a:xfrm>
            <a:custGeom>
              <a:rect b="b" l="l" r="r" t="t"/>
              <a:pathLst>
                <a:path extrusionOk="0" h="80010" w="90804">
                  <a:moveTo>
                    <a:pt x="29667" y="44069"/>
                  </a:moveTo>
                  <a:lnTo>
                    <a:pt x="0" y="44069"/>
                  </a:lnTo>
                  <a:lnTo>
                    <a:pt x="0" y="53594"/>
                  </a:lnTo>
                  <a:lnTo>
                    <a:pt x="29667" y="53594"/>
                  </a:lnTo>
                  <a:lnTo>
                    <a:pt x="29667" y="44069"/>
                  </a:lnTo>
                  <a:close/>
                </a:path>
                <a:path extrusionOk="0" h="80010" w="90804">
                  <a:moveTo>
                    <a:pt x="90487" y="44069"/>
                  </a:moveTo>
                  <a:lnTo>
                    <a:pt x="88099" y="36918"/>
                  </a:lnTo>
                  <a:lnTo>
                    <a:pt x="78562" y="27393"/>
                  </a:lnTo>
                  <a:lnTo>
                    <a:pt x="72542" y="25019"/>
                  </a:lnTo>
                  <a:lnTo>
                    <a:pt x="60642" y="25019"/>
                  </a:lnTo>
                  <a:lnTo>
                    <a:pt x="51117" y="29781"/>
                  </a:lnTo>
                  <a:lnTo>
                    <a:pt x="54762" y="9525"/>
                  </a:lnTo>
                  <a:lnTo>
                    <a:pt x="86829" y="9525"/>
                  </a:lnTo>
                  <a:lnTo>
                    <a:pt x="86829" y="0"/>
                  </a:lnTo>
                  <a:lnTo>
                    <a:pt x="47625" y="0"/>
                  </a:lnTo>
                  <a:lnTo>
                    <a:pt x="39192" y="40487"/>
                  </a:lnTo>
                  <a:lnTo>
                    <a:pt x="48717" y="41681"/>
                  </a:lnTo>
                  <a:lnTo>
                    <a:pt x="49987" y="39306"/>
                  </a:lnTo>
                  <a:lnTo>
                    <a:pt x="52387" y="38112"/>
                  </a:lnTo>
                  <a:lnTo>
                    <a:pt x="54762" y="35725"/>
                  </a:lnTo>
                  <a:lnTo>
                    <a:pt x="57150" y="34544"/>
                  </a:lnTo>
                  <a:lnTo>
                    <a:pt x="67767" y="34544"/>
                  </a:lnTo>
                  <a:lnTo>
                    <a:pt x="72542" y="35725"/>
                  </a:lnTo>
                  <a:lnTo>
                    <a:pt x="74930" y="39306"/>
                  </a:lnTo>
                  <a:lnTo>
                    <a:pt x="78562" y="41681"/>
                  </a:lnTo>
                  <a:lnTo>
                    <a:pt x="79692" y="46443"/>
                  </a:lnTo>
                  <a:lnTo>
                    <a:pt x="79692" y="58356"/>
                  </a:lnTo>
                  <a:lnTo>
                    <a:pt x="78562" y="61925"/>
                  </a:lnTo>
                  <a:lnTo>
                    <a:pt x="74930" y="65493"/>
                  </a:lnTo>
                  <a:lnTo>
                    <a:pt x="72542" y="69062"/>
                  </a:lnTo>
                  <a:lnTo>
                    <a:pt x="67767" y="71450"/>
                  </a:lnTo>
                  <a:lnTo>
                    <a:pt x="59512" y="71450"/>
                  </a:lnTo>
                  <a:lnTo>
                    <a:pt x="55880" y="70256"/>
                  </a:lnTo>
                  <a:lnTo>
                    <a:pt x="53492" y="67881"/>
                  </a:lnTo>
                  <a:lnTo>
                    <a:pt x="49987" y="65493"/>
                  </a:lnTo>
                  <a:lnTo>
                    <a:pt x="48717" y="61925"/>
                  </a:lnTo>
                  <a:lnTo>
                    <a:pt x="47625" y="55968"/>
                  </a:lnTo>
                  <a:lnTo>
                    <a:pt x="38100" y="57162"/>
                  </a:lnTo>
                  <a:lnTo>
                    <a:pt x="38100" y="64300"/>
                  </a:lnTo>
                  <a:lnTo>
                    <a:pt x="40462" y="69062"/>
                  </a:lnTo>
                  <a:lnTo>
                    <a:pt x="45237" y="73825"/>
                  </a:lnTo>
                  <a:lnTo>
                    <a:pt x="49987" y="77406"/>
                  </a:lnTo>
                  <a:lnTo>
                    <a:pt x="55880" y="79794"/>
                  </a:lnTo>
                  <a:lnTo>
                    <a:pt x="72542" y="79794"/>
                  </a:lnTo>
                  <a:lnTo>
                    <a:pt x="78562" y="76212"/>
                  </a:lnTo>
                  <a:lnTo>
                    <a:pt x="84455" y="70256"/>
                  </a:lnTo>
                  <a:lnTo>
                    <a:pt x="88099" y="64300"/>
                  </a:lnTo>
                  <a:lnTo>
                    <a:pt x="90487" y="58356"/>
                  </a:lnTo>
                  <a:lnTo>
                    <a:pt x="90487" y="44069"/>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5" name="Google Shape;535;p115"/>
          <p:cNvGrpSpPr/>
          <p:nvPr/>
        </p:nvGrpSpPr>
        <p:grpSpPr>
          <a:xfrm>
            <a:off x="6175286" y="5453214"/>
            <a:ext cx="261137" cy="152437"/>
            <a:chOff x="6175286" y="5453214"/>
            <a:chExt cx="261137" cy="152437"/>
          </a:xfrm>
        </p:grpSpPr>
        <p:sp>
          <p:nvSpPr>
            <p:cNvPr id="536" name="Google Shape;536;p115"/>
            <p:cNvSpPr/>
            <p:nvPr/>
          </p:nvSpPr>
          <p:spPr>
            <a:xfrm>
              <a:off x="6175286" y="5490130"/>
              <a:ext cx="41910" cy="113664"/>
            </a:xfrm>
            <a:custGeom>
              <a:rect b="b" l="l" r="r" t="t"/>
              <a:pathLst>
                <a:path extrusionOk="0" h="113664" w="41910">
                  <a:moveTo>
                    <a:pt x="41592" y="0"/>
                  </a:moveTo>
                  <a:lnTo>
                    <a:pt x="32067" y="0"/>
                  </a:lnTo>
                  <a:lnTo>
                    <a:pt x="29686" y="4762"/>
                  </a:lnTo>
                  <a:lnTo>
                    <a:pt x="26193" y="9525"/>
                  </a:lnTo>
                  <a:lnTo>
                    <a:pt x="20161" y="14287"/>
                  </a:lnTo>
                  <a:lnTo>
                    <a:pt x="14286" y="20239"/>
                  </a:lnTo>
                  <a:lnTo>
                    <a:pt x="7142" y="25002"/>
                  </a:lnTo>
                  <a:lnTo>
                    <a:pt x="0" y="28575"/>
                  </a:lnTo>
                  <a:lnTo>
                    <a:pt x="0" y="41671"/>
                  </a:lnTo>
                  <a:lnTo>
                    <a:pt x="3491" y="40481"/>
                  </a:lnTo>
                  <a:lnTo>
                    <a:pt x="8254" y="38100"/>
                  </a:lnTo>
                  <a:lnTo>
                    <a:pt x="14286" y="34527"/>
                  </a:lnTo>
                  <a:lnTo>
                    <a:pt x="27304" y="25002"/>
                  </a:lnTo>
                  <a:lnTo>
                    <a:pt x="27304" y="113140"/>
                  </a:lnTo>
                  <a:lnTo>
                    <a:pt x="41592" y="113140"/>
                  </a:lnTo>
                  <a:lnTo>
                    <a:pt x="4159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37" name="Google Shape;537;p115"/>
            <p:cNvPicPr preferRelativeResize="0"/>
            <p:nvPr/>
          </p:nvPicPr>
          <p:blipFill rotWithShape="1">
            <a:blip r:embed="rId9">
              <a:alphaModFix/>
            </a:blip>
            <a:srcRect b="0" l="0" r="0" t="0"/>
            <a:stretch/>
          </p:blipFill>
          <p:spPr>
            <a:xfrm>
              <a:off x="6252597" y="5490130"/>
              <a:ext cx="73819" cy="115521"/>
            </a:xfrm>
            <a:prstGeom prst="rect">
              <a:avLst/>
            </a:prstGeom>
            <a:noFill/>
            <a:ln>
              <a:noFill/>
            </a:ln>
          </p:spPr>
        </p:pic>
        <p:sp>
          <p:nvSpPr>
            <p:cNvPr id="538" name="Google Shape;538;p115"/>
            <p:cNvSpPr/>
            <p:nvPr/>
          </p:nvSpPr>
          <p:spPr>
            <a:xfrm>
              <a:off x="6345618" y="5453214"/>
              <a:ext cx="90805" cy="81280"/>
            </a:xfrm>
            <a:custGeom>
              <a:rect b="b" l="l" r="r" t="t"/>
              <a:pathLst>
                <a:path extrusionOk="0" h="81279" w="90804">
                  <a:moveTo>
                    <a:pt x="30949" y="45250"/>
                  </a:moveTo>
                  <a:lnTo>
                    <a:pt x="0" y="45250"/>
                  </a:lnTo>
                  <a:lnTo>
                    <a:pt x="0" y="55968"/>
                  </a:lnTo>
                  <a:lnTo>
                    <a:pt x="30949" y="55968"/>
                  </a:lnTo>
                  <a:lnTo>
                    <a:pt x="30949" y="45250"/>
                  </a:lnTo>
                  <a:close/>
                </a:path>
                <a:path extrusionOk="0" h="81279" w="90804">
                  <a:moveTo>
                    <a:pt x="90487" y="51206"/>
                  </a:moveTo>
                  <a:lnTo>
                    <a:pt x="89217" y="46443"/>
                  </a:lnTo>
                  <a:lnTo>
                    <a:pt x="84455" y="39306"/>
                  </a:lnTo>
                  <a:lnTo>
                    <a:pt x="80962" y="36918"/>
                  </a:lnTo>
                  <a:lnTo>
                    <a:pt x="76200" y="36918"/>
                  </a:lnTo>
                  <a:lnTo>
                    <a:pt x="79692" y="34544"/>
                  </a:lnTo>
                  <a:lnTo>
                    <a:pt x="84455" y="29781"/>
                  </a:lnTo>
                  <a:lnTo>
                    <a:pt x="85725" y="27393"/>
                  </a:lnTo>
                  <a:lnTo>
                    <a:pt x="86842" y="23825"/>
                  </a:lnTo>
                  <a:lnTo>
                    <a:pt x="86842" y="16662"/>
                  </a:lnTo>
                  <a:lnTo>
                    <a:pt x="85725" y="13093"/>
                  </a:lnTo>
                  <a:lnTo>
                    <a:pt x="83350" y="9525"/>
                  </a:lnTo>
                  <a:lnTo>
                    <a:pt x="82080" y="7137"/>
                  </a:lnTo>
                  <a:lnTo>
                    <a:pt x="71437" y="0"/>
                  </a:lnTo>
                  <a:lnTo>
                    <a:pt x="57150" y="0"/>
                  </a:lnTo>
                  <a:lnTo>
                    <a:pt x="52387" y="1181"/>
                  </a:lnTo>
                  <a:lnTo>
                    <a:pt x="42862" y="8331"/>
                  </a:lnTo>
                  <a:lnTo>
                    <a:pt x="40487" y="13093"/>
                  </a:lnTo>
                  <a:lnTo>
                    <a:pt x="39217" y="20256"/>
                  </a:lnTo>
                  <a:lnTo>
                    <a:pt x="48742" y="21437"/>
                  </a:lnTo>
                  <a:lnTo>
                    <a:pt x="50012" y="16662"/>
                  </a:lnTo>
                  <a:lnTo>
                    <a:pt x="51117" y="13093"/>
                  </a:lnTo>
                  <a:lnTo>
                    <a:pt x="53505" y="10706"/>
                  </a:lnTo>
                  <a:lnTo>
                    <a:pt x="57150" y="8331"/>
                  </a:lnTo>
                  <a:lnTo>
                    <a:pt x="59537" y="7137"/>
                  </a:lnTo>
                  <a:lnTo>
                    <a:pt x="67792" y="7137"/>
                  </a:lnTo>
                  <a:lnTo>
                    <a:pt x="70167" y="8331"/>
                  </a:lnTo>
                  <a:lnTo>
                    <a:pt x="74930" y="13093"/>
                  </a:lnTo>
                  <a:lnTo>
                    <a:pt x="76200" y="16662"/>
                  </a:lnTo>
                  <a:lnTo>
                    <a:pt x="76200" y="25019"/>
                  </a:lnTo>
                  <a:lnTo>
                    <a:pt x="74930" y="27393"/>
                  </a:lnTo>
                  <a:lnTo>
                    <a:pt x="67792" y="32156"/>
                  </a:lnTo>
                  <a:lnTo>
                    <a:pt x="64300" y="33350"/>
                  </a:lnTo>
                  <a:lnTo>
                    <a:pt x="58267" y="33350"/>
                  </a:lnTo>
                  <a:lnTo>
                    <a:pt x="57150" y="41681"/>
                  </a:lnTo>
                  <a:lnTo>
                    <a:pt x="60642" y="41681"/>
                  </a:lnTo>
                  <a:lnTo>
                    <a:pt x="63030" y="40487"/>
                  </a:lnTo>
                  <a:lnTo>
                    <a:pt x="69062" y="40487"/>
                  </a:lnTo>
                  <a:lnTo>
                    <a:pt x="72555" y="41681"/>
                  </a:lnTo>
                  <a:lnTo>
                    <a:pt x="78587" y="47637"/>
                  </a:lnTo>
                  <a:lnTo>
                    <a:pt x="79692" y="51206"/>
                  </a:lnTo>
                  <a:lnTo>
                    <a:pt x="79692" y="60731"/>
                  </a:lnTo>
                  <a:lnTo>
                    <a:pt x="78587" y="64300"/>
                  </a:lnTo>
                  <a:lnTo>
                    <a:pt x="74930" y="67881"/>
                  </a:lnTo>
                  <a:lnTo>
                    <a:pt x="72555" y="71450"/>
                  </a:lnTo>
                  <a:lnTo>
                    <a:pt x="67792" y="72644"/>
                  </a:lnTo>
                  <a:lnTo>
                    <a:pt x="59537" y="72644"/>
                  </a:lnTo>
                  <a:lnTo>
                    <a:pt x="57150" y="71450"/>
                  </a:lnTo>
                  <a:lnTo>
                    <a:pt x="53505" y="69062"/>
                  </a:lnTo>
                  <a:lnTo>
                    <a:pt x="51117" y="66687"/>
                  </a:lnTo>
                  <a:lnTo>
                    <a:pt x="48742" y="63119"/>
                  </a:lnTo>
                  <a:lnTo>
                    <a:pt x="48742" y="57162"/>
                  </a:lnTo>
                  <a:lnTo>
                    <a:pt x="38100" y="58356"/>
                  </a:lnTo>
                  <a:lnTo>
                    <a:pt x="57150" y="80987"/>
                  </a:lnTo>
                  <a:lnTo>
                    <a:pt x="71437" y="80987"/>
                  </a:lnTo>
                  <a:lnTo>
                    <a:pt x="77317" y="78587"/>
                  </a:lnTo>
                  <a:lnTo>
                    <a:pt x="83350" y="73825"/>
                  </a:lnTo>
                  <a:lnTo>
                    <a:pt x="88112" y="69062"/>
                  </a:lnTo>
                  <a:lnTo>
                    <a:pt x="90487" y="63119"/>
                  </a:lnTo>
                  <a:lnTo>
                    <a:pt x="90487" y="51206"/>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9" name="Google Shape;539;p115"/>
          <p:cNvGrpSpPr/>
          <p:nvPr/>
        </p:nvGrpSpPr>
        <p:grpSpPr>
          <a:xfrm>
            <a:off x="6643289" y="5453214"/>
            <a:ext cx="247019" cy="152437"/>
            <a:chOff x="6643289" y="5453214"/>
            <a:chExt cx="247019" cy="152437"/>
          </a:xfrm>
        </p:grpSpPr>
        <p:sp>
          <p:nvSpPr>
            <p:cNvPr id="540" name="Google Shape;540;p115"/>
            <p:cNvSpPr/>
            <p:nvPr/>
          </p:nvSpPr>
          <p:spPr>
            <a:xfrm>
              <a:off x="6643289" y="5490130"/>
              <a:ext cx="41910" cy="113664"/>
            </a:xfrm>
            <a:custGeom>
              <a:rect b="b" l="l" r="r" t="t"/>
              <a:pathLst>
                <a:path extrusionOk="0" h="113664" w="41909">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6" y="25002"/>
                  </a:lnTo>
                  <a:lnTo>
                    <a:pt x="28576"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41" name="Google Shape;541;p115"/>
            <p:cNvPicPr preferRelativeResize="0"/>
            <p:nvPr/>
          </p:nvPicPr>
          <p:blipFill rotWithShape="1">
            <a:blip r:embed="rId10">
              <a:alphaModFix/>
            </a:blip>
            <a:srcRect b="0" l="0" r="0" t="0"/>
            <a:stretch/>
          </p:blipFill>
          <p:spPr>
            <a:xfrm>
              <a:off x="6720603" y="5490130"/>
              <a:ext cx="73977" cy="115521"/>
            </a:xfrm>
            <a:prstGeom prst="rect">
              <a:avLst/>
            </a:prstGeom>
            <a:noFill/>
            <a:ln>
              <a:noFill/>
            </a:ln>
          </p:spPr>
        </p:pic>
        <p:sp>
          <p:nvSpPr>
            <p:cNvPr id="542" name="Google Shape;542;p115"/>
            <p:cNvSpPr/>
            <p:nvPr/>
          </p:nvSpPr>
          <p:spPr>
            <a:xfrm>
              <a:off x="6814743" y="5453214"/>
              <a:ext cx="75565" cy="80010"/>
            </a:xfrm>
            <a:custGeom>
              <a:rect b="b" l="l" r="r" t="t"/>
              <a:pathLst>
                <a:path extrusionOk="0" h="80010" w="75565">
                  <a:moveTo>
                    <a:pt x="29845" y="45250"/>
                  </a:moveTo>
                  <a:lnTo>
                    <a:pt x="0" y="45250"/>
                  </a:lnTo>
                  <a:lnTo>
                    <a:pt x="0" y="55968"/>
                  </a:lnTo>
                  <a:lnTo>
                    <a:pt x="29845" y="55968"/>
                  </a:lnTo>
                  <a:lnTo>
                    <a:pt x="29845" y="45250"/>
                  </a:lnTo>
                  <a:close/>
                </a:path>
                <a:path extrusionOk="0" h="80010" w="75565">
                  <a:moveTo>
                    <a:pt x="75082" y="0"/>
                  </a:moveTo>
                  <a:lnTo>
                    <a:pt x="67945" y="0"/>
                  </a:lnTo>
                  <a:lnTo>
                    <a:pt x="66675" y="3568"/>
                  </a:lnTo>
                  <a:lnTo>
                    <a:pt x="64287" y="7137"/>
                  </a:lnTo>
                  <a:lnTo>
                    <a:pt x="59512" y="10706"/>
                  </a:lnTo>
                  <a:lnTo>
                    <a:pt x="56032" y="14287"/>
                  </a:lnTo>
                  <a:lnTo>
                    <a:pt x="51257" y="16662"/>
                  </a:lnTo>
                  <a:lnTo>
                    <a:pt x="45237" y="19050"/>
                  </a:lnTo>
                  <a:lnTo>
                    <a:pt x="45237" y="28587"/>
                  </a:lnTo>
                  <a:lnTo>
                    <a:pt x="52387" y="26200"/>
                  </a:lnTo>
                  <a:lnTo>
                    <a:pt x="59512" y="21437"/>
                  </a:lnTo>
                  <a:lnTo>
                    <a:pt x="61912" y="19050"/>
                  </a:lnTo>
                  <a:lnTo>
                    <a:pt x="65557" y="16662"/>
                  </a:lnTo>
                  <a:lnTo>
                    <a:pt x="65557" y="79794"/>
                  </a:lnTo>
                  <a:lnTo>
                    <a:pt x="75082" y="79794"/>
                  </a:lnTo>
                  <a:lnTo>
                    <a:pt x="7508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3" name="Google Shape;543;p115"/>
          <p:cNvGrpSpPr/>
          <p:nvPr/>
        </p:nvGrpSpPr>
        <p:grpSpPr>
          <a:xfrm>
            <a:off x="7127964" y="5453204"/>
            <a:ext cx="208441" cy="152446"/>
            <a:chOff x="7127964" y="5453204"/>
            <a:chExt cx="208441" cy="152446"/>
          </a:xfrm>
        </p:grpSpPr>
        <p:sp>
          <p:nvSpPr>
            <p:cNvPr id="544" name="Google Shape;544;p115"/>
            <p:cNvSpPr/>
            <p:nvPr/>
          </p:nvSpPr>
          <p:spPr>
            <a:xfrm>
              <a:off x="7127964" y="5490129"/>
              <a:ext cx="41910" cy="113664"/>
            </a:xfrm>
            <a:custGeom>
              <a:rect b="b" l="l" r="r" t="t"/>
              <a:pathLst>
                <a:path extrusionOk="0" h="113664" w="41909">
                  <a:moveTo>
                    <a:pt x="41593" y="0"/>
                  </a:moveTo>
                  <a:lnTo>
                    <a:pt x="33338" y="0"/>
                  </a:lnTo>
                  <a:lnTo>
                    <a:pt x="26193" y="9525"/>
                  </a:lnTo>
                  <a:lnTo>
                    <a:pt x="20161" y="14287"/>
                  </a:lnTo>
                  <a:lnTo>
                    <a:pt x="14287" y="20239"/>
                  </a:lnTo>
                  <a:lnTo>
                    <a:pt x="7142" y="25002"/>
                  </a:lnTo>
                  <a:lnTo>
                    <a:pt x="0" y="28575"/>
                  </a:lnTo>
                  <a:lnTo>
                    <a:pt x="0" y="41671"/>
                  </a:lnTo>
                  <a:lnTo>
                    <a:pt x="4761" y="40481"/>
                  </a:lnTo>
                  <a:lnTo>
                    <a:pt x="9525" y="38100"/>
                  </a:lnTo>
                  <a:lnTo>
                    <a:pt x="14287" y="34527"/>
                  </a:lnTo>
                  <a:lnTo>
                    <a:pt x="20161" y="30956"/>
                  </a:lnTo>
                  <a:lnTo>
                    <a:pt x="23812" y="27383"/>
                  </a:lnTo>
                  <a:lnTo>
                    <a:pt x="27305" y="25002"/>
                  </a:lnTo>
                  <a:lnTo>
                    <a:pt x="27305"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45" name="Google Shape;545;p115"/>
            <p:cNvPicPr preferRelativeResize="0"/>
            <p:nvPr/>
          </p:nvPicPr>
          <p:blipFill rotWithShape="1">
            <a:blip r:embed="rId11">
              <a:alphaModFix/>
            </a:blip>
            <a:srcRect b="0" l="0" r="0" t="0"/>
            <a:stretch/>
          </p:blipFill>
          <p:spPr>
            <a:xfrm>
              <a:off x="7205276" y="5490129"/>
              <a:ext cx="73977" cy="115521"/>
            </a:xfrm>
            <a:prstGeom prst="rect">
              <a:avLst/>
            </a:prstGeom>
            <a:noFill/>
            <a:ln>
              <a:noFill/>
            </a:ln>
          </p:spPr>
        </p:pic>
        <p:sp>
          <p:nvSpPr>
            <p:cNvPr id="546" name="Google Shape;546;p115"/>
            <p:cNvSpPr/>
            <p:nvPr/>
          </p:nvSpPr>
          <p:spPr>
            <a:xfrm>
              <a:off x="7307830" y="5453204"/>
              <a:ext cx="28575" cy="80010"/>
            </a:xfrm>
            <a:custGeom>
              <a:rect b="b" l="l" r="r" t="t"/>
              <a:pathLst>
                <a:path extrusionOk="0" h="80010" w="28575">
                  <a:moveTo>
                    <a:pt x="28575" y="0"/>
                  </a:moveTo>
                  <a:lnTo>
                    <a:pt x="22542" y="0"/>
                  </a:lnTo>
                  <a:lnTo>
                    <a:pt x="21431" y="3571"/>
                  </a:lnTo>
                  <a:lnTo>
                    <a:pt x="14287" y="10714"/>
                  </a:lnTo>
                  <a:lnTo>
                    <a:pt x="9525" y="14287"/>
                  </a:lnTo>
                  <a:lnTo>
                    <a:pt x="0" y="19048"/>
                  </a:lnTo>
                  <a:lnTo>
                    <a:pt x="0" y="28590"/>
                  </a:lnTo>
                  <a:lnTo>
                    <a:pt x="2381" y="27400"/>
                  </a:lnTo>
                  <a:lnTo>
                    <a:pt x="5873" y="26208"/>
                  </a:lnTo>
                  <a:lnTo>
                    <a:pt x="9525" y="23827"/>
                  </a:lnTo>
                  <a:lnTo>
                    <a:pt x="14287" y="21447"/>
                  </a:lnTo>
                  <a:lnTo>
                    <a:pt x="19050" y="16668"/>
                  </a:lnTo>
                  <a:lnTo>
                    <a:pt x="19050" y="79802"/>
                  </a:lnTo>
                  <a:lnTo>
                    <a:pt x="28575" y="79802"/>
                  </a:lnTo>
                  <a:lnTo>
                    <a:pt x="28575"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7" name="Google Shape;547;p115"/>
          <p:cNvGrpSpPr/>
          <p:nvPr/>
        </p:nvGrpSpPr>
        <p:grpSpPr>
          <a:xfrm>
            <a:off x="7595968" y="5453204"/>
            <a:ext cx="225428" cy="152446"/>
            <a:chOff x="7595968" y="5453204"/>
            <a:chExt cx="225428" cy="152446"/>
          </a:xfrm>
        </p:grpSpPr>
        <p:sp>
          <p:nvSpPr>
            <p:cNvPr id="548" name="Google Shape;548;p115"/>
            <p:cNvSpPr/>
            <p:nvPr/>
          </p:nvSpPr>
          <p:spPr>
            <a:xfrm>
              <a:off x="7595968" y="5490129"/>
              <a:ext cx="43180" cy="113664"/>
            </a:xfrm>
            <a:custGeom>
              <a:rect b="b" l="l" r="r" t="t"/>
              <a:pathLst>
                <a:path extrusionOk="0" h="113664" w="43179">
                  <a:moveTo>
                    <a:pt x="42863" y="0"/>
                  </a:moveTo>
                  <a:lnTo>
                    <a:pt x="33338" y="0"/>
                  </a:lnTo>
                  <a:lnTo>
                    <a:pt x="30956" y="4762"/>
                  </a:lnTo>
                  <a:lnTo>
                    <a:pt x="21431" y="14287"/>
                  </a:lnTo>
                  <a:lnTo>
                    <a:pt x="16697" y="18529"/>
                  </a:lnTo>
                  <a:lnTo>
                    <a:pt x="11549" y="22324"/>
                  </a:lnTo>
                  <a:lnTo>
                    <a:pt x="5982" y="25671"/>
                  </a:lnTo>
                  <a:lnTo>
                    <a:pt x="0" y="28575"/>
                  </a:lnTo>
                  <a:lnTo>
                    <a:pt x="0" y="41671"/>
                  </a:lnTo>
                  <a:lnTo>
                    <a:pt x="4762" y="40481"/>
                  </a:lnTo>
                  <a:lnTo>
                    <a:pt x="9525" y="38100"/>
                  </a:lnTo>
                  <a:lnTo>
                    <a:pt x="15398" y="34527"/>
                  </a:lnTo>
                  <a:lnTo>
                    <a:pt x="24925" y="27383"/>
                  </a:lnTo>
                  <a:lnTo>
                    <a:pt x="28576" y="25002"/>
                  </a:lnTo>
                  <a:lnTo>
                    <a:pt x="28576" y="113140"/>
                  </a:lnTo>
                  <a:lnTo>
                    <a:pt x="42863" y="113140"/>
                  </a:lnTo>
                  <a:lnTo>
                    <a:pt x="4286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49" name="Google Shape;549;p115"/>
            <p:cNvPicPr preferRelativeResize="0"/>
            <p:nvPr/>
          </p:nvPicPr>
          <p:blipFill rotWithShape="1">
            <a:blip r:embed="rId12">
              <a:alphaModFix/>
            </a:blip>
            <a:srcRect b="0" l="0" r="0" t="0"/>
            <a:stretch/>
          </p:blipFill>
          <p:spPr>
            <a:xfrm>
              <a:off x="7674550" y="5490129"/>
              <a:ext cx="73819" cy="115521"/>
            </a:xfrm>
            <a:prstGeom prst="rect">
              <a:avLst/>
            </a:prstGeom>
            <a:noFill/>
            <a:ln>
              <a:noFill/>
            </a:ln>
          </p:spPr>
        </p:pic>
        <p:sp>
          <p:nvSpPr>
            <p:cNvPr id="550" name="Google Shape;550;p115"/>
            <p:cNvSpPr/>
            <p:nvPr/>
          </p:nvSpPr>
          <p:spPr>
            <a:xfrm>
              <a:off x="7768691" y="5453204"/>
              <a:ext cx="52705" cy="81280"/>
            </a:xfrm>
            <a:custGeom>
              <a:rect b="b" l="l" r="r" t="t"/>
              <a:pathLst>
                <a:path extrusionOk="0" h="81279" w="52704">
                  <a:moveTo>
                    <a:pt x="33337" y="0"/>
                  </a:moveTo>
                  <a:lnTo>
                    <a:pt x="19050" y="0"/>
                  </a:lnTo>
                  <a:lnTo>
                    <a:pt x="13016" y="1189"/>
                  </a:lnTo>
                  <a:lnTo>
                    <a:pt x="9525" y="4762"/>
                  </a:lnTo>
                  <a:lnTo>
                    <a:pt x="4761" y="8333"/>
                  </a:lnTo>
                  <a:lnTo>
                    <a:pt x="2379" y="13096"/>
                  </a:lnTo>
                  <a:lnTo>
                    <a:pt x="1109" y="20256"/>
                  </a:lnTo>
                  <a:lnTo>
                    <a:pt x="10636" y="21447"/>
                  </a:lnTo>
                  <a:lnTo>
                    <a:pt x="11906" y="16668"/>
                  </a:lnTo>
                  <a:lnTo>
                    <a:pt x="13016" y="13096"/>
                  </a:lnTo>
                  <a:lnTo>
                    <a:pt x="17779" y="8333"/>
                  </a:lnTo>
                  <a:lnTo>
                    <a:pt x="21431" y="7143"/>
                  </a:lnTo>
                  <a:lnTo>
                    <a:pt x="28575" y="7143"/>
                  </a:lnTo>
                  <a:lnTo>
                    <a:pt x="32067" y="8333"/>
                  </a:lnTo>
                  <a:lnTo>
                    <a:pt x="36829" y="13096"/>
                  </a:lnTo>
                  <a:lnTo>
                    <a:pt x="38100" y="16668"/>
                  </a:lnTo>
                  <a:lnTo>
                    <a:pt x="38100" y="25019"/>
                  </a:lnTo>
                  <a:lnTo>
                    <a:pt x="36829" y="27400"/>
                  </a:lnTo>
                  <a:lnTo>
                    <a:pt x="29686" y="32162"/>
                  </a:lnTo>
                  <a:lnTo>
                    <a:pt x="26193" y="33354"/>
                  </a:lnTo>
                  <a:lnTo>
                    <a:pt x="20161" y="33354"/>
                  </a:lnTo>
                  <a:lnTo>
                    <a:pt x="19050" y="41687"/>
                  </a:lnTo>
                  <a:lnTo>
                    <a:pt x="21431" y="41687"/>
                  </a:lnTo>
                  <a:lnTo>
                    <a:pt x="23812" y="40497"/>
                  </a:lnTo>
                  <a:lnTo>
                    <a:pt x="30956" y="40497"/>
                  </a:lnTo>
                  <a:lnTo>
                    <a:pt x="34448" y="41687"/>
                  </a:lnTo>
                  <a:lnTo>
                    <a:pt x="36829" y="45260"/>
                  </a:lnTo>
                  <a:lnTo>
                    <a:pt x="40482" y="47640"/>
                  </a:lnTo>
                  <a:lnTo>
                    <a:pt x="41593" y="51212"/>
                  </a:lnTo>
                  <a:lnTo>
                    <a:pt x="41593" y="60737"/>
                  </a:lnTo>
                  <a:lnTo>
                    <a:pt x="40482" y="64310"/>
                  </a:lnTo>
                  <a:lnTo>
                    <a:pt x="33337" y="71454"/>
                  </a:lnTo>
                  <a:lnTo>
                    <a:pt x="29686" y="72644"/>
                  </a:lnTo>
                  <a:lnTo>
                    <a:pt x="21431" y="72644"/>
                  </a:lnTo>
                  <a:lnTo>
                    <a:pt x="17779" y="71454"/>
                  </a:lnTo>
                  <a:lnTo>
                    <a:pt x="13016" y="66691"/>
                  </a:lnTo>
                  <a:lnTo>
                    <a:pt x="10636" y="63119"/>
                  </a:lnTo>
                  <a:lnTo>
                    <a:pt x="9525" y="57165"/>
                  </a:lnTo>
                  <a:lnTo>
                    <a:pt x="0" y="58356"/>
                  </a:lnTo>
                  <a:lnTo>
                    <a:pt x="17779" y="80995"/>
                  </a:lnTo>
                  <a:lnTo>
                    <a:pt x="33337" y="80995"/>
                  </a:lnTo>
                  <a:lnTo>
                    <a:pt x="39212" y="78597"/>
                  </a:lnTo>
                  <a:lnTo>
                    <a:pt x="43973" y="73835"/>
                  </a:lnTo>
                  <a:lnTo>
                    <a:pt x="50007" y="69072"/>
                  </a:lnTo>
                  <a:lnTo>
                    <a:pt x="52388" y="63119"/>
                  </a:lnTo>
                  <a:lnTo>
                    <a:pt x="52388" y="51212"/>
                  </a:lnTo>
                  <a:lnTo>
                    <a:pt x="51118" y="46450"/>
                  </a:lnTo>
                  <a:lnTo>
                    <a:pt x="48737" y="42879"/>
                  </a:lnTo>
                  <a:lnTo>
                    <a:pt x="45243" y="39306"/>
                  </a:lnTo>
                  <a:lnTo>
                    <a:pt x="41593" y="36925"/>
                  </a:lnTo>
                  <a:lnTo>
                    <a:pt x="36829" y="36925"/>
                  </a:lnTo>
                  <a:lnTo>
                    <a:pt x="43973" y="32162"/>
                  </a:lnTo>
                  <a:lnTo>
                    <a:pt x="45243" y="29781"/>
                  </a:lnTo>
                  <a:lnTo>
                    <a:pt x="47625" y="27400"/>
                  </a:lnTo>
                  <a:lnTo>
                    <a:pt x="48737" y="23829"/>
                  </a:lnTo>
                  <a:lnTo>
                    <a:pt x="48737" y="16668"/>
                  </a:lnTo>
                  <a:lnTo>
                    <a:pt x="47625" y="13096"/>
                  </a:lnTo>
                  <a:lnTo>
                    <a:pt x="45243" y="9523"/>
                  </a:lnTo>
                  <a:lnTo>
                    <a:pt x="40482" y="4762"/>
                  </a:lnTo>
                  <a:lnTo>
                    <a:pt x="3333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1" name="Google Shape;551;p115"/>
          <p:cNvGrpSpPr/>
          <p:nvPr/>
        </p:nvGrpSpPr>
        <p:grpSpPr>
          <a:xfrm>
            <a:off x="8065082" y="5453204"/>
            <a:ext cx="225429" cy="151256"/>
            <a:chOff x="8065082" y="5453204"/>
            <a:chExt cx="225429" cy="151256"/>
          </a:xfrm>
        </p:grpSpPr>
        <p:sp>
          <p:nvSpPr>
            <p:cNvPr id="552" name="Google Shape;552;p115"/>
            <p:cNvSpPr/>
            <p:nvPr/>
          </p:nvSpPr>
          <p:spPr>
            <a:xfrm>
              <a:off x="8065082" y="5487748"/>
              <a:ext cx="41910" cy="114935"/>
            </a:xfrm>
            <a:custGeom>
              <a:rect b="b" l="l" r="r" t="t"/>
              <a:pathLst>
                <a:path extrusionOk="0" h="114935" w="41909">
                  <a:moveTo>
                    <a:pt x="41752" y="0"/>
                  </a:moveTo>
                  <a:lnTo>
                    <a:pt x="33338" y="0"/>
                  </a:lnTo>
                  <a:lnTo>
                    <a:pt x="29846" y="5953"/>
                  </a:lnTo>
                  <a:lnTo>
                    <a:pt x="26195" y="10714"/>
                  </a:lnTo>
                  <a:lnTo>
                    <a:pt x="20320" y="15478"/>
                  </a:lnTo>
                  <a:lnTo>
                    <a:pt x="14287" y="21431"/>
                  </a:lnTo>
                  <a:lnTo>
                    <a:pt x="0" y="28575"/>
                  </a:lnTo>
                  <a:lnTo>
                    <a:pt x="0" y="42862"/>
                  </a:lnTo>
                  <a:lnTo>
                    <a:pt x="14287" y="35718"/>
                  </a:lnTo>
                  <a:lnTo>
                    <a:pt x="20320" y="32146"/>
                  </a:lnTo>
                  <a:lnTo>
                    <a:pt x="23812" y="28575"/>
                  </a:lnTo>
                  <a:lnTo>
                    <a:pt x="27465" y="26193"/>
                  </a:lnTo>
                  <a:lnTo>
                    <a:pt x="27465" y="114331"/>
                  </a:lnTo>
                  <a:lnTo>
                    <a:pt x="41752" y="114331"/>
                  </a:lnTo>
                  <a:lnTo>
                    <a:pt x="4175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53" name="Google Shape;553;p115"/>
            <p:cNvPicPr preferRelativeResize="0"/>
            <p:nvPr/>
          </p:nvPicPr>
          <p:blipFill rotWithShape="1">
            <a:blip r:embed="rId13">
              <a:alphaModFix/>
            </a:blip>
            <a:srcRect b="0" l="0" r="0" t="0"/>
            <a:stretch/>
          </p:blipFill>
          <p:spPr>
            <a:xfrm>
              <a:off x="8142554" y="5487748"/>
              <a:ext cx="73819" cy="116712"/>
            </a:xfrm>
            <a:prstGeom prst="rect">
              <a:avLst/>
            </a:prstGeom>
            <a:noFill/>
            <a:ln>
              <a:noFill/>
            </a:ln>
          </p:spPr>
        </p:pic>
        <p:sp>
          <p:nvSpPr>
            <p:cNvPr id="554" name="Google Shape;554;p115"/>
            <p:cNvSpPr/>
            <p:nvPr/>
          </p:nvSpPr>
          <p:spPr>
            <a:xfrm>
              <a:off x="8237806" y="5453204"/>
              <a:ext cx="52705" cy="80010"/>
            </a:xfrm>
            <a:custGeom>
              <a:rect b="b" l="l" r="r" t="t"/>
              <a:pathLst>
                <a:path extrusionOk="0" h="80010" w="52704">
                  <a:moveTo>
                    <a:pt x="48896" y="0"/>
                  </a:moveTo>
                  <a:lnTo>
                    <a:pt x="8413" y="0"/>
                  </a:lnTo>
                  <a:lnTo>
                    <a:pt x="1270" y="40497"/>
                  </a:lnTo>
                  <a:lnTo>
                    <a:pt x="10795" y="41687"/>
                  </a:lnTo>
                  <a:lnTo>
                    <a:pt x="11906" y="39306"/>
                  </a:lnTo>
                  <a:lnTo>
                    <a:pt x="14287" y="38115"/>
                  </a:lnTo>
                  <a:lnTo>
                    <a:pt x="16670" y="35733"/>
                  </a:lnTo>
                  <a:lnTo>
                    <a:pt x="19050" y="34542"/>
                  </a:lnTo>
                  <a:lnTo>
                    <a:pt x="29846" y="34542"/>
                  </a:lnTo>
                  <a:lnTo>
                    <a:pt x="34608" y="35733"/>
                  </a:lnTo>
                  <a:lnTo>
                    <a:pt x="36990" y="39306"/>
                  </a:lnTo>
                  <a:lnTo>
                    <a:pt x="40482" y="41687"/>
                  </a:lnTo>
                  <a:lnTo>
                    <a:pt x="41752" y="46450"/>
                  </a:lnTo>
                  <a:lnTo>
                    <a:pt x="41752" y="58356"/>
                  </a:lnTo>
                  <a:lnTo>
                    <a:pt x="40482" y="61927"/>
                  </a:lnTo>
                  <a:lnTo>
                    <a:pt x="33338" y="69072"/>
                  </a:lnTo>
                  <a:lnTo>
                    <a:pt x="29846" y="71452"/>
                  </a:lnTo>
                  <a:lnTo>
                    <a:pt x="21431" y="71452"/>
                  </a:lnTo>
                  <a:lnTo>
                    <a:pt x="17940" y="70262"/>
                  </a:lnTo>
                  <a:lnTo>
                    <a:pt x="15557" y="67881"/>
                  </a:lnTo>
                  <a:lnTo>
                    <a:pt x="11906" y="65500"/>
                  </a:lnTo>
                  <a:lnTo>
                    <a:pt x="10795" y="61927"/>
                  </a:lnTo>
                  <a:lnTo>
                    <a:pt x="9525" y="55975"/>
                  </a:lnTo>
                  <a:lnTo>
                    <a:pt x="0" y="57165"/>
                  </a:lnTo>
                  <a:lnTo>
                    <a:pt x="0" y="64308"/>
                  </a:lnTo>
                  <a:lnTo>
                    <a:pt x="2381" y="69072"/>
                  </a:lnTo>
                  <a:lnTo>
                    <a:pt x="7143" y="73833"/>
                  </a:lnTo>
                  <a:lnTo>
                    <a:pt x="11906" y="77406"/>
                  </a:lnTo>
                  <a:lnTo>
                    <a:pt x="17940" y="79802"/>
                  </a:lnTo>
                  <a:lnTo>
                    <a:pt x="33338" y="79802"/>
                  </a:lnTo>
                  <a:lnTo>
                    <a:pt x="40482" y="76215"/>
                  </a:lnTo>
                  <a:lnTo>
                    <a:pt x="46515" y="70262"/>
                  </a:lnTo>
                  <a:lnTo>
                    <a:pt x="50007" y="64308"/>
                  </a:lnTo>
                  <a:lnTo>
                    <a:pt x="52388" y="58356"/>
                  </a:lnTo>
                  <a:lnTo>
                    <a:pt x="52388" y="44067"/>
                  </a:lnTo>
                  <a:lnTo>
                    <a:pt x="50007" y="36925"/>
                  </a:lnTo>
                  <a:lnTo>
                    <a:pt x="40482" y="27400"/>
                  </a:lnTo>
                  <a:lnTo>
                    <a:pt x="34608" y="25017"/>
                  </a:lnTo>
                  <a:lnTo>
                    <a:pt x="22701" y="25017"/>
                  </a:lnTo>
                  <a:lnTo>
                    <a:pt x="16670" y="27400"/>
                  </a:lnTo>
                  <a:lnTo>
                    <a:pt x="11906" y="29781"/>
                  </a:lnTo>
                  <a:lnTo>
                    <a:pt x="16670" y="9523"/>
                  </a:lnTo>
                  <a:lnTo>
                    <a:pt x="48896" y="9523"/>
                  </a:lnTo>
                  <a:lnTo>
                    <a:pt x="48896"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5" name="Google Shape;555;p115"/>
          <p:cNvGrpSpPr/>
          <p:nvPr/>
        </p:nvGrpSpPr>
        <p:grpSpPr>
          <a:xfrm>
            <a:off x="8533088" y="5453204"/>
            <a:ext cx="225427" cy="151256"/>
            <a:chOff x="8533088" y="5453204"/>
            <a:chExt cx="225427" cy="151256"/>
          </a:xfrm>
        </p:grpSpPr>
        <p:sp>
          <p:nvSpPr>
            <p:cNvPr id="556" name="Google Shape;556;p115"/>
            <p:cNvSpPr/>
            <p:nvPr/>
          </p:nvSpPr>
          <p:spPr>
            <a:xfrm>
              <a:off x="8533088" y="5487748"/>
              <a:ext cx="43180" cy="114935"/>
            </a:xfrm>
            <a:custGeom>
              <a:rect b="b" l="l" r="r" t="t"/>
              <a:pathLst>
                <a:path extrusionOk="0" h="114935" w="43179">
                  <a:moveTo>
                    <a:pt x="42863" y="0"/>
                  </a:moveTo>
                  <a:lnTo>
                    <a:pt x="33338" y="0"/>
                  </a:lnTo>
                  <a:lnTo>
                    <a:pt x="30956" y="5953"/>
                  </a:lnTo>
                  <a:lnTo>
                    <a:pt x="15557" y="21431"/>
                  </a:lnTo>
                  <a:lnTo>
                    <a:pt x="8412" y="25003"/>
                  </a:lnTo>
                  <a:lnTo>
                    <a:pt x="0" y="28575"/>
                  </a:lnTo>
                  <a:lnTo>
                    <a:pt x="0" y="42862"/>
                  </a:lnTo>
                  <a:lnTo>
                    <a:pt x="9525" y="38100"/>
                  </a:lnTo>
                  <a:lnTo>
                    <a:pt x="15557" y="35718"/>
                  </a:lnTo>
                  <a:lnTo>
                    <a:pt x="28575" y="26193"/>
                  </a:lnTo>
                  <a:lnTo>
                    <a:pt x="28575" y="114331"/>
                  </a:lnTo>
                  <a:lnTo>
                    <a:pt x="42863" y="114331"/>
                  </a:lnTo>
                  <a:lnTo>
                    <a:pt x="4286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57" name="Google Shape;557;p115"/>
            <p:cNvPicPr preferRelativeResize="0"/>
            <p:nvPr/>
          </p:nvPicPr>
          <p:blipFill rotWithShape="1">
            <a:blip r:embed="rId14">
              <a:alphaModFix/>
            </a:blip>
            <a:srcRect b="0" l="0" r="0" t="0"/>
            <a:stretch/>
          </p:blipFill>
          <p:spPr>
            <a:xfrm>
              <a:off x="8611670" y="5487748"/>
              <a:ext cx="73977" cy="116712"/>
            </a:xfrm>
            <a:prstGeom prst="rect">
              <a:avLst/>
            </a:prstGeom>
            <a:noFill/>
            <a:ln>
              <a:noFill/>
            </a:ln>
          </p:spPr>
        </p:pic>
        <p:sp>
          <p:nvSpPr>
            <p:cNvPr id="558" name="Google Shape;558;p115"/>
            <p:cNvSpPr/>
            <p:nvPr/>
          </p:nvSpPr>
          <p:spPr>
            <a:xfrm>
              <a:off x="8707080" y="5453204"/>
              <a:ext cx="51435" cy="78740"/>
            </a:xfrm>
            <a:custGeom>
              <a:rect b="b" l="l" r="r" t="t"/>
              <a:pathLst>
                <a:path extrusionOk="0" h="78739" w="51434">
                  <a:moveTo>
                    <a:pt x="51118" y="0"/>
                  </a:moveTo>
                  <a:lnTo>
                    <a:pt x="0" y="0"/>
                  </a:lnTo>
                  <a:lnTo>
                    <a:pt x="0" y="9523"/>
                  </a:lnTo>
                  <a:lnTo>
                    <a:pt x="38101" y="9523"/>
                  </a:lnTo>
                  <a:lnTo>
                    <a:pt x="33338" y="14287"/>
                  </a:lnTo>
                  <a:lnTo>
                    <a:pt x="16267" y="49037"/>
                  </a:lnTo>
                  <a:lnTo>
                    <a:pt x="10636" y="71454"/>
                  </a:lnTo>
                  <a:lnTo>
                    <a:pt x="10636" y="78597"/>
                  </a:lnTo>
                  <a:lnTo>
                    <a:pt x="20161" y="78597"/>
                  </a:lnTo>
                  <a:lnTo>
                    <a:pt x="23812" y="55975"/>
                  </a:lnTo>
                  <a:lnTo>
                    <a:pt x="26476" y="49018"/>
                  </a:lnTo>
                  <a:lnTo>
                    <a:pt x="51118" y="7143"/>
                  </a:lnTo>
                  <a:lnTo>
                    <a:pt x="5111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59" name="Google Shape;559;p115"/>
          <p:cNvGrpSpPr/>
          <p:nvPr/>
        </p:nvGrpSpPr>
        <p:grpSpPr>
          <a:xfrm>
            <a:off x="9002362" y="5453214"/>
            <a:ext cx="224150" cy="152436"/>
            <a:chOff x="9002362" y="5453214"/>
            <a:chExt cx="224150" cy="152436"/>
          </a:xfrm>
        </p:grpSpPr>
        <p:sp>
          <p:nvSpPr>
            <p:cNvPr id="560" name="Google Shape;560;p115"/>
            <p:cNvSpPr/>
            <p:nvPr/>
          </p:nvSpPr>
          <p:spPr>
            <a:xfrm>
              <a:off x="9002362" y="5490129"/>
              <a:ext cx="41910" cy="113664"/>
            </a:xfrm>
            <a:custGeom>
              <a:rect b="b" l="l" r="r" t="t"/>
              <a:pathLst>
                <a:path extrusionOk="0" h="113664" w="41909">
                  <a:moveTo>
                    <a:pt x="41593" y="0"/>
                  </a:moveTo>
                  <a:lnTo>
                    <a:pt x="33338" y="0"/>
                  </a:lnTo>
                  <a:lnTo>
                    <a:pt x="26193" y="9525"/>
                  </a:lnTo>
                  <a:lnTo>
                    <a:pt x="20161" y="14287"/>
                  </a:lnTo>
                  <a:lnTo>
                    <a:pt x="14287" y="20239"/>
                  </a:lnTo>
                  <a:lnTo>
                    <a:pt x="7142" y="25002"/>
                  </a:lnTo>
                  <a:lnTo>
                    <a:pt x="0" y="28575"/>
                  </a:lnTo>
                  <a:lnTo>
                    <a:pt x="0" y="41671"/>
                  </a:lnTo>
                  <a:lnTo>
                    <a:pt x="4761" y="40481"/>
                  </a:lnTo>
                  <a:lnTo>
                    <a:pt x="9525" y="38100"/>
                  </a:lnTo>
                  <a:lnTo>
                    <a:pt x="14287" y="34527"/>
                  </a:lnTo>
                  <a:lnTo>
                    <a:pt x="20161" y="30956"/>
                  </a:lnTo>
                  <a:lnTo>
                    <a:pt x="23812" y="27383"/>
                  </a:lnTo>
                  <a:lnTo>
                    <a:pt x="27304" y="25002"/>
                  </a:lnTo>
                  <a:lnTo>
                    <a:pt x="27304"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61" name="Google Shape;561;p115"/>
            <p:cNvPicPr preferRelativeResize="0"/>
            <p:nvPr/>
          </p:nvPicPr>
          <p:blipFill rotWithShape="1">
            <a:blip r:embed="rId15">
              <a:alphaModFix/>
            </a:blip>
            <a:srcRect b="0" l="0" r="0" t="0"/>
            <a:stretch/>
          </p:blipFill>
          <p:spPr>
            <a:xfrm>
              <a:off x="9079834" y="5490129"/>
              <a:ext cx="73819" cy="115521"/>
            </a:xfrm>
            <a:prstGeom prst="rect">
              <a:avLst/>
            </a:prstGeom>
            <a:noFill/>
            <a:ln>
              <a:noFill/>
            </a:ln>
          </p:spPr>
        </p:pic>
        <p:sp>
          <p:nvSpPr>
            <p:cNvPr id="562" name="Google Shape;562;p115"/>
            <p:cNvSpPr/>
            <p:nvPr/>
          </p:nvSpPr>
          <p:spPr>
            <a:xfrm>
              <a:off x="9175077" y="5453214"/>
              <a:ext cx="51435" cy="81280"/>
            </a:xfrm>
            <a:custGeom>
              <a:rect b="b" l="l" r="r" t="t"/>
              <a:pathLst>
                <a:path extrusionOk="0" h="81279" w="51434">
                  <a:moveTo>
                    <a:pt x="51117" y="21437"/>
                  </a:moveTo>
                  <a:lnTo>
                    <a:pt x="40487" y="4762"/>
                  </a:lnTo>
                  <a:lnTo>
                    <a:pt x="40487" y="20256"/>
                  </a:lnTo>
                  <a:lnTo>
                    <a:pt x="40487" y="30962"/>
                  </a:lnTo>
                  <a:lnTo>
                    <a:pt x="39217" y="35725"/>
                  </a:lnTo>
                  <a:lnTo>
                    <a:pt x="36830" y="39306"/>
                  </a:lnTo>
                  <a:lnTo>
                    <a:pt x="33337" y="42875"/>
                  </a:lnTo>
                  <a:lnTo>
                    <a:pt x="29692" y="44069"/>
                  </a:lnTo>
                  <a:lnTo>
                    <a:pt x="21437" y="44069"/>
                  </a:lnTo>
                  <a:lnTo>
                    <a:pt x="16675" y="42875"/>
                  </a:lnTo>
                  <a:lnTo>
                    <a:pt x="14287" y="39306"/>
                  </a:lnTo>
                  <a:lnTo>
                    <a:pt x="10642" y="35725"/>
                  </a:lnTo>
                  <a:lnTo>
                    <a:pt x="9525" y="32156"/>
                  </a:lnTo>
                  <a:lnTo>
                    <a:pt x="9525" y="21437"/>
                  </a:lnTo>
                  <a:lnTo>
                    <a:pt x="10642" y="16662"/>
                  </a:lnTo>
                  <a:lnTo>
                    <a:pt x="14287" y="13093"/>
                  </a:lnTo>
                  <a:lnTo>
                    <a:pt x="17780" y="9525"/>
                  </a:lnTo>
                  <a:lnTo>
                    <a:pt x="21437" y="7137"/>
                  </a:lnTo>
                  <a:lnTo>
                    <a:pt x="29692" y="7137"/>
                  </a:lnTo>
                  <a:lnTo>
                    <a:pt x="33337" y="9525"/>
                  </a:lnTo>
                  <a:lnTo>
                    <a:pt x="39217" y="15468"/>
                  </a:lnTo>
                  <a:lnTo>
                    <a:pt x="40487" y="20256"/>
                  </a:lnTo>
                  <a:lnTo>
                    <a:pt x="40487" y="4762"/>
                  </a:lnTo>
                  <a:lnTo>
                    <a:pt x="38100" y="3568"/>
                  </a:lnTo>
                  <a:lnTo>
                    <a:pt x="34455" y="1181"/>
                  </a:lnTo>
                  <a:lnTo>
                    <a:pt x="29692" y="0"/>
                  </a:lnTo>
                  <a:lnTo>
                    <a:pt x="17780" y="0"/>
                  </a:lnTo>
                  <a:lnTo>
                    <a:pt x="11912" y="2374"/>
                  </a:lnTo>
                  <a:lnTo>
                    <a:pt x="2387" y="11899"/>
                  </a:lnTo>
                  <a:lnTo>
                    <a:pt x="0" y="17856"/>
                  </a:lnTo>
                  <a:lnTo>
                    <a:pt x="0" y="34544"/>
                  </a:lnTo>
                  <a:lnTo>
                    <a:pt x="1117" y="40487"/>
                  </a:lnTo>
                  <a:lnTo>
                    <a:pt x="10642" y="50012"/>
                  </a:lnTo>
                  <a:lnTo>
                    <a:pt x="16675" y="52400"/>
                  </a:lnTo>
                  <a:lnTo>
                    <a:pt x="27305" y="52400"/>
                  </a:lnTo>
                  <a:lnTo>
                    <a:pt x="34455" y="50012"/>
                  </a:lnTo>
                  <a:lnTo>
                    <a:pt x="36830" y="47637"/>
                  </a:lnTo>
                  <a:lnTo>
                    <a:pt x="40487" y="45250"/>
                  </a:lnTo>
                  <a:lnTo>
                    <a:pt x="40855" y="44069"/>
                  </a:lnTo>
                  <a:lnTo>
                    <a:pt x="41592" y="41681"/>
                  </a:lnTo>
                  <a:lnTo>
                    <a:pt x="41592" y="52400"/>
                  </a:lnTo>
                  <a:lnTo>
                    <a:pt x="40487" y="55968"/>
                  </a:lnTo>
                  <a:lnTo>
                    <a:pt x="39217" y="59537"/>
                  </a:lnTo>
                  <a:lnTo>
                    <a:pt x="38100" y="63119"/>
                  </a:lnTo>
                  <a:lnTo>
                    <a:pt x="36830" y="65493"/>
                  </a:lnTo>
                  <a:lnTo>
                    <a:pt x="35725" y="67881"/>
                  </a:lnTo>
                  <a:lnTo>
                    <a:pt x="30962" y="70256"/>
                  </a:lnTo>
                  <a:lnTo>
                    <a:pt x="28575" y="72644"/>
                  </a:lnTo>
                  <a:lnTo>
                    <a:pt x="20167" y="72644"/>
                  </a:lnTo>
                  <a:lnTo>
                    <a:pt x="16675" y="71450"/>
                  </a:lnTo>
                  <a:lnTo>
                    <a:pt x="14287" y="70256"/>
                  </a:lnTo>
                  <a:lnTo>
                    <a:pt x="13017" y="67881"/>
                  </a:lnTo>
                  <a:lnTo>
                    <a:pt x="10642" y="64300"/>
                  </a:lnTo>
                  <a:lnTo>
                    <a:pt x="10642" y="60731"/>
                  </a:lnTo>
                  <a:lnTo>
                    <a:pt x="1117" y="60731"/>
                  </a:lnTo>
                  <a:lnTo>
                    <a:pt x="1117" y="67881"/>
                  </a:lnTo>
                  <a:lnTo>
                    <a:pt x="3492" y="72644"/>
                  </a:lnTo>
                  <a:lnTo>
                    <a:pt x="8255" y="75018"/>
                  </a:lnTo>
                  <a:lnTo>
                    <a:pt x="11912" y="78587"/>
                  </a:lnTo>
                  <a:lnTo>
                    <a:pt x="16675" y="80987"/>
                  </a:lnTo>
                  <a:lnTo>
                    <a:pt x="28575" y="80987"/>
                  </a:lnTo>
                  <a:lnTo>
                    <a:pt x="51117" y="55968"/>
                  </a:lnTo>
                  <a:lnTo>
                    <a:pt x="51117" y="41681"/>
                  </a:lnTo>
                  <a:lnTo>
                    <a:pt x="51117" y="2143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563" name="Google Shape;563;p115"/>
          <p:cNvPicPr preferRelativeResize="0"/>
          <p:nvPr/>
        </p:nvPicPr>
        <p:blipFill rotWithShape="1">
          <a:blip r:embed="rId16">
            <a:alphaModFix/>
          </a:blip>
          <a:srcRect b="0" l="0" r="0" t="0"/>
          <a:stretch/>
        </p:blipFill>
        <p:spPr>
          <a:xfrm>
            <a:off x="5803643" y="5722365"/>
            <a:ext cx="1090950" cy="161955"/>
          </a:xfrm>
          <a:prstGeom prst="rect">
            <a:avLst/>
          </a:prstGeom>
          <a:noFill/>
          <a:ln>
            <a:noFill/>
          </a:ln>
        </p:spPr>
      </p:pic>
      <p:pic>
        <p:nvPicPr>
          <p:cNvPr id="564" name="Google Shape;564;p115"/>
          <p:cNvPicPr preferRelativeResize="0"/>
          <p:nvPr/>
        </p:nvPicPr>
        <p:blipFill rotWithShape="1">
          <a:blip r:embed="rId17">
            <a:alphaModFix/>
          </a:blip>
          <a:srcRect b="0" l="0" r="0" t="0"/>
          <a:stretch/>
        </p:blipFill>
        <p:spPr>
          <a:xfrm>
            <a:off x="3483329" y="1871478"/>
            <a:ext cx="5884048" cy="3493010"/>
          </a:xfrm>
          <a:prstGeom prst="rect">
            <a:avLst/>
          </a:prstGeom>
          <a:noFill/>
          <a:ln>
            <a:noFill/>
          </a:ln>
        </p:spPr>
      </p:pic>
      <p:pic>
        <p:nvPicPr>
          <p:cNvPr id="565" name="Google Shape;565;p115"/>
          <p:cNvPicPr preferRelativeResize="0"/>
          <p:nvPr/>
        </p:nvPicPr>
        <p:blipFill rotWithShape="1">
          <a:blip r:embed="rId18">
            <a:alphaModFix/>
          </a:blip>
          <a:srcRect b="0" l="0" r="0" t="0"/>
          <a:stretch/>
        </p:blipFill>
        <p:spPr>
          <a:xfrm>
            <a:off x="6964764" y="5725937"/>
            <a:ext cx="86995" cy="123855"/>
          </a:xfrm>
          <a:prstGeom prst="rect">
            <a:avLst/>
          </a:prstGeom>
          <a:noFill/>
          <a:ln>
            <a:noFill/>
          </a:ln>
        </p:spPr>
      </p:pic>
      <p:grpSp>
        <p:nvGrpSpPr>
          <p:cNvPr id="566" name="Google Shape;566;p115"/>
          <p:cNvGrpSpPr/>
          <p:nvPr/>
        </p:nvGrpSpPr>
        <p:grpSpPr>
          <a:xfrm>
            <a:off x="3101666" y="5254332"/>
            <a:ext cx="259808" cy="152421"/>
            <a:chOff x="3101666" y="5254332"/>
            <a:chExt cx="259808" cy="152421"/>
          </a:xfrm>
        </p:grpSpPr>
        <p:sp>
          <p:nvSpPr>
            <p:cNvPr id="567" name="Google Shape;567;p115"/>
            <p:cNvSpPr/>
            <p:nvPr/>
          </p:nvSpPr>
          <p:spPr>
            <a:xfrm>
              <a:off x="3101666" y="5291247"/>
              <a:ext cx="41910" cy="114935"/>
            </a:xfrm>
            <a:custGeom>
              <a:rect b="b" l="l" r="r" t="t"/>
              <a:pathLst>
                <a:path extrusionOk="0" h="114935" w="41910">
                  <a:moveTo>
                    <a:pt x="41671" y="0"/>
                  </a:moveTo>
                  <a:lnTo>
                    <a:pt x="32146" y="0"/>
                  </a:lnTo>
                  <a:lnTo>
                    <a:pt x="29764" y="4762"/>
                  </a:lnTo>
                  <a:lnTo>
                    <a:pt x="26193" y="9525"/>
                  </a:lnTo>
                  <a:lnTo>
                    <a:pt x="20239" y="15477"/>
                  </a:lnTo>
                  <a:lnTo>
                    <a:pt x="14286" y="20239"/>
                  </a:lnTo>
                  <a:lnTo>
                    <a:pt x="7142" y="25002"/>
                  </a:lnTo>
                  <a:lnTo>
                    <a:pt x="0" y="28575"/>
                  </a:lnTo>
                  <a:lnTo>
                    <a:pt x="0" y="41671"/>
                  </a:lnTo>
                  <a:lnTo>
                    <a:pt x="3569" y="40481"/>
                  </a:lnTo>
                  <a:lnTo>
                    <a:pt x="8333" y="38100"/>
                  </a:lnTo>
                  <a:lnTo>
                    <a:pt x="14286" y="34527"/>
                  </a:lnTo>
                  <a:lnTo>
                    <a:pt x="19050" y="32146"/>
                  </a:lnTo>
                  <a:lnTo>
                    <a:pt x="23811" y="28575"/>
                  </a:lnTo>
                  <a:lnTo>
                    <a:pt x="27383" y="25002"/>
                  </a:lnTo>
                  <a:lnTo>
                    <a:pt x="27383" y="114315"/>
                  </a:lnTo>
                  <a:lnTo>
                    <a:pt x="41671" y="114315"/>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68" name="Google Shape;568;p115"/>
            <p:cNvPicPr preferRelativeResize="0"/>
            <p:nvPr/>
          </p:nvPicPr>
          <p:blipFill rotWithShape="1">
            <a:blip r:embed="rId19">
              <a:alphaModFix/>
            </a:blip>
            <a:srcRect b="0" l="0" r="0" t="0"/>
            <a:stretch/>
          </p:blipFill>
          <p:spPr>
            <a:xfrm>
              <a:off x="3179074" y="5291248"/>
              <a:ext cx="73819" cy="115505"/>
            </a:xfrm>
            <a:prstGeom prst="rect">
              <a:avLst/>
            </a:prstGeom>
            <a:noFill/>
            <a:ln>
              <a:noFill/>
            </a:ln>
          </p:spPr>
        </p:pic>
        <p:sp>
          <p:nvSpPr>
            <p:cNvPr id="569" name="Google Shape;569;p115"/>
            <p:cNvSpPr/>
            <p:nvPr/>
          </p:nvSpPr>
          <p:spPr>
            <a:xfrm>
              <a:off x="3271939" y="5254332"/>
              <a:ext cx="89535" cy="80010"/>
            </a:xfrm>
            <a:custGeom>
              <a:rect b="b" l="l" r="r" t="t"/>
              <a:pathLst>
                <a:path extrusionOk="0" h="80010" w="89535">
                  <a:moveTo>
                    <a:pt x="30962" y="46443"/>
                  </a:moveTo>
                  <a:lnTo>
                    <a:pt x="0" y="46443"/>
                  </a:lnTo>
                  <a:lnTo>
                    <a:pt x="0" y="55968"/>
                  </a:lnTo>
                  <a:lnTo>
                    <a:pt x="30962" y="55968"/>
                  </a:lnTo>
                  <a:lnTo>
                    <a:pt x="30962" y="46443"/>
                  </a:lnTo>
                  <a:close/>
                </a:path>
                <a:path extrusionOk="0" h="80010" w="89535">
                  <a:moveTo>
                    <a:pt x="89319" y="15468"/>
                  </a:moveTo>
                  <a:lnTo>
                    <a:pt x="86931" y="10706"/>
                  </a:lnTo>
                  <a:lnTo>
                    <a:pt x="83362" y="5943"/>
                  </a:lnTo>
                  <a:lnTo>
                    <a:pt x="78587" y="2374"/>
                  </a:lnTo>
                  <a:lnTo>
                    <a:pt x="72631" y="0"/>
                  </a:lnTo>
                  <a:lnTo>
                    <a:pt x="57150" y="0"/>
                  </a:lnTo>
                  <a:lnTo>
                    <a:pt x="51206" y="2374"/>
                  </a:lnTo>
                  <a:lnTo>
                    <a:pt x="46443" y="5943"/>
                  </a:lnTo>
                  <a:lnTo>
                    <a:pt x="42862" y="9525"/>
                  </a:lnTo>
                  <a:lnTo>
                    <a:pt x="39293" y="15468"/>
                  </a:lnTo>
                  <a:lnTo>
                    <a:pt x="39293" y="22618"/>
                  </a:lnTo>
                  <a:lnTo>
                    <a:pt x="48818" y="23812"/>
                  </a:lnTo>
                  <a:lnTo>
                    <a:pt x="48818" y="19050"/>
                  </a:lnTo>
                  <a:lnTo>
                    <a:pt x="50012" y="15468"/>
                  </a:lnTo>
                  <a:lnTo>
                    <a:pt x="55968" y="9525"/>
                  </a:lnTo>
                  <a:lnTo>
                    <a:pt x="59537" y="8331"/>
                  </a:lnTo>
                  <a:lnTo>
                    <a:pt x="69062" y="8331"/>
                  </a:lnTo>
                  <a:lnTo>
                    <a:pt x="72631" y="9525"/>
                  </a:lnTo>
                  <a:lnTo>
                    <a:pt x="75018" y="11899"/>
                  </a:lnTo>
                  <a:lnTo>
                    <a:pt x="78587" y="14287"/>
                  </a:lnTo>
                  <a:lnTo>
                    <a:pt x="79781" y="17856"/>
                  </a:lnTo>
                  <a:lnTo>
                    <a:pt x="79781" y="26187"/>
                  </a:lnTo>
                  <a:lnTo>
                    <a:pt x="78587" y="29756"/>
                  </a:lnTo>
                  <a:lnTo>
                    <a:pt x="75018" y="33337"/>
                  </a:lnTo>
                  <a:lnTo>
                    <a:pt x="71437" y="38112"/>
                  </a:lnTo>
                  <a:lnTo>
                    <a:pt x="66675" y="42875"/>
                  </a:lnTo>
                  <a:lnTo>
                    <a:pt x="57150" y="50012"/>
                  </a:lnTo>
                  <a:lnTo>
                    <a:pt x="41681" y="65493"/>
                  </a:lnTo>
                  <a:lnTo>
                    <a:pt x="39293" y="69062"/>
                  </a:lnTo>
                  <a:lnTo>
                    <a:pt x="38100" y="72644"/>
                  </a:lnTo>
                  <a:lnTo>
                    <a:pt x="38100" y="75018"/>
                  </a:lnTo>
                  <a:lnTo>
                    <a:pt x="36918" y="77406"/>
                  </a:lnTo>
                  <a:lnTo>
                    <a:pt x="36918" y="79781"/>
                  </a:lnTo>
                  <a:lnTo>
                    <a:pt x="89319" y="79781"/>
                  </a:lnTo>
                  <a:lnTo>
                    <a:pt x="89319" y="70256"/>
                  </a:lnTo>
                  <a:lnTo>
                    <a:pt x="51206" y="70256"/>
                  </a:lnTo>
                  <a:lnTo>
                    <a:pt x="52387" y="69062"/>
                  </a:lnTo>
                  <a:lnTo>
                    <a:pt x="53581" y="66687"/>
                  </a:lnTo>
                  <a:lnTo>
                    <a:pt x="54775" y="65493"/>
                  </a:lnTo>
                  <a:lnTo>
                    <a:pt x="55968" y="63119"/>
                  </a:lnTo>
                  <a:lnTo>
                    <a:pt x="60731" y="59537"/>
                  </a:lnTo>
                  <a:lnTo>
                    <a:pt x="66675" y="54775"/>
                  </a:lnTo>
                  <a:lnTo>
                    <a:pt x="72631" y="48831"/>
                  </a:lnTo>
                  <a:lnTo>
                    <a:pt x="78587" y="44069"/>
                  </a:lnTo>
                  <a:lnTo>
                    <a:pt x="84556" y="38112"/>
                  </a:lnTo>
                  <a:lnTo>
                    <a:pt x="85750" y="34518"/>
                  </a:lnTo>
                  <a:lnTo>
                    <a:pt x="88125" y="30949"/>
                  </a:lnTo>
                  <a:lnTo>
                    <a:pt x="89319" y="28575"/>
                  </a:lnTo>
                  <a:lnTo>
                    <a:pt x="89319" y="15468"/>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0" name="Google Shape;570;p115"/>
          <p:cNvGrpSpPr/>
          <p:nvPr/>
        </p:nvGrpSpPr>
        <p:grpSpPr>
          <a:xfrm>
            <a:off x="3101666" y="4906568"/>
            <a:ext cx="245838" cy="152443"/>
            <a:chOff x="3101666" y="4906568"/>
            <a:chExt cx="245838" cy="152443"/>
          </a:xfrm>
        </p:grpSpPr>
        <p:sp>
          <p:nvSpPr>
            <p:cNvPr id="571" name="Google Shape;571;p115"/>
            <p:cNvSpPr/>
            <p:nvPr/>
          </p:nvSpPr>
          <p:spPr>
            <a:xfrm>
              <a:off x="3101666" y="4943490"/>
              <a:ext cx="41910" cy="114935"/>
            </a:xfrm>
            <a:custGeom>
              <a:rect b="b" l="l" r="r" t="t"/>
              <a:pathLst>
                <a:path extrusionOk="0" h="114935" w="41910">
                  <a:moveTo>
                    <a:pt x="41671" y="0"/>
                  </a:moveTo>
                  <a:lnTo>
                    <a:pt x="32146" y="0"/>
                  </a:lnTo>
                  <a:lnTo>
                    <a:pt x="29764" y="4761"/>
                  </a:lnTo>
                  <a:lnTo>
                    <a:pt x="26193" y="9523"/>
                  </a:lnTo>
                  <a:lnTo>
                    <a:pt x="20239" y="15477"/>
                  </a:lnTo>
                  <a:lnTo>
                    <a:pt x="14286" y="20239"/>
                  </a:lnTo>
                  <a:lnTo>
                    <a:pt x="7142" y="25002"/>
                  </a:lnTo>
                  <a:lnTo>
                    <a:pt x="0" y="28573"/>
                  </a:lnTo>
                  <a:lnTo>
                    <a:pt x="0" y="41686"/>
                  </a:lnTo>
                  <a:lnTo>
                    <a:pt x="3569" y="40479"/>
                  </a:lnTo>
                  <a:lnTo>
                    <a:pt x="8333" y="38098"/>
                  </a:lnTo>
                  <a:lnTo>
                    <a:pt x="14286" y="34527"/>
                  </a:lnTo>
                  <a:lnTo>
                    <a:pt x="19050" y="32144"/>
                  </a:lnTo>
                  <a:lnTo>
                    <a:pt x="23811" y="28573"/>
                  </a:lnTo>
                  <a:lnTo>
                    <a:pt x="27383" y="25002"/>
                  </a:lnTo>
                  <a:lnTo>
                    <a:pt x="27383" y="114330"/>
                  </a:lnTo>
                  <a:lnTo>
                    <a:pt x="41671" y="114330"/>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72" name="Google Shape;572;p115"/>
            <p:cNvPicPr preferRelativeResize="0"/>
            <p:nvPr/>
          </p:nvPicPr>
          <p:blipFill rotWithShape="1">
            <a:blip r:embed="rId20">
              <a:alphaModFix/>
            </a:blip>
            <a:srcRect b="0" l="0" r="0" t="0"/>
            <a:stretch/>
          </p:blipFill>
          <p:spPr>
            <a:xfrm>
              <a:off x="3179074" y="4943490"/>
              <a:ext cx="73819" cy="115521"/>
            </a:xfrm>
            <a:prstGeom prst="rect">
              <a:avLst/>
            </a:prstGeom>
            <a:noFill/>
            <a:ln>
              <a:noFill/>
            </a:ln>
          </p:spPr>
        </p:pic>
        <p:sp>
          <p:nvSpPr>
            <p:cNvPr id="573" name="Google Shape;573;p115"/>
            <p:cNvSpPr/>
            <p:nvPr/>
          </p:nvSpPr>
          <p:spPr>
            <a:xfrm>
              <a:off x="3271939" y="4906568"/>
              <a:ext cx="75565" cy="80010"/>
            </a:xfrm>
            <a:custGeom>
              <a:rect b="b" l="l" r="r" t="t"/>
              <a:pathLst>
                <a:path extrusionOk="0" h="80010" w="75564">
                  <a:moveTo>
                    <a:pt x="30962" y="46456"/>
                  </a:moveTo>
                  <a:lnTo>
                    <a:pt x="0" y="46456"/>
                  </a:lnTo>
                  <a:lnTo>
                    <a:pt x="0" y="55981"/>
                  </a:lnTo>
                  <a:lnTo>
                    <a:pt x="30962" y="55981"/>
                  </a:lnTo>
                  <a:lnTo>
                    <a:pt x="30962" y="46456"/>
                  </a:lnTo>
                  <a:close/>
                </a:path>
                <a:path extrusionOk="0" h="80010" w="75564">
                  <a:moveTo>
                    <a:pt x="75018" y="0"/>
                  </a:moveTo>
                  <a:lnTo>
                    <a:pt x="69075" y="0"/>
                  </a:lnTo>
                  <a:lnTo>
                    <a:pt x="64312" y="7150"/>
                  </a:lnTo>
                  <a:lnTo>
                    <a:pt x="60744" y="10718"/>
                  </a:lnTo>
                  <a:lnTo>
                    <a:pt x="51219" y="17881"/>
                  </a:lnTo>
                  <a:lnTo>
                    <a:pt x="46443" y="20256"/>
                  </a:lnTo>
                  <a:lnTo>
                    <a:pt x="46443" y="29781"/>
                  </a:lnTo>
                  <a:lnTo>
                    <a:pt x="48818" y="28587"/>
                  </a:lnTo>
                  <a:lnTo>
                    <a:pt x="55968" y="23825"/>
                  </a:lnTo>
                  <a:lnTo>
                    <a:pt x="59537" y="22644"/>
                  </a:lnTo>
                  <a:lnTo>
                    <a:pt x="63119" y="20256"/>
                  </a:lnTo>
                  <a:lnTo>
                    <a:pt x="65493" y="17881"/>
                  </a:lnTo>
                  <a:lnTo>
                    <a:pt x="65493" y="79806"/>
                  </a:lnTo>
                  <a:lnTo>
                    <a:pt x="75018" y="79806"/>
                  </a:lnTo>
                  <a:lnTo>
                    <a:pt x="7501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4" name="Google Shape;574;p115"/>
          <p:cNvGrpSpPr/>
          <p:nvPr/>
        </p:nvGrpSpPr>
        <p:grpSpPr>
          <a:xfrm>
            <a:off x="3132622" y="4558766"/>
            <a:ext cx="224102" cy="152487"/>
            <a:chOff x="3132622" y="4558766"/>
            <a:chExt cx="224102" cy="152487"/>
          </a:xfrm>
        </p:grpSpPr>
        <p:sp>
          <p:nvSpPr>
            <p:cNvPr id="575" name="Google Shape;575;p115"/>
            <p:cNvSpPr/>
            <p:nvPr/>
          </p:nvSpPr>
          <p:spPr>
            <a:xfrm>
              <a:off x="3132622" y="4595732"/>
              <a:ext cx="41910" cy="114935"/>
            </a:xfrm>
            <a:custGeom>
              <a:rect b="b" l="l" r="r" t="t"/>
              <a:pathLst>
                <a:path extrusionOk="0" h="114935" w="41910">
                  <a:moveTo>
                    <a:pt x="41687" y="0"/>
                  </a:moveTo>
                  <a:lnTo>
                    <a:pt x="33337" y="0"/>
                  </a:lnTo>
                  <a:lnTo>
                    <a:pt x="30954" y="4762"/>
                  </a:lnTo>
                  <a:lnTo>
                    <a:pt x="15477" y="20239"/>
                  </a:lnTo>
                  <a:lnTo>
                    <a:pt x="8333" y="25019"/>
                  </a:lnTo>
                  <a:lnTo>
                    <a:pt x="0" y="28590"/>
                  </a:lnTo>
                  <a:lnTo>
                    <a:pt x="0" y="41687"/>
                  </a:lnTo>
                  <a:lnTo>
                    <a:pt x="4761" y="40497"/>
                  </a:lnTo>
                  <a:lnTo>
                    <a:pt x="9525" y="38115"/>
                  </a:lnTo>
                  <a:lnTo>
                    <a:pt x="15477" y="34544"/>
                  </a:lnTo>
                  <a:lnTo>
                    <a:pt x="20239" y="32162"/>
                  </a:lnTo>
                  <a:lnTo>
                    <a:pt x="25002" y="28590"/>
                  </a:lnTo>
                  <a:lnTo>
                    <a:pt x="28575" y="25019"/>
                  </a:lnTo>
                  <a:lnTo>
                    <a:pt x="28575" y="114331"/>
                  </a:lnTo>
                  <a:lnTo>
                    <a:pt x="41687" y="114331"/>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76" name="Google Shape;576;p115"/>
            <p:cNvPicPr preferRelativeResize="0"/>
            <p:nvPr/>
          </p:nvPicPr>
          <p:blipFill rotWithShape="1">
            <a:blip r:embed="rId21">
              <a:alphaModFix/>
            </a:blip>
            <a:srcRect b="0" l="0" r="0" t="0"/>
            <a:stretch/>
          </p:blipFill>
          <p:spPr>
            <a:xfrm>
              <a:off x="3210030" y="4595732"/>
              <a:ext cx="75025" cy="115521"/>
            </a:xfrm>
            <a:prstGeom prst="rect">
              <a:avLst/>
            </a:prstGeom>
            <a:noFill/>
            <a:ln>
              <a:noFill/>
            </a:ln>
          </p:spPr>
        </p:pic>
        <p:sp>
          <p:nvSpPr>
            <p:cNvPr id="577" name="Google Shape;577;p115"/>
            <p:cNvSpPr/>
            <p:nvPr/>
          </p:nvSpPr>
          <p:spPr>
            <a:xfrm>
              <a:off x="3305289" y="4558766"/>
              <a:ext cx="51435" cy="81280"/>
            </a:xfrm>
            <a:custGeom>
              <a:rect b="b" l="l" r="r" t="t"/>
              <a:pathLst>
                <a:path extrusionOk="0" h="81279" w="51435">
                  <a:moveTo>
                    <a:pt x="51219" y="26187"/>
                  </a:moveTo>
                  <a:lnTo>
                    <a:pt x="41681" y="5956"/>
                  </a:lnTo>
                  <a:lnTo>
                    <a:pt x="41681" y="40538"/>
                  </a:lnTo>
                  <a:lnTo>
                    <a:pt x="41427" y="49491"/>
                  </a:lnTo>
                  <a:lnTo>
                    <a:pt x="29768" y="72707"/>
                  </a:lnTo>
                  <a:lnTo>
                    <a:pt x="21437" y="72707"/>
                  </a:lnTo>
                  <a:lnTo>
                    <a:pt x="17856" y="71513"/>
                  </a:lnTo>
                  <a:lnTo>
                    <a:pt x="9525" y="40538"/>
                  </a:lnTo>
                  <a:lnTo>
                    <a:pt x="9956" y="31597"/>
                  </a:lnTo>
                  <a:lnTo>
                    <a:pt x="21437" y="8407"/>
                  </a:lnTo>
                  <a:lnTo>
                    <a:pt x="29768" y="8407"/>
                  </a:lnTo>
                  <a:lnTo>
                    <a:pt x="41681" y="40538"/>
                  </a:lnTo>
                  <a:lnTo>
                    <a:pt x="41681" y="5956"/>
                  </a:lnTo>
                  <a:lnTo>
                    <a:pt x="40487" y="4762"/>
                  </a:lnTo>
                  <a:lnTo>
                    <a:pt x="36918" y="2374"/>
                  </a:lnTo>
                  <a:lnTo>
                    <a:pt x="29768" y="0"/>
                  </a:lnTo>
                  <a:lnTo>
                    <a:pt x="20243" y="0"/>
                  </a:lnTo>
                  <a:lnTo>
                    <a:pt x="15481" y="1270"/>
                  </a:lnTo>
                  <a:lnTo>
                    <a:pt x="11912" y="4762"/>
                  </a:lnTo>
                  <a:lnTo>
                    <a:pt x="7150" y="7137"/>
                  </a:lnTo>
                  <a:lnTo>
                    <a:pt x="4762" y="11899"/>
                  </a:lnTo>
                  <a:lnTo>
                    <a:pt x="2387" y="17932"/>
                  </a:lnTo>
                  <a:lnTo>
                    <a:pt x="1193" y="23812"/>
                  </a:lnTo>
                  <a:lnTo>
                    <a:pt x="0" y="31013"/>
                  </a:lnTo>
                  <a:lnTo>
                    <a:pt x="0" y="40538"/>
                  </a:lnTo>
                  <a:lnTo>
                    <a:pt x="11912" y="78663"/>
                  </a:lnTo>
                  <a:lnTo>
                    <a:pt x="17856" y="81038"/>
                  </a:lnTo>
                  <a:lnTo>
                    <a:pt x="32156" y="81038"/>
                  </a:lnTo>
                  <a:lnTo>
                    <a:pt x="36918" y="79844"/>
                  </a:lnTo>
                  <a:lnTo>
                    <a:pt x="40487" y="76276"/>
                  </a:lnTo>
                  <a:lnTo>
                    <a:pt x="44056" y="73901"/>
                  </a:lnTo>
                  <a:lnTo>
                    <a:pt x="44653" y="72707"/>
                  </a:lnTo>
                  <a:lnTo>
                    <a:pt x="46443" y="69138"/>
                  </a:lnTo>
                  <a:lnTo>
                    <a:pt x="51219" y="57213"/>
                  </a:lnTo>
                  <a:lnTo>
                    <a:pt x="51219" y="261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8" name="Google Shape;578;p115"/>
          <p:cNvGrpSpPr/>
          <p:nvPr/>
        </p:nvGrpSpPr>
        <p:grpSpPr>
          <a:xfrm>
            <a:off x="3132622" y="4211096"/>
            <a:ext cx="209664" cy="152400"/>
            <a:chOff x="3132622" y="4211096"/>
            <a:chExt cx="209664" cy="152400"/>
          </a:xfrm>
        </p:grpSpPr>
        <p:sp>
          <p:nvSpPr>
            <p:cNvPr id="579" name="Google Shape;579;p115"/>
            <p:cNvSpPr/>
            <p:nvPr/>
          </p:nvSpPr>
          <p:spPr>
            <a:xfrm>
              <a:off x="3132622" y="4247926"/>
              <a:ext cx="41910" cy="114935"/>
            </a:xfrm>
            <a:custGeom>
              <a:rect b="b" l="l" r="r" t="t"/>
              <a:pathLst>
                <a:path extrusionOk="0" h="114935" w="41910">
                  <a:moveTo>
                    <a:pt x="41687" y="0"/>
                  </a:moveTo>
                  <a:lnTo>
                    <a:pt x="33337" y="0"/>
                  </a:lnTo>
                  <a:lnTo>
                    <a:pt x="30954" y="4762"/>
                  </a:lnTo>
                  <a:lnTo>
                    <a:pt x="15477" y="20320"/>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458"/>
                  </a:lnTo>
                  <a:lnTo>
                    <a:pt x="41687" y="114458"/>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0" name="Google Shape;580;p115"/>
            <p:cNvPicPr preferRelativeResize="0"/>
            <p:nvPr/>
          </p:nvPicPr>
          <p:blipFill rotWithShape="1">
            <a:blip r:embed="rId22">
              <a:alphaModFix/>
            </a:blip>
            <a:srcRect b="0" l="0" r="0" t="0"/>
            <a:stretch/>
          </p:blipFill>
          <p:spPr>
            <a:xfrm>
              <a:off x="3210030" y="4247926"/>
              <a:ext cx="75025" cy="115570"/>
            </a:xfrm>
            <a:prstGeom prst="rect">
              <a:avLst/>
            </a:prstGeom>
            <a:noFill/>
            <a:ln>
              <a:noFill/>
            </a:ln>
          </p:spPr>
        </p:pic>
        <p:sp>
          <p:nvSpPr>
            <p:cNvPr id="581" name="Google Shape;581;p115"/>
            <p:cNvSpPr/>
            <p:nvPr/>
          </p:nvSpPr>
          <p:spPr>
            <a:xfrm>
              <a:off x="3312441" y="4211096"/>
              <a:ext cx="29845" cy="80010"/>
            </a:xfrm>
            <a:custGeom>
              <a:rect b="b" l="l" r="r" t="t"/>
              <a:pathLst>
                <a:path extrusionOk="0" h="80010" w="29845">
                  <a:moveTo>
                    <a:pt x="29766" y="0"/>
                  </a:moveTo>
                  <a:lnTo>
                    <a:pt x="23812" y="0"/>
                  </a:lnTo>
                  <a:lnTo>
                    <a:pt x="19050" y="7143"/>
                  </a:lnTo>
                  <a:lnTo>
                    <a:pt x="14287" y="10636"/>
                  </a:lnTo>
                  <a:lnTo>
                    <a:pt x="10714" y="14287"/>
                  </a:lnTo>
                  <a:lnTo>
                    <a:pt x="5952" y="16668"/>
                  </a:lnTo>
                  <a:lnTo>
                    <a:pt x="0" y="20161"/>
                  </a:lnTo>
                  <a:lnTo>
                    <a:pt x="0" y="29686"/>
                  </a:lnTo>
                  <a:lnTo>
                    <a:pt x="3571" y="28575"/>
                  </a:lnTo>
                  <a:lnTo>
                    <a:pt x="14287" y="21431"/>
                  </a:lnTo>
                  <a:lnTo>
                    <a:pt x="17858" y="20161"/>
                  </a:lnTo>
                  <a:lnTo>
                    <a:pt x="20241" y="17779"/>
                  </a:lnTo>
                  <a:lnTo>
                    <a:pt x="20241" y="79692"/>
                  </a:lnTo>
                  <a:lnTo>
                    <a:pt x="29766" y="79692"/>
                  </a:lnTo>
                  <a:lnTo>
                    <a:pt x="29766"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2" name="Google Shape;582;p115"/>
          <p:cNvGrpSpPr/>
          <p:nvPr/>
        </p:nvGrpSpPr>
        <p:grpSpPr>
          <a:xfrm>
            <a:off x="3132622" y="3863276"/>
            <a:ext cx="224191" cy="152399"/>
            <a:chOff x="3132622" y="3863276"/>
            <a:chExt cx="224191" cy="152399"/>
          </a:xfrm>
        </p:grpSpPr>
        <p:sp>
          <p:nvSpPr>
            <p:cNvPr id="583" name="Google Shape;583;p115"/>
            <p:cNvSpPr/>
            <p:nvPr/>
          </p:nvSpPr>
          <p:spPr>
            <a:xfrm>
              <a:off x="3132622" y="3900265"/>
              <a:ext cx="41910" cy="114300"/>
            </a:xfrm>
            <a:custGeom>
              <a:rect b="b" l="l" r="r" t="t"/>
              <a:pathLst>
                <a:path extrusionOk="0" h="114300" w="41910">
                  <a:moveTo>
                    <a:pt x="41687" y="0"/>
                  </a:moveTo>
                  <a:lnTo>
                    <a:pt x="33337" y="0"/>
                  </a:lnTo>
                  <a:lnTo>
                    <a:pt x="30954" y="4761"/>
                  </a:lnTo>
                  <a:lnTo>
                    <a:pt x="15477" y="20161"/>
                  </a:lnTo>
                  <a:lnTo>
                    <a:pt x="8333" y="24922"/>
                  </a:lnTo>
                  <a:lnTo>
                    <a:pt x="0" y="28575"/>
                  </a:lnTo>
                  <a:lnTo>
                    <a:pt x="0" y="41591"/>
                  </a:lnTo>
                  <a:lnTo>
                    <a:pt x="4761" y="40481"/>
                  </a:lnTo>
                  <a:lnTo>
                    <a:pt x="9525" y="38100"/>
                  </a:lnTo>
                  <a:lnTo>
                    <a:pt x="15477" y="34447"/>
                  </a:lnTo>
                  <a:lnTo>
                    <a:pt x="20239" y="30956"/>
                  </a:lnTo>
                  <a:lnTo>
                    <a:pt x="25002" y="28575"/>
                  </a:lnTo>
                  <a:lnTo>
                    <a:pt x="28575" y="2492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4" name="Google Shape;584;p115"/>
            <p:cNvPicPr preferRelativeResize="0"/>
            <p:nvPr/>
          </p:nvPicPr>
          <p:blipFill rotWithShape="1">
            <a:blip r:embed="rId23">
              <a:alphaModFix/>
            </a:blip>
            <a:srcRect b="0" l="0" r="0" t="0"/>
            <a:stretch/>
          </p:blipFill>
          <p:spPr>
            <a:xfrm>
              <a:off x="3210030" y="3900265"/>
              <a:ext cx="75025" cy="115410"/>
            </a:xfrm>
            <a:prstGeom prst="rect">
              <a:avLst/>
            </a:prstGeom>
            <a:noFill/>
            <a:ln>
              <a:noFill/>
            </a:ln>
          </p:spPr>
        </p:pic>
        <p:sp>
          <p:nvSpPr>
            <p:cNvPr id="585" name="Google Shape;585;p115"/>
            <p:cNvSpPr/>
            <p:nvPr/>
          </p:nvSpPr>
          <p:spPr>
            <a:xfrm>
              <a:off x="3304108" y="3863276"/>
              <a:ext cx="52705" cy="80010"/>
            </a:xfrm>
            <a:custGeom>
              <a:rect b="b" l="l" r="r" t="t"/>
              <a:pathLst>
                <a:path extrusionOk="0" h="80010" w="52704">
                  <a:moveTo>
                    <a:pt x="34528" y="0"/>
                  </a:moveTo>
                  <a:lnTo>
                    <a:pt x="20241" y="0"/>
                  </a:lnTo>
                  <a:lnTo>
                    <a:pt x="14287" y="1268"/>
                  </a:lnTo>
                  <a:lnTo>
                    <a:pt x="9525" y="6031"/>
                  </a:lnTo>
                  <a:lnTo>
                    <a:pt x="4761" y="9523"/>
                  </a:lnTo>
                  <a:lnTo>
                    <a:pt x="2381" y="15556"/>
                  </a:lnTo>
                  <a:lnTo>
                    <a:pt x="1189" y="22699"/>
                  </a:lnTo>
                  <a:lnTo>
                    <a:pt x="11906" y="23811"/>
                  </a:lnTo>
                  <a:lnTo>
                    <a:pt x="11906" y="19048"/>
                  </a:lnTo>
                  <a:lnTo>
                    <a:pt x="13097" y="15556"/>
                  </a:lnTo>
                  <a:lnTo>
                    <a:pt x="15477" y="11904"/>
                  </a:lnTo>
                  <a:lnTo>
                    <a:pt x="19050" y="9523"/>
                  </a:lnTo>
                  <a:lnTo>
                    <a:pt x="22622" y="8412"/>
                  </a:lnTo>
                  <a:lnTo>
                    <a:pt x="32147" y="8412"/>
                  </a:lnTo>
                  <a:lnTo>
                    <a:pt x="35718" y="9523"/>
                  </a:lnTo>
                  <a:lnTo>
                    <a:pt x="40482" y="14286"/>
                  </a:lnTo>
                  <a:lnTo>
                    <a:pt x="41672" y="17937"/>
                  </a:lnTo>
                  <a:lnTo>
                    <a:pt x="41672" y="25081"/>
                  </a:lnTo>
                  <a:lnTo>
                    <a:pt x="40482" y="29843"/>
                  </a:lnTo>
                  <a:lnTo>
                    <a:pt x="38100" y="33336"/>
                  </a:lnTo>
                  <a:lnTo>
                    <a:pt x="34528" y="38098"/>
                  </a:lnTo>
                  <a:lnTo>
                    <a:pt x="28575" y="42861"/>
                  </a:lnTo>
                  <a:lnTo>
                    <a:pt x="20241" y="50004"/>
                  </a:lnTo>
                  <a:lnTo>
                    <a:pt x="14287" y="54767"/>
                  </a:lnTo>
                  <a:lnTo>
                    <a:pt x="7142" y="61911"/>
                  </a:lnTo>
                  <a:lnTo>
                    <a:pt x="2381" y="69054"/>
                  </a:lnTo>
                  <a:lnTo>
                    <a:pt x="1189" y="72706"/>
                  </a:lnTo>
                  <a:lnTo>
                    <a:pt x="0" y="75087"/>
                  </a:lnTo>
                  <a:lnTo>
                    <a:pt x="0" y="79849"/>
                  </a:lnTo>
                  <a:lnTo>
                    <a:pt x="52404" y="79849"/>
                  </a:lnTo>
                  <a:lnTo>
                    <a:pt x="52404" y="70324"/>
                  </a:lnTo>
                  <a:lnTo>
                    <a:pt x="13097" y="70324"/>
                  </a:lnTo>
                  <a:lnTo>
                    <a:pt x="14287" y="69054"/>
                  </a:lnTo>
                  <a:lnTo>
                    <a:pt x="15477" y="66673"/>
                  </a:lnTo>
                  <a:lnTo>
                    <a:pt x="17858" y="65562"/>
                  </a:lnTo>
                  <a:lnTo>
                    <a:pt x="19050" y="63181"/>
                  </a:lnTo>
                  <a:lnTo>
                    <a:pt x="22622" y="59529"/>
                  </a:lnTo>
                  <a:lnTo>
                    <a:pt x="35718" y="48893"/>
                  </a:lnTo>
                  <a:lnTo>
                    <a:pt x="46435" y="38098"/>
                  </a:lnTo>
                  <a:lnTo>
                    <a:pt x="48816" y="34606"/>
                  </a:lnTo>
                  <a:lnTo>
                    <a:pt x="50024" y="30954"/>
                  </a:lnTo>
                  <a:lnTo>
                    <a:pt x="51214" y="28573"/>
                  </a:lnTo>
                  <a:lnTo>
                    <a:pt x="52404" y="25081"/>
                  </a:lnTo>
                  <a:lnTo>
                    <a:pt x="52404" y="15556"/>
                  </a:lnTo>
                  <a:lnTo>
                    <a:pt x="50024" y="10793"/>
                  </a:lnTo>
                  <a:lnTo>
                    <a:pt x="41672" y="2379"/>
                  </a:lnTo>
                  <a:lnTo>
                    <a:pt x="3452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6" name="Google Shape;586;p115"/>
          <p:cNvGrpSpPr/>
          <p:nvPr/>
        </p:nvGrpSpPr>
        <p:grpSpPr>
          <a:xfrm>
            <a:off x="3132622" y="3515614"/>
            <a:ext cx="225381" cy="152399"/>
            <a:chOff x="3132622" y="3515614"/>
            <a:chExt cx="225381" cy="152399"/>
          </a:xfrm>
        </p:grpSpPr>
        <p:sp>
          <p:nvSpPr>
            <p:cNvPr id="587" name="Google Shape;587;p115"/>
            <p:cNvSpPr/>
            <p:nvPr/>
          </p:nvSpPr>
          <p:spPr>
            <a:xfrm>
              <a:off x="3132622" y="3552444"/>
              <a:ext cx="41910" cy="114300"/>
            </a:xfrm>
            <a:custGeom>
              <a:rect b="b" l="l" r="r" t="t"/>
              <a:pathLst>
                <a:path extrusionOk="0" h="114300" w="41910">
                  <a:moveTo>
                    <a:pt x="41687" y="0"/>
                  </a:moveTo>
                  <a:lnTo>
                    <a:pt x="33337" y="0"/>
                  </a:lnTo>
                  <a:lnTo>
                    <a:pt x="30954" y="4762"/>
                  </a:lnTo>
                  <a:lnTo>
                    <a:pt x="15477" y="20319"/>
                  </a:lnTo>
                  <a:lnTo>
                    <a:pt x="8333" y="25082"/>
                  </a:lnTo>
                  <a:lnTo>
                    <a:pt x="0" y="28575"/>
                  </a:lnTo>
                  <a:lnTo>
                    <a:pt x="0" y="41751"/>
                  </a:lnTo>
                  <a:lnTo>
                    <a:pt x="4761" y="40481"/>
                  </a:lnTo>
                  <a:lnTo>
                    <a:pt x="9525" y="38100"/>
                  </a:lnTo>
                  <a:lnTo>
                    <a:pt x="15477" y="34607"/>
                  </a:lnTo>
                  <a:lnTo>
                    <a:pt x="20239" y="30956"/>
                  </a:lnTo>
                  <a:lnTo>
                    <a:pt x="25002" y="28575"/>
                  </a:lnTo>
                  <a:lnTo>
                    <a:pt x="28575" y="25082"/>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8" name="Google Shape;588;p115"/>
            <p:cNvPicPr preferRelativeResize="0"/>
            <p:nvPr/>
          </p:nvPicPr>
          <p:blipFill rotWithShape="1">
            <a:blip r:embed="rId24">
              <a:alphaModFix/>
            </a:blip>
            <a:srcRect b="0" l="0" r="0" t="0"/>
            <a:stretch/>
          </p:blipFill>
          <p:spPr>
            <a:xfrm>
              <a:off x="3210030" y="3552444"/>
              <a:ext cx="75025" cy="115569"/>
            </a:xfrm>
            <a:prstGeom prst="rect">
              <a:avLst/>
            </a:prstGeom>
            <a:noFill/>
            <a:ln>
              <a:noFill/>
            </a:ln>
          </p:spPr>
        </p:pic>
        <p:sp>
          <p:nvSpPr>
            <p:cNvPr id="589" name="Google Shape;589;p115"/>
            <p:cNvSpPr/>
            <p:nvPr/>
          </p:nvSpPr>
          <p:spPr>
            <a:xfrm>
              <a:off x="3305298" y="3515614"/>
              <a:ext cx="52705" cy="81280"/>
            </a:xfrm>
            <a:custGeom>
              <a:rect b="b" l="l" r="r" t="t"/>
              <a:pathLst>
                <a:path extrusionOk="0" h="81279" w="52704">
                  <a:moveTo>
                    <a:pt x="28575" y="0"/>
                  </a:moveTo>
                  <a:lnTo>
                    <a:pt x="19050" y="0"/>
                  </a:lnTo>
                  <a:lnTo>
                    <a:pt x="13097" y="1111"/>
                  </a:lnTo>
                  <a:lnTo>
                    <a:pt x="9525" y="4761"/>
                  </a:lnTo>
                  <a:lnTo>
                    <a:pt x="4762" y="8255"/>
                  </a:lnTo>
                  <a:lnTo>
                    <a:pt x="2381" y="14287"/>
                  </a:lnTo>
                  <a:lnTo>
                    <a:pt x="1189" y="20161"/>
                  </a:lnTo>
                  <a:lnTo>
                    <a:pt x="10714" y="22542"/>
                  </a:lnTo>
                  <a:lnTo>
                    <a:pt x="11906" y="17780"/>
                  </a:lnTo>
                  <a:lnTo>
                    <a:pt x="13097" y="14287"/>
                  </a:lnTo>
                  <a:lnTo>
                    <a:pt x="17858" y="9525"/>
                  </a:lnTo>
                  <a:lnTo>
                    <a:pt x="21431" y="8255"/>
                  </a:lnTo>
                  <a:lnTo>
                    <a:pt x="28575" y="8255"/>
                  </a:lnTo>
                  <a:lnTo>
                    <a:pt x="32147" y="9525"/>
                  </a:lnTo>
                  <a:lnTo>
                    <a:pt x="36910" y="14287"/>
                  </a:lnTo>
                  <a:lnTo>
                    <a:pt x="38100" y="16667"/>
                  </a:lnTo>
                  <a:lnTo>
                    <a:pt x="38100" y="24922"/>
                  </a:lnTo>
                  <a:lnTo>
                    <a:pt x="36910" y="28575"/>
                  </a:lnTo>
                  <a:lnTo>
                    <a:pt x="33338" y="29686"/>
                  </a:lnTo>
                  <a:lnTo>
                    <a:pt x="29766" y="32067"/>
                  </a:lnTo>
                  <a:lnTo>
                    <a:pt x="26195" y="33337"/>
                  </a:lnTo>
                  <a:lnTo>
                    <a:pt x="20241" y="33337"/>
                  </a:lnTo>
                  <a:lnTo>
                    <a:pt x="19050" y="41592"/>
                  </a:lnTo>
                  <a:lnTo>
                    <a:pt x="21431" y="41592"/>
                  </a:lnTo>
                  <a:lnTo>
                    <a:pt x="23812" y="40481"/>
                  </a:lnTo>
                  <a:lnTo>
                    <a:pt x="30956" y="40481"/>
                  </a:lnTo>
                  <a:lnTo>
                    <a:pt x="34528" y="42862"/>
                  </a:lnTo>
                  <a:lnTo>
                    <a:pt x="36910" y="45243"/>
                  </a:lnTo>
                  <a:lnTo>
                    <a:pt x="40482" y="47625"/>
                  </a:lnTo>
                  <a:lnTo>
                    <a:pt x="41672" y="52387"/>
                  </a:lnTo>
                  <a:lnTo>
                    <a:pt x="41672" y="60642"/>
                  </a:lnTo>
                  <a:lnTo>
                    <a:pt x="40482" y="65405"/>
                  </a:lnTo>
                  <a:lnTo>
                    <a:pt x="36910" y="67786"/>
                  </a:lnTo>
                  <a:lnTo>
                    <a:pt x="33338" y="71437"/>
                  </a:lnTo>
                  <a:lnTo>
                    <a:pt x="29766" y="72548"/>
                  </a:lnTo>
                  <a:lnTo>
                    <a:pt x="21431" y="72548"/>
                  </a:lnTo>
                  <a:lnTo>
                    <a:pt x="17858" y="71437"/>
                  </a:lnTo>
                  <a:lnTo>
                    <a:pt x="13097" y="66675"/>
                  </a:lnTo>
                  <a:lnTo>
                    <a:pt x="10714" y="63023"/>
                  </a:lnTo>
                  <a:lnTo>
                    <a:pt x="9525" y="57150"/>
                  </a:lnTo>
                  <a:lnTo>
                    <a:pt x="0" y="58261"/>
                  </a:lnTo>
                  <a:lnTo>
                    <a:pt x="0" y="65405"/>
                  </a:lnTo>
                  <a:lnTo>
                    <a:pt x="3571" y="70167"/>
                  </a:lnTo>
                  <a:lnTo>
                    <a:pt x="11906" y="78581"/>
                  </a:lnTo>
                  <a:lnTo>
                    <a:pt x="17858" y="80962"/>
                  </a:lnTo>
                  <a:lnTo>
                    <a:pt x="33338" y="80962"/>
                  </a:lnTo>
                  <a:lnTo>
                    <a:pt x="39291" y="78581"/>
                  </a:lnTo>
                  <a:lnTo>
                    <a:pt x="44055" y="73818"/>
                  </a:lnTo>
                  <a:lnTo>
                    <a:pt x="50024" y="69056"/>
                  </a:lnTo>
                  <a:lnTo>
                    <a:pt x="52405" y="63023"/>
                  </a:lnTo>
                  <a:lnTo>
                    <a:pt x="52405" y="51117"/>
                  </a:lnTo>
                  <a:lnTo>
                    <a:pt x="51214" y="46355"/>
                  </a:lnTo>
                  <a:lnTo>
                    <a:pt x="45245" y="40481"/>
                  </a:lnTo>
                  <a:lnTo>
                    <a:pt x="41672" y="38100"/>
                  </a:lnTo>
                  <a:lnTo>
                    <a:pt x="36910" y="36830"/>
                  </a:lnTo>
                  <a:lnTo>
                    <a:pt x="44055" y="32067"/>
                  </a:lnTo>
                  <a:lnTo>
                    <a:pt x="45245" y="29686"/>
                  </a:lnTo>
                  <a:lnTo>
                    <a:pt x="47626" y="27305"/>
                  </a:lnTo>
                  <a:lnTo>
                    <a:pt x="47626" y="13017"/>
                  </a:lnTo>
                  <a:lnTo>
                    <a:pt x="45245" y="10636"/>
                  </a:lnTo>
                  <a:lnTo>
                    <a:pt x="42863" y="7142"/>
                  </a:lnTo>
                  <a:lnTo>
                    <a:pt x="40482" y="4761"/>
                  </a:lnTo>
                  <a:lnTo>
                    <a:pt x="36910" y="2381"/>
                  </a:lnTo>
                  <a:lnTo>
                    <a:pt x="33338" y="1111"/>
                  </a:lnTo>
                  <a:lnTo>
                    <a:pt x="28575"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90" name="Google Shape;590;p115"/>
          <p:cNvGrpSpPr/>
          <p:nvPr/>
        </p:nvGrpSpPr>
        <p:grpSpPr>
          <a:xfrm>
            <a:off x="3132622" y="3167791"/>
            <a:ext cx="223888" cy="152399"/>
            <a:chOff x="3132622" y="3167791"/>
            <a:chExt cx="223888" cy="152399"/>
          </a:xfrm>
        </p:grpSpPr>
        <p:sp>
          <p:nvSpPr>
            <p:cNvPr id="591" name="Google Shape;591;p115"/>
            <p:cNvSpPr/>
            <p:nvPr/>
          </p:nvSpPr>
          <p:spPr>
            <a:xfrm>
              <a:off x="3132622" y="3203510"/>
              <a:ext cx="41910" cy="114300"/>
            </a:xfrm>
            <a:custGeom>
              <a:rect b="b" l="l" r="r" t="t"/>
              <a:pathLst>
                <a:path extrusionOk="0" h="114300" w="41910">
                  <a:moveTo>
                    <a:pt x="41687" y="0"/>
                  </a:moveTo>
                  <a:lnTo>
                    <a:pt x="33337" y="0"/>
                  </a:lnTo>
                  <a:lnTo>
                    <a:pt x="30954" y="6032"/>
                  </a:lnTo>
                  <a:lnTo>
                    <a:pt x="26193" y="10795"/>
                  </a:lnTo>
                  <a:lnTo>
                    <a:pt x="20239" y="15557"/>
                  </a:lnTo>
                  <a:lnTo>
                    <a:pt x="15477" y="21431"/>
                  </a:lnTo>
                  <a:lnTo>
                    <a:pt x="8333" y="25082"/>
                  </a:lnTo>
                  <a:lnTo>
                    <a:pt x="0" y="28575"/>
                  </a:lnTo>
                  <a:lnTo>
                    <a:pt x="0" y="42862"/>
                  </a:lnTo>
                  <a:lnTo>
                    <a:pt x="9525" y="38100"/>
                  </a:lnTo>
                  <a:lnTo>
                    <a:pt x="15477" y="35718"/>
                  </a:lnTo>
                  <a:lnTo>
                    <a:pt x="25002" y="28575"/>
                  </a:lnTo>
                  <a:lnTo>
                    <a:pt x="28575" y="26193"/>
                  </a:lnTo>
                  <a:lnTo>
                    <a:pt x="28575" y="114299"/>
                  </a:lnTo>
                  <a:lnTo>
                    <a:pt x="41687" y="114299"/>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2" name="Google Shape;592;p115"/>
            <p:cNvPicPr preferRelativeResize="0"/>
            <p:nvPr/>
          </p:nvPicPr>
          <p:blipFill rotWithShape="1">
            <a:blip r:embed="rId25">
              <a:alphaModFix/>
            </a:blip>
            <a:srcRect b="0" l="0" r="0" t="0"/>
            <a:stretch/>
          </p:blipFill>
          <p:spPr>
            <a:xfrm>
              <a:off x="3210030" y="3167791"/>
              <a:ext cx="146480" cy="152399"/>
            </a:xfrm>
            <a:prstGeom prst="rect">
              <a:avLst/>
            </a:prstGeom>
            <a:noFill/>
            <a:ln>
              <a:noFill/>
            </a:ln>
          </p:spPr>
        </p:pic>
      </p:grpSp>
      <p:grpSp>
        <p:nvGrpSpPr>
          <p:cNvPr id="593" name="Google Shape;593;p115"/>
          <p:cNvGrpSpPr/>
          <p:nvPr/>
        </p:nvGrpSpPr>
        <p:grpSpPr>
          <a:xfrm>
            <a:off x="3132622" y="2820130"/>
            <a:ext cx="225381" cy="151127"/>
            <a:chOff x="3132622" y="2820130"/>
            <a:chExt cx="225381" cy="151127"/>
          </a:xfrm>
        </p:grpSpPr>
        <p:sp>
          <p:nvSpPr>
            <p:cNvPr id="594" name="Google Shape;594;p115"/>
            <p:cNvSpPr/>
            <p:nvPr/>
          </p:nvSpPr>
          <p:spPr>
            <a:xfrm>
              <a:off x="3132622" y="2854577"/>
              <a:ext cx="41910" cy="114300"/>
            </a:xfrm>
            <a:custGeom>
              <a:rect b="b" l="l" r="r" t="t"/>
              <a:pathLst>
                <a:path extrusionOk="0" h="114300" w="41910">
                  <a:moveTo>
                    <a:pt x="41687" y="0"/>
                  </a:moveTo>
                  <a:lnTo>
                    <a:pt x="33337" y="0"/>
                  </a:lnTo>
                  <a:lnTo>
                    <a:pt x="30954" y="6032"/>
                  </a:lnTo>
                  <a:lnTo>
                    <a:pt x="26193" y="10795"/>
                  </a:lnTo>
                  <a:lnTo>
                    <a:pt x="20239" y="15557"/>
                  </a:lnTo>
                  <a:lnTo>
                    <a:pt x="15477" y="21431"/>
                  </a:lnTo>
                  <a:lnTo>
                    <a:pt x="8333" y="25082"/>
                  </a:lnTo>
                  <a:lnTo>
                    <a:pt x="0" y="28575"/>
                  </a:lnTo>
                  <a:lnTo>
                    <a:pt x="0" y="42862"/>
                  </a:lnTo>
                  <a:lnTo>
                    <a:pt x="9525" y="38100"/>
                  </a:lnTo>
                  <a:lnTo>
                    <a:pt x="15477" y="35718"/>
                  </a:lnTo>
                  <a:lnTo>
                    <a:pt x="25002" y="28575"/>
                  </a:lnTo>
                  <a:lnTo>
                    <a:pt x="28575" y="26193"/>
                  </a:lnTo>
                  <a:lnTo>
                    <a:pt x="28575" y="114300"/>
                  </a:lnTo>
                  <a:lnTo>
                    <a:pt x="41687" y="114300"/>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5" name="Google Shape;595;p115"/>
            <p:cNvPicPr preferRelativeResize="0"/>
            <p:nvPr/>
          </p:nvPicPr>
          <p:blipFill rotWithShape="1">
            <a:blip r:embed="rId26">
              <a:alphaModFix/>
            </a:blip>
            <a:srcRect b="0" l="0" r="0" t="0"/>
            <a:stretch/>
          </p:blipFill>
          <p:spPr>
            <a:xfrm>
              <a:off x="3210030" y="2854577"/>
              <a:ext cx="75025" cy="116680"/>
            </a:xfrm>
            <a:prstGeom prst="rect">
              <a:avLst/>
            </a:prstGeom>
            <a:noFill/>
            <a:ln>
              <a:noFill/>
            </a:ln>
          </p:spPr>
        </p:pic>
        <p:sp>
          <p:nvSpPr>
            <p:cNvPr id="596" name="Google Shape;596;p115"/>
            <p:cNvSpPr/>
            <p:nvPr/>
          </p:nvSpPr>
          <p:spPr>
            <a:xfrm>
              <a:off x="3305298" y="2820130"/>
              <a:ext cx="52705" cy="80010"/>
            </a:xfrm>
            <a:custGeom>
              <a:rect b="b" l="l" r="r" t="t"/>
              <a:pathLst>
                <a:path extrusionOk="0" h="80010" w="52704">
                  <a:moveTo>
                    <a:pt x="48832" y="0"/>
                  </a:moveTo>
                  <a:lnTo>
                    <a:pt x="9525" y="0"/>
                  </a:lnTo>
                  <a:lnTo>
                    <a:pt x="1189" y="40481"/>
                  </a:lnTo>
                  <a:lnTo>
                    <a:pt x="10714" y="41591"/>
                  </a:lnTo>
                  <a:lnTo>
                    <a:pt x="11906" y="39211"/>
                  </a:lnTo>
                  <a:lnTo>
                    <a:pt x="14287" y="38100"/>
                  </a:lnTo>
                  <a:lnTo>
                    <a:pt x="16668" y="35717"/>
                  </a:lnTo>
                  <a:lnTo>
                    <a:pt x="19050" y="34447"/>
                  </a:lnTo>
                  <a:lnTo>
                    <a:pt x="29766" y="34447"/>
                  </a:lnTo>
                  <a:lnTo>
                    <a:pt x="34528" y="35717"/>
                  </a:lnTo>
                  <a:lnTo>
                    <a:pt x="36910" y="39211"/>
                  </a:lnTo>
                  <a:lnTo>
                    <a:pt x="40482" y="41591"/>
                  </a:lnTo>
                  <a:lnTo>
                    <a:pt x="41672" y="46353"/>
                  </a:lnTo>
                  <a:lnTo>
                    <a:pt x="41672" y="58261"/>
                  </a:lnTo>
                  <a:lnTo>
                    <a:pt x="40482" y="63022"/>
                  </a:lnTo>
                  <a:lnTo>
                    <a:pt x="36910" y="66675"/>
                  </a:lnTo>
                  <a:lnTo>
                    <a:pt x="34528" y="70166"/>
                  </a:lnTo>
                  <a:lnTo>
                    <a:pt x="29766" y="71436"/>
                  </a:lnTo>
                  <a:lnTo>
                    <a:pt x="21431" y="71436"/>
                  </a:lnTo>
                  <a:lnTo>
                    <a:pt x="17858" y="70166"/>
                  </a:lnTo>
                  <a:lnTo>
                    <a:pt x="13097" y="65403"/>
                  </a:lnTo>
                  <a:lnTo>
                    <a:pt x="10714" y="61911"/>
                  </a:lnTo>
                  <a:lnTo>
                    <a:pt x="10714" y="55879"/>
                  </a:lnTo>
                  <a:lnTo>
                    <a:pt x="0" y="57150"/>
                  </a:lnTo>
                  <a:lnTo>
                    <a:pt x="0" y="64292"/>
                  </a:lnTo>
                  <a:lnTo>
                    <a:pt x="7142" y="73817"/>
                  </a:lnTo>
                  <a:lnTo>
                    <a:pt x="11906" y="77311"/>
                  </a:lnTo>
                  <a:lnTo>
                    <a:pt x="17858" y="79691"/>
                  </a:lnTo>
                  <a:lnTo>
                    <a:pt x="34528" y="79691"/>
                  </a:lnTo>
                  <a:lnTo>
                    <a:pt x="41672" y="76200"/>
                  </a:lnTo>
                  <a:lnTo>
                    <a:pt x="46436" y="70166"/>
                  </a:lnTo>
                  <a:lnTo>
                    <a:pt x="50024" y="64292"/>
                  </a:lnTo>
                  <a:lnTo>
                    <a:pt x="52405" y="58261"/>
                  </a:lnTo>
                  <a:lnTo>
                    <a:pt x="52405" y="43972"/>
                  </a:lnTo>
                  <a:lnTo>
                    <a:pt x="50024" y="36828"/>
                  </a:lnTo>
                  <a:lnTo>
                    <a:pt x="40482" y="27303"/>
                  </a:lnTo>
                  <a:lnTo>
                    <a:pt x="34528" y="24922"/>
                  </a:lnTo>
                  <a:lnTo>
                    <a:pt x="22622" y="24922"/>
                  </a:lnTo>
                  <a:lnTo>
                    <a:pt x="13097" y="29686"/>
                  </a:lnTo>
                  <a:lnTo>
                    <a:pt x="16668" y="9525"/>
                  </a:lnTo>
                  <a:lnTo>
                    <a:pt x="48832" y="9525"/>
                  </a:lnTo>
                  <a:lnTo>
                    <a:pt x="4883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97" name="Google Shape;597;p115"/>
          <p:cNvGrpSpPr/>
          <p:nvPr/>
        </p:nvGrpSpPr>
        <p:grpSpPr>
          <a:xfrm>
            <a:off x="3132622" y="2472308"/>
            <a:ext cx="225486" cy="152399"/>
            <a:chOff x="3132622" y="2472308"/>
            <a:chExt cx="225486" cy="152399"/>
          </a:xfrm>
        </p:grpSpPr>
        <p:sp>
          <p:nvSpPr>
            <p:cNvPr id="598" name="Google Shape;598;p115"/>
            <p:cNvSpPr/>
            <p:nvPr/>
          </p:nvSpPr>
          <p:spPr>
            <a:xfrm>
              <a:off x="3132622" y="2509139"/>
              <a:ext cx="41910" cy="113664"/>
            </a:xfrm>
            <a:custGeom>
              <a:rect b="b" l="l" r="r" t="t"/>
              <a:pathLst>
                <a:path extrusionOk="0" h="113664" w="41910">
                  <a:moveTo>
                    <a:pt x="41687" y="0"/>
                  </a:moveTo>
                  <a:lnTo>
                    <a:pt x="33337" y="0"/>
                  </a:lnTo>
                  <a:lnTo>
                    <a:pt x="30954" y="4762"/>
                  </a:lnTo>
                  <a:lnTo>
                    <a:pt x="26193" y="9682"/>
                  </a:lnTo>
                  <a:lnTo>
                    <a:pt x="20239" y="14446"/>
                  </a:lnTo>
                  <a:lnTo>
                    <a:pt x="15477" y="20319"/>
                  </a:lnTo>
                  <a:lnTo>
                    <a:pt x="8333" y="25082"/>
                  </a:lnTo>
                  <a:lnTo>
                    <a:pt x="0" y="28732"/>
                  </a:lnTo>
                  <a:lnTo>
                    <a:pt x="0" y="41751"/>
                  </a:lnTo>
                  <a:lnTo>
                    <a:pt x="4761" y="40638"/>
                  </a:lnTo>
                  <a:lnTo>
                    <a:pt x="9525" y="38257"/>
                  </a:lnTo>
                  <a:lnTo>
                    <a:pt x="15477" y="34607"/>
                  </a:lnTo>
                  <a:lnTo>
                    <a:pt x="25002" y="27462"/>
                  </a:lnTo>
                  <a:lnTo>
                    <a:pt x="28575" y="25082"/>
                  </a:lnTo>
                  <a:lnTo>
                    <a:pt x="28575" y="113187"/>
                  </a:lnTo>
                  <a:lnTo>
                    <a:pt x="41687" y="113187"/>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9" name="Google Shape;599;p115"/>
            <p:cNvPicPr preferRelativeResize="0"/>
            <p:nvPr/>
          </p:nvPicPr>
          <p:blipFill rotWithShape="1">
            <a:blip r:embed="rId27">
              <a:alphaModFix/>
            </a:blip>
            <a:srcRect b="0" l="0" r="0" t="0"/>
            <a:stretch/>
          </p:blipFill>
          <p:spPr>
            <a:xfrm>
              <a:off x="3210030" y="2509137"/>
              <a:ext cx="75025" cy="115570"/>
            </a:xfrm>
            <a:prstGeom prst="rect">
              <a:avLst/>
            </a:prstGeom>
            <a:noFill/>
            <a:ln>
              <a:noFill/>
            </a:ln>
          </p:spPr>
        </p:pic>
        <p:sp>
          <p:nvSpPr>
            <p:cNvPr id="600" name="Google Shape;600;p115"/>
            <p:cNvSpPr/>
            <p:nvPr/>
          </p:nvSpPr>
          <p:spPr>
            <a:xfrm>
              <a:off x="3305403" y="2472308"/>
              <a:ext cx="52705" cy="81280"/>
            </a:xfrm>
            <a:custGeom>
              <a:rect b="b" l="l" r="r" t="t"/>
              <a:pathLst>
                <a:path extrusionOk="0" h="81280" w="52704">
                  <a:moveTo>
                    <a:pt x="52298" y="46520"/>
                  </a:moveTo>
                  <a:lnTo>
                    <a:pt x="49911" y="40487"/>
                  </a:lnTo>
                  <a:lnTo>
                    <a:pt x="47015" y="36830"/>
                  </a:lnTo>
                  <a:lnTo>
                    <a:pt x="45135" y="34455"/>
                  </a:lnTo>
                  <a:lnTo>
                    <a:pt x="41567" y="30886"/>
                  </a:lnTo>
                  <a:lnTo>
                    <a:pt x="41567" y="48895"/>
                  </a:lnTo>
                  <a:lnTo>
                    <a:pt x="41516" y="59728"/>
                  </a:lnTo>
                  <a:lnTo>
                    <a:pt x="40373" y="64300"/>
                  </a:lnTo>
                  <a:lnTo>
                    <a:pt x="36804" y="67945"/>
                  </a:lnTo>
                  <a:lnTo>
                    <a:pt x="34417" y="71437"/>
                  </a:lnTo>
                  <a:lnTo>
                    <a:pt x="30848" y="72707"/>
                  </a:lnTo>
                  <a:lnTo>
                    <a:pt x="23698" y="72707"/>
                  </a:lnTo>
                  <a:lnTo>
                    <a:pt x="16560" y="69062"/>
                  </a:lnTo>
                  <a:lnTo>
                    <a:pt x="14173" y="66675"/>
                  </a:lnTo>
                  <a:lnTo>
                    <a:pt x="12979" y="63182"/>
                  </a:lnTo>
                  <a:lnTo>
                    <a:pt x="11798" y="60807"/>
                  </a:lnTo>
                  <a:lnTo>
                    <a:pt x="10604" y="57150"/>
                  </a:lnTo>
                  <a:lnTo>
                    <a:pt x="10604" y="48895"/>
                  </a:lnTo>
                  <a:lnTo>
                    <a:pt x="11798" y="44132"/>
                  </a:lnTo>
                  <a:lnTo>
                    <a:pt x="15367" y="41592"/>
                  </a:lnTo>
                  <a:lnTo>
                    <a:pt x="17741" y="38100"/>
                  </a:lnTo>
                  <a:lnTo>
                    <a:pt x="22517" y="36830"/>
                  </a:lnTo>
                  <a:lnTo>
                    <a:pt x="30848" y="36830"/>
                  </a:lnTo>
                  <a:lnTo>
                    <a:pt x="34417" y="38100"/>
                  </a:lnTo>
                  <a:lnTo>
                    <a:pt x="36804" y="41592"/>
                  </a:lnTo>
                  <a:lnTo>
                    <a:pt x="40373" y="44132"/>
                  </a:lnTo>
                  <a:lnTo>
                    <a:pt x="41567" y="48895"/>
                  </a:lnTo>
                  <a:lnTo>
                    <a:pt x="41567" y="30886"/>
                  </a:lnTo>
                  <a:lnTo>
                    <a:pt x="40373" y="29692"/>
                  </a:lnTo>
                  <a:lnTo>
                    <a:pt x="34417" y="27305"/>
                  </a:lnTo>
                  <a:lnTo>
                    <a:pt x="24892" y="27305"/>
                  </a:lnTo>
                  <a:lnTo>
                    <a:pt x="21323" y="28575"/>
                  </a:lnTo>
                  <a:lnTo>
                    <a:pt x="17741" y="30962"/>
                  </a:lnTo>
                  <a:lnTo>
                    <a:pt x="14173" y="32067"/>
                  </a:lnTo>
                  <a:lnTo>
                    <a:pt x="11798" y="34455"/>
                  </a:lnTo>
                  <a:lnTo>
                    <a:pt x="9410" y="38100"/>
                  </a:lnTo>
                  <a:lnTo>
                    <a:pt x="9410" y="30962"/>
                  </a:lnTo>
                  <a:lnTo>
                    <a:pt x="10604" y="23812"/>
                  </a:lnTo>
                  <a:lnTo>
                    <a:pt x="11798" y="20167"/>
                  </a:lnTo>
                  <a:lnTo>
                    <a:pt x="14173" y="15405"/>
                  </a:lnTo>
                  <a:lnTo>
                    <a:pt x="15367" y="11912"/>
                  </a:lnTo>
                  <a:lnTo>
                    <a:pt x="18935" y="10642"/>
                  </a:lnTo>
                  <a:lnTo>
                    <a:pt x="21323" y="8255"/>
                  </a:lnTo>
                  <a:lnTo>
                    <a:pt x="23698" y="7150"/>
                  </a:lnTo>
                  <a:lnTo>
                    <a:pt x="30848" y="7150"/>
                  </a:lnTo>
                  <a:lnTo>
                    <a:pt x="34417" y="9525"/>
                  </a:lnTo>
                  <a:lnTo>
                    <a:pt x="36804" y="11912"/>
                  </a:lnTo>
                  <a:lnTo>
                    <a:pt x="39179" y="13017"/>
                  </a:lnTo>
                  <a:lnTo>
                    <a:pt x="40373" y="16675"/>
                  </a:lnTo>
                  <a:lnTo>
                    <a:pt x="40373" y="20167"/>
                  </a:lnTo>
                  <a:lnTo>
                    <a:pt x="49911" y="19050"/>
                  </a:lnTo>
                  <a:lnTo>
                    <a:pt x="49911" y="13017"/>
                  </a:lnTo>
                  <a:lnTo>
                    <a:pt x="47510" y="8255"/>
                  </a:lnTo>
                  <a:lnTo>
                    <a:pt x="45999" y="7150"/>
                  </a:lnTo>
                  <a:lnTo>
                    <a:pt x="42748" y="4762"/>
                  </a:lnTo>
                  <a:lnTo>
                    <a:pt x="39179" y="1117"/>
                  </a:lnTo>
                  <a:lnTo>
                    <a:pt x="34417" y="0"/>
                  </a:lnTo>
                  <a:lnTo>
                    <a:pt x="18935" y="0"/>
                  </a:lnTo>
                  <a:lnTo>
                    <a:pt x="12979" y="2387"/>
                  </a:lnTo>
                  <a:lnTo>
                    <a:pt x="0" y="44132"/>
                  </a:lnTo>
                  <a:lnTo>
                    <a:pt x="330" y="51523"/>
                  </a:lnTo>
                  <a:lnTo>
                    <a:pt x="18935" y="80962"/>
                  </a:lnTo>
                  <a:lnTo>
                    <a:pt x="32042" y="80962"/>
                  </a:lnTo>
                  <a:lnTo>
                    <a:pt x="35610" y="79857"/>
                  </a:lnTo>
                  <a:lnTo>
                    <a:pt x="39179" y="77470"/>
                  </a:lnTo>
                  <a:lnTo>
                    <a:pt x="43942" y="75095"/>
                  </a:lnTo>
                  <a:lnTo>
                    <a:pt x="45491" y="72707"/>
                  </a:lnTo>
                  <a:lnTo>
                    <a:pt x="48717" y="67945"/>
                  </a:lnTo>
                  <a:lnTo>
                    <a:pt x="51104" y="63182"/>
                  </a:lnTo>
                  <a:lnTo>
                    <a:pt x="52298" y="58420"/>
                  </a:lnTo>
                  <a:lnTo>
                    <a:pt x="52298" y="4652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01" name="Google Shape;601;p115"/>
          <p:cNvGrpSpPr/>
          <p:nvPr/>
        </p:nvGrpSpPr>
        <p:grpSpPr>
          <a:xfrm>
            <a:off x="3132622" y="2124486"/>
            <a:ext cx="225381" cy="151289"/>
            <a:chOff x="3132622" y="2124486"/>
            <a:chExt cx="225381" cy="151289"/>
          </a:xfrm>
        </p:grpSpPr>
        <p:sp>
          <p:nvSpPr>
            <p:cNvPr id="602" name="Google Shape;602;p115"/>
            <p:cNvSpPr/>
            <p:nvPr/>
          </p:nvSpPr>
          <p:spPr>
            <a:xfrm>
              <a:off x="3132622" y="2159095"/>
              <a:ext cx="41910" cy="114300"/>
            </a:xfrm>
            <a:custGeom>
              <a:rect b="b" l="l" r="r" t="t"/>
              <a:pathLst>
                <a:path extrusionOk="0" h="114300" w="41910">
                  <a:moveTo>
                    <a:pt x="41687" y="0"/>
                  </a:moveTo>
                  <a:lnTo>
                    <a:pt x="33337" y="0"/>
                  </a:lnTo>
                  <a:lnTo>
                    <a:pt x="30954" y="5872"/>
                  </a:lnTo>
                  <a:lnTo>
                    <a:pt x="26193" y="10636"/>
                  </a:lnTo>
                  <a:lnTo>
                    <a:pt x="20239" y="15397"/>
                  </a:lnTo>
                  <a:lnTo>
                    <a:pt x="15477" y="21431"/>
                  </a:lnTo>
                  <a:lnTo>
                    <a:pt x="8333" y="24922"/>
                  </a:lnTo>
                  <a:lnTo>
                    <a:pt x="0" y="28573"/>
                  </a:lnTo>
                  <a:lnTo>
                    <a:pt x="0" y="42861"/>
                  </a:lnTo>
                  <a:lnTo>
                    <a:pt x="9525" y="38098"/>
                  </a:lnTo>
                  <a:lnTo>
                    <a:pt x="15477" y="35717"/>
                  </a:lnTo>
                  <a:lnTo>
                    <a:pt x="20239" y="32066"/>
                  </a:lnTo>
                  <a:lnTo>
                    <a:pt x="28575" y="26192"/>
                  </a:lnTo>
                  <a:lnTo>
                    <a:pt x="28575" y="114298"/>
                  </a:lnTo>
                  <a:lnTo>
                    <a:pt x="41687" y="114298"/>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03" name="Google Shape;603;p115"/>
            <p:cNvPicPr preferRelativeResize="0"/>
            <p:nvPr/>
          </p:nvPicPr>
          <p:blipFill rotWithShape="1">
            <a:blip r:embed="rId28">
              <a:alphaModFix/>
            </a:blip>
            <a:srcRect b="0" l="0" r="0" t="0"/>
            <a:stretch/>
          </p:blipFill>
          <p:spPr>
            <a:xfrm>
              <a:off x="3210030" y="2159095"/>
              <a:ext cx="75025" cy="116680"/>
            </a:xfrm>
            <a:prstGeom prst="rect">
              <a:avLst/>
            </a:prstGeom>
            <a:noFill/>
            <a:ln>
              <a:noFill/>
            </a:ln>
          </p:spPr>
        </p:pic>
        <p:sp>
          <p:nvSpPr>
            <p:cNvPr id="604" name="Google Shape;604;p115"/>
            <p:cNvSpPr/>
            <p:nvPr/>
          </p:nvSpPr>
          <p:spPr>
            <a:xfrm>
              <a:off x="3305298" y="2124486"/>
              <a:ext cx="52705" cy="78740"/>
            </a:xfrm>
            <a:custGeom>
              <a:rect b="b" l="l" r="r" t="t"/>
              <a:pathLst>
                <a:path extrusionOk="0" h="78739" w="52704">
                  <a:moveTo>
                    <a:pt x="52405" y="0"/>
                  </a:moveTo>
                  <a:lnTo>
                    <a:pt x="0" y="0"/>
                  </a:lnTo>
                  <a:lnTo>
                    <a:pt x="0" y="8413"/>
                  </a:lnTo>
                  <a:lnTo>
                    <a:pt x="39291" y="8413"/>
                  </a:lnTo>
                  <a:lnTo>
                    <a:pt x="35720" y="13058"/>
                  </a:lnTo>
                  <a:lnTo>
                    <a:pt x="17468" y="48553"/>
                  </a:lnTo>
                  <a:lnTo>
                    <a:pt x="11906" y="71438"/>
                  </a:lnTo>
                  <a:lnTo>
                    <a:pt x="11906" y="78582"/>
                  </a:lnTo>
                  <a:lnTo>
                    <a:pt x="21431" y="78582"/>
                  </a:lnTo>
                  <a:lnTo>
                    <a:pt x="22622" y="70327"/>
                  </a:lnTo>
                  <a:lnTo>
                    <a:pt x="25003" y="56038"/>
                  </a:lnTo>
                  <a:lnTo>
                    <a:pt x="44204" y="17025"/>
                  </a:lnTo>
                  <a:lnTo>
                    <a:pt x="52405" y="7143"/>
                  </a:lnTo>
                  <a:lnTo>
                    <a:pt x="52405"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05" name="Google Shape;605;p115"/>
          <p:cNvGrpSpPr/>
          <p:nvPr/>
        </p:nvGrpSpPr>
        <p:grpSpPr>
          <a:xfrm>
            <a:off x="3132622" y="1776831"/>
            <a:ext cx="225372" cy="152394"/>
            <a:chOff x="3132622" y="1776831"/>
            <a:chExt cx="225372" cy="152394"/>
          </a:xfrm>
        </p:grpSpPr>
        <p:sp>
          <p:nvSpPr>
            <p:cNvPr id="606" name="Google Shape;606;p115"/>
            <p:cNvSpPr/>
            <p:nvPr/>
          </p:nvSpPr>
          <p:spPr>
            <a:xfrm>
              <a:off x="3132622" y="1813655"/>
              <a:ext cx="41910" cy="113664"/>
            </a:xfrm>
            <a:custGeom>
              <a:rect b="b" l="l" r="r" t="t"/>
              <a:pathLst>
                <a:path extrusionOk="0" h="113664" w="4191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07" name="Google Shape;607;p115"/>
            <p:cNvPicPr preferRelativeResize="0"/>
            <p:nvPr/>
          </p:nvPicPr>
          <p:blipFill rotWithShape="1">
            <a:blip r:embed="rId29">
              <a:alphaModFix/>
            </a:blip>
            <a:srcRect b="0" l="0" r="0" t="0"/>
            <a:stretch/>
          </p:blipFill>
          <p:spPr>
            <a:xfrm>
              <a:off x="3210030" y="1813655"/>
              <a:ext cx="75025" cy="115570"/>
            </a:xfrm>
            <a:prstGeom prst="rect">
              <a:avLst/>
            </a:prstGeom>
            <a:noFill/>
            <a:ln>
              <a:noFill/>
            </a:ln>
          </p:spPr>
        </p:pic>
        <p:sp>
          <p:nvSpPr>
            <p:cNvPr id="608" name="Google Shape;608;p115"/>
            <p:cNvSpPr/>
            <p:nvPr/>
          </p:nvSpPr>
          <p:spPr>
            <a:xfrm>
              <a:off x="3305289" y="1776831"/>
              <a:ext cx="52705" cy="81280"/>
            </a:xfrm>
            <a:custGeom>
              <a:rect b="b" l="l" r="r" t="t"/>
              <a:pathLst>
                <a:path extrusionOk="0" h="81280" w="52704">
                  <a:moveTo>
                    <a:pt x="52412" y="51117"/>
                  </a:moveTo>
                  <a:lnTo>
                    <a:pt x="51219" y="47625"/>
                  </a:lnTo>
                  <a:lnTo>
                    <a:pt x="48831" y="43967"/>
                  </a:lnTo>
                  <a:lnTo>
                    <a:pt x="45250" y="40474"/>
                  </a:lnTo>
                  <a:lnTo>
                    <a:pt x="41681" y="38100"/>
                  </a:lnTo>
                  <a:lnTo>
                    <a:pt x="41681" y="52387"/>
                  </a:lnTo>
                  <a:lnTo>
                    <a:pt x="41681" y="61912"/>
                  </a:lnTo>
                  <a:lnTo>
                    <a:pt x="40487" y="65405"/>
                  </a:lnTo>
                  <a:lnTo>
                    <a:pt x="34531" y="71437"/>
                  </a:lnTo>
                  <a:lnTo>
                    <a:pt x="30962" y="72542"/>
                  </a:lnTo>
                  <a:lnTo>
                    <a:pt x="20243" y="72542"/>
                  </a:lnTo>
                  <a:lnTo>
                    <a:pt x="17856" y="70167"/>
                  </a:lnTo>
                  <a:lnTo>
                    <a:pt x="15481" y="69049"/>
                  </a:lnTo>
                  <a:lnTo>
                    <a:pt x="13106" y="66675"/>
                  </a:lnTo>
                  <a:lnTo>
                    <a:pt x="9525" y="59524"/>
                  </a:lnTo>
                  <a:lnTo>
                    <a:pt x="9525" y="52387"/>
                  </a:lnTo>
                  <a:lnTo>
                    <a:pt x="10718" y="47625"/>
                  </a:lnTo>
                  <a:lnTo>
                    <a:pt x="14287" y="45237"/>
                  </a:lnTo>
                  <a:lnTo>
                    <a:pt x="16675" y="41592"/>
                  </a:lnTo>
                  <a:lnTo>
                    <a:pt x="21437" y="40474"/>
                  </a:lnTo>
                  <a:lnTo>
                    <a:pt x="30962" y="40474"/>
                  </a:lnTo>
                  <a:lnTo>
                    <a:pt x="34531" y="41592"/>
                  </a:lnTo>
                  <a:lnTo>
                    <a:pt x="36918" y="45237"/>
                  </a:lnTo>
                  <a:lnTo>
                    <a:pt x="40487" y="48729"/>
                  </a:lnTo>
                  <a:lnTo>
                    <a:pt x="41681" y="52387"/>
                  </a:lnTo>
                  <a:lnTo>
                    <a:pt x="41681" y="38100"/>
                  </a:lnTo>
                  <a:lnTo>
                    <a:pt x="36918" y="35712"/>
                  </a:lnTo>
                  <a:lnTo>
                    <a:pt x="41681" y="34442"/>
                  </a:lnTo>
                  <a:lnTo>
                    <a:pt x="44056" y="32067"/>
                  </a:lnTo>
                  <a:lnTo>
                    <a:pt x="46443" y="29679"/>
                  </a:lnTo>
                  <a:lnTo>
                    <a:pt x="47625" y="27305"/>
                  </a:lnTo>
                  <a:lnTo>
                    <a:pt x="48831" y="23812"/>
                  </a:lnTo>
                  <a:lnTo>
                    <a:pt x="48831" y="14287"/>
                  </a:lnTo>
                  <a:lnTo>
                    <a:pt x="46443" y="9525"/>
                  </a:lnTo>
                  <a:lnTo>
                    <a:pt x="44107" y="7137"/>
                  </a:lnTo>
                  <a:lnTo>
                    <a:pt x="39293" y="2311"/>
                  </a:lnTo>
                  <a:lnTo>
                    <a:pt x="39293" y="16662"/>
                  </a:lnTo>
                  <a:lnTo>
                    <a:pt x="39293" y="23812"/>
                  </a:lnTo>
                  <a:lnTo>
                    <a:pt x="38100" y="26187"/>
                  </a:lnTo>
                  <a:lnTo>
                    <a:pt x="33337" y="30949"/>
                  </a:lnTo>
                  <a:lnTo>
                    <a:pt x="29768" y="32067"/>
                  </a:lnTo>
                  <a:lnTo>
                    <a:pt x="22631" y="32067"/>
                  </a:lnTo>
                  <a:lnTo>
                    <a:pt x="19050" y="30949"/>
                  </a:lnTo>
                  <a:lnTo>
                    <a:pt x="14287" y="26187"/>
                  </a:lnTo>
                  <a:lnTo>
                    <a:pt x="13106" y="23812"/>
                  </a:lnTo>
                  <a:lnTo>
                    <a:pt x="13106" y="16662"/>
                  </a:lnTo>
                  <a:lnTo>
                    <a:pt x="14287" y="13017"/>
                  </a:lnTo>
                  <a:lnTo>
                    <a:pt x="19050" y="8255"/>
                  </a:lnTo>
                  <a:lnTo>
                    <a:pt x="22631" y="7137"/>
                  </a:lnTo>
                  <a:lnTo>
                    <a:pt x="29768" y="7137"/>
                  </a:lnTo>
                  <a:lnTo>
                    <a:pt x="32156" y="8255"/>
                  </a:lnTo>
                  <a:lnTo>
                    <a:pt x="35725" y="10629"/>
                  </a:lnTo>
                  <a:lnTo>
                    <a:pt x="38100" y="14287"/>
                  </a:lnTo>
                  <a:lnTo>
                    <a:pt x="39293" y="16662"/>
                  </a:lnTo>
                  <a:lnTo>
                    <a:pt x="39293" y="2311"/>
                  </a:lnTo>
                  <a:lnTo>
                    <a:pt x="38100" y="1104"/>
                  </a:lnTo>
                  <a:lnTo>
                    <a:pt x="32156" y="0"/>
                  </a:lnTo>
                  <a:lnTo>
                    <a:pt x="19050" y="0"/>
                  </a:lnTo>
                  <a:lnTo>
                    <a:pt x="13106" y="1104"/>
                  </a:lnTo>
                  <a:lnTo>
                    <a:pt x="9525" y="5867"/>
                  </a:lnTo>
                  <a:lnTo>
                    <a:pt x="4762" y="9525"/>
                  </a:lnTo>
                  <a:lnTo>
                    <a:pt x="2387" y="14287"/>
                  </a:lnTo>
                  <a:lnTo>
                    <a:pt x="2387" y="23812"/>
                  </a:lnTo>
                  <a:lnTo>
                    <a:pt x="3568" y="27305"/>
                  </a:lnTo>
                  <a:lnTo>
                    <a:pt x="10718" y="34442"/>
                  </a:lnTo>
                  <a:lnTo>
                    <a:pt x="15481" y="35712"/>
                  </a:lnTo>
                  <a:lnTo>
                    <a:pt x="9525" y="38100"/>
                  </a:lnTo>
                  <a:lnTo>
                    <a:pt x="5956" y="40474"/>
                  </a:lnTo>
                  <a:lnTo>
                    <a:pt x="3568" y="42862"/>
                  </a:lnTo>
                  <a:lnTo>
                    <a:pt x="1193" y="46355"/>
                  </a:lnTo>
                  <a:lnTo>
                    <a:pt x="0" y="51117"/>
                  </a:lnTo>
                  <a:lnTo>
                    <a:pt x="0" y="63017"/>
                  </a:lnTo>
                  <a:lnTo>
                    <a:pt x="2387" y="69049"/>
                  </a:lnTo>
                  <a:lnTo>
                    <a:pt x="11912" y="78574"/>
                  </a:lnTo>
                  <a:lnTo>
                    <a:pt x="17856" y="80962"/>
                  </a:lnTo>
                  <a:lnTo>
                    <a:pt x="33337" y="80962"/>
                  </a:lnTo>
                  <a:lnTo>
                    <a:pt x="40487" y="78574"/>
                  </a:lnTo>
                  <a:lnTo>
                    <a:pt x="46532" y="72542"/>
                  </a:lnTo>
                  <a:lnTo>
                    <a:pt x="50025" y="69049"/>
                  </a:lnTo>
                  <a:lnTo>
                    <a:pt x="52412" y="63017"/>
                  </a:lnTo>
                  <a:lnTo>
                    <a:pt x="52412" y="5111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609" name="Google Shape;609;p115"/>
          <p:cNvPicPr preferRelativeResize="0"/>
          <p:nvPr/>
        </p:nvPicPr>
        <p:blipFill rotWithShape="1">
          <a:blip r:embed="rId30">
            <a:alphaModFix/>
          </a:blip>
          <a:srcRect b="0" l="0" r="0" t="0"/>
          <a:stretch/>
        </p:blipFill>
        <p:spPr>
          <a:xfrm>
            <a:off x="2840865" y="3160648"/>
            <a:ext cx="163150" cy="1346992"/>
          </a:xfrm>
          <a:prstGeom prst="rect">
            <a:avLst/>
          </a:prstGeom>
          <a:noFill/>
          <a:ln>
            <a:noFill/>
          </a:ln>
        </p:spPr>
      </p:pic>
      <p:pic>
        <p:nvPicPr>
          <p:cNvPr id="610" name="Google Shape;610;p115"/>
          <p:cNvPicPr preferRelativeResize="0"/>
          <p:nvPr/>
        </p:nvPicPr>
        <p:blipFill rotWithShape="1">
          <a:blip r:embed="rId31">
            <a:alphaModFix/>
          </a:blip>
          <a:srcRect b="0" l="0" r="0" t="0"/>
          <a:stretch/>
        </p:blipFill>
        <p:spPr>
          <a:xfrm>
            <a:off x="2843246" y="2737897"/>
            <a:ext cx="126223" cy="348486"/>
          </a:xfrm>
          <a:prstGeom prst="rect">
            <a:avLst/>
          </a:prstGeom>
          <a:noFill/>
          <a:ln>
            <a:noFill/>
          </a:ln>
        </p:spPr>
      </p:pic>
      <p:sp>
        <p:nvSpPr>
          <p:cNvPr id="611" name="Google Shape;611;p115"/>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descr="$PPTXTitle" id="616" name="Google Shape;616;p116"/>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188595" rtl="0" algn="l">
              <a:lnSpc>
                <a:spcPct val="100000"/>
              </a:lnSpc>
              <a:spcBef>
                <a:spcPts val="0"/>
              </a:spcBef>
              <a:spcAft>
                <a:spcPts val="0"/>
              </a:spcAft>
              <a:buSzPts val="1400"/>
              <a:buNone/>
            </a:pPr>
            <a:r>
              <a:rPr lang="en-US"/>
              <a:t>Training/cross-validation loss by regularization</a:t>
            </a:r>
            <a:endParaRPr/>
          </a:p>
        </p:txBody>
      </p:sp>
      <p:grpSp>
        <p:nvGrpSpPr>
          <p:cNvPr id="617" name="Google Shape;617;p116"/>
          <p:cNvGrpSpPr/>
          <p:nvPr/>
        </p:nvGrpSpPr>
        <p:grpSpPr>
          <a:xfrm>
            <a:off x="3497025" y="1879219"/>
            <a:ext cx="5720080" cy="3477895"/>
            <a:chOff x="3497025" y="1879219"/>
            <a:chExt cx="5720080" cy="3477895"/>
          </a:xfrm>
        </p:grpSpPr>
        <p:sp>
          <p:nvSpPr>
            <p:cNvPr id="618" name="Google Shape;618;p116"/>
            <p:cNvSpPr/>
            <p:nvPr/>
          </p:nvSpPr>
          <p:spPr>
            <a:xfrm>
              <a:off x="3497025" y="1879219"/>
              <a:ext cx="5720080" cy="3477895"/>
            </a:xfrm>
            <a:custGeom>
              <a:rect b="b" l="l" r="r" t="t"/>
              <a:pathLst>
                <a:path extrusionOk="0" h="3477895" w="5720080">
                  <a:moveTo>
                    <a:pt x="5719653" y="0"/>
                  </a:moveTo>
                  <a:lnTo>
                    <a:pt x="0" y="0"/>
                  </a:lnTo>
                  <a:lnTo>
                    <a:pt x="0" y="3477529"/>
                  </a:lnTo>
                  <a:lnTo>
                    <a:pt x="5719653" y="3477529"/>
                  </a:lnTo>
                  <a:lnTo>
                    <a:pt x="5719653" y="0"/>
                  </a:lnTo>
                  <a:close/>
                </a:path>
              </a:pathLst>
            </a:custGeom>
            <a:solidFill>
              <a:srgbClr val="EAEAF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9" name="Google Shape;619;p116"/>
            <p:cNvSpPr/>
            <p:nvPr/>
          </p:nvSpPr>
          <p:spPr>
            <a:xfrm>
              <a:off x="3497025" y="1879219"/>
              <a:ext cx="5720080" cy="3477895"/>
            </a:xfrm>
            <a:custGeom>
              <a:rect b="b" l="l" r="r" t="t"/>
              <a:pathLst>
                <a:path extrusionOk="0" h="3477895" w="5720080">
                  <a:moveTo>
                    <a:pt x="0" y="3477529"/>
                  </a:moveTo>
                  <a:lnTo>
                    <a:pt x="0" y="3477529"/>
                  </a:lnTo>
                  <a:lnTo>
                    <a:pt x="0" y="0"/>
                  </a:lnTo>
                </a:path>
                <a:path extrusionOk="0" h="3477895" w="5720080">
                  <a:moveTo>
                    <a:pt x="714516" y="3477529"/>
                  </a:moveTo>
                  <a:lnTo>
                    <a:pt x="714516" y="3477529"/>
                  </a:lnTo>
                  <a:lnTo>
                    <a:pt x="714516" y="0"/>
                  </a:lnTo>
                </a:path>
                <a:path extrusionOk="0" h="3477895" w="5720080">
                  <a:moveTo>
                    <a:pt x="1430143" y="3477529"/>
                  </a:moveTo>
                  <a:lnTo>
                    <a:pt x="1430143" y="3477529"/>
                  </a:lnTo>
                  <a:lnTo>
                    <a:pt x="1430143" y="0"/>
                  </a:lnTo>
                </a:path>
                <a:path extrusionOk="0" h="3477895" w="5720080">
                  <a:moveTo>
                    <a:pt x="2144691" y="3477529"/>
                  </a:moveTo>
                  <a:lnTo>
                    <a:pt x="2144691" y="3477529"/>
                  </a:lnTo>
                  <a:lnTo>
                    <a:pt x="2144691" y="0"/>
                  </a:lnTo>
                </a:path>
                <a:path extrusionOk="0" h="3477895" w="5720080">
                  <a:moveTo>
                    <a:pt x="2860509" y="3477529"/>
                  </a:moveTo>
                  <a:lnTo>
                    <a:pt x="2860509" y="3477529"/>
                  </a:lnTo>
                  <a:lnTo>
                    <a:pt x="2860509" y="0"/>
                  </a:lnTo>
                </a:path>
                <a:path extrusionOk="0" h="3477895" w="5720080">
                  <a:moveTo>
                    <a:pt x="3574899" y="3477529"/>
                  </a:moveTo>
                  <a:lnTo>
                    <a:pt x="3574899" y="3477529"/>
                  </a:lnTo>
                  <a:lnTo>
                    <a:pt x="3574899" y="0"/>
                  </a:lnTo>
                </a:path>
                <a:path extrusionOk="0" h="3477895" w="5720080">
                  <a:moveTo>
                    <a:pt x="4289446" y="3477529"/>
                  </a:moveTo>
                  <a:lnTo>
                    <a:pt x="4289446" y="3477529"/>
                  </a:lnTo>
                  <a:lnTo>
                    <a:pt x="4289446" y="0"/>
                  </a:lnTo>
                </a:path>
                <a:path extrusionOk="0" h="3477895" w="5720080">
                  <a:moveTo>
                    <a:pt x="5005106" y="3477529"/>
                  </a:moveTo>
                  <a:lnTo>
                    <a:pt x="5005106" y="3477529"/>
                  </a:lnTo>
                  <a:lnTo>
                    <a:pt x="5005106" y="0"/>
                  </a:lnTo>
                </a:path>
                <a:path extrusionOk="0" h="3477895" w="5720080">
                  <a:moveTo>
                    <a:pt x="5719654" y="3477529"/>
                  </a:moveTo>
                  <a:lnTo>
                    <a:pt x="5719654" y="3477529"/>
                  </a:lnTo>
                  <a:lnTo>
                    <a:pt x="5719654" y="0"/>
                  </a:lnTo>
                </a:path>
                <a:path extrusionOk="0" h="3477895" w="5720080">
                  <a:moveTo>
                    <a:pt x="0" y="3477529"/>
                  </a:moveTo>
                  <a:lnTo>
                    <a:pt x="0" y="3477529"/>
                  </a:lnTo>
                  <a:lnTo>
                    <a:pt x="5719654" y="3477529"/>
                  </a:lnTo>
                </a:path>
                <a:path extrusionOk="0" h="3477895" w="5720080">
                  <a:moveTo>
                    <a:pt x="0" y="1738788"/>
                  </a:moveTo>
                  <a:lnTo>
                    <a:pt x="0" y="1738788"/>
                  </a:lnTo>
                  <a:lnTo>
                    <a:pt x="5719654" y="1738788"/>
                  </a:lnTo>
                </a:path>
                <a:path extrusionOk="0" h="3477895" w="5720080">
                  <a:moveTo>
                    <a:pt x="0" y="0"/>
                  </a:moveTo>
                  <a:lnTo>
                    <a:pt x="0" y="0"/>
                  </a:lnTo>
                  <a:lnTo>
                    <a:pt x="5719654" y="0"/>
                  </a:lnTo>
                </a:path>
              </a:pathLst>
            </a:custGeom>
            <a:noFill/>
            <a:ln cap="flat" cmpd="sng" w="154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0" name="Google Shape;620;p116"/>
            <p:cNvSpPr/>
            <p:nvPr/>
          </p:nvSpPr>
          <p:spPr>
            <a:xfrm>
              <a:off x="3497025" y="2826004"/>
              <a:ext cx="5720080" cy="2386965"/>
            </a:xfrm>
            <a:custGeom>
              <a:rect b="b" l="l" r="r" t="t"/>
              <a:pathLst>
                <a:path extrusionOk="0" h="2386965" w="5720080">
                  <a:moveTo>
                    <a:pt x="0" y="2386631"/>
                  </a:moveTo>
                  <a:lnTo>
                    <a:pt x="2934329" y="2383059"/>
                  </a:lnTo>
                  <a:lnTo>
                    <a:pt x="3328514" y="2379487"/>
                  </a:lnTo>
                  <a:lnTo>
                    <a:pt x="3562992" y="2373534"/>
                  </a:lnTo>
                  <a:lnTo>
                    <a:pt x="3735715" y="2366391"/>
                  </a:lnTo>
                  <a:lnTo>
                    <a:pt x="3878593" y="2356866"/>
                  </a:lnTo>
                  <a:lnTo>
                    <a:pt x="4009565" y="2343769"/>
                  </a:lnTo>
                  <a:lnTo>
                    <a:pt x="4123867" y="2329465"/>
                  </a:lnTo>
                  <a:lnTo>
                    <a:pt x="4227533" y="2313987"/>
                  </a:lnTo>
                  <a:lnTo>
                    <a:pt x="4313259" y="2297318"/>
                  </a:lnTo>
                  <a:lnTo>
                    <a:pt x="4387080" y="2279443"/>
                  </a:lnTo>
                  <a:lnTo>
                    <a:pt x="4456137" y="2259203"/>
                  </a:lnTo>
                  <a:lnTo>
                    <a:pt x="4519321" y="2236581"/>
                  </a:lnTo>
                  <a:lnTo>
                    <a:pt x="4576472" y="2212752"/>
                  </a:lnTo>
                  <a:lnTo>
                    <a:pt x="4627591" y="2187749"/>
                  </a:lnTo>
                  <a:lnTo>
                    <a:pt x="4678868" y="2157968"/>
                  </a:lnTo>
                  <a:lnTo>
                    <a:pt x="4725383" y="2128202"/>
                  </a:lnTo>
                  <a:lnTo>
                    <a:pt x="4770627" y="2094849"/>
                  </a:lnTo>
                  <a:lnTo>
                    <a:pt x="4815872" y="2055558"/>
                  </a:lnTo>
                  <a:lnTo>
                    <a:pt x="4862228" y="2011489"/>
                  </a:lnTo>
                  <a:lnTo>
                    <a:pt x="4901599" y="1968611"/>
                  </a:lnTo>
                  <a:lnTo>
                    <a:pt x="4942081" y="1920986"/>
                  </a:lnTo>
                  <a:lnTo>
                    <a:pt x="4982563" y="1867392"/>
                  </a:lnTo>
                  <a:lnTo>
                    <a:pt x="5021775" y="1807845"/>
                  </a:lnTo>
                  <a:lnTo>
                    <a:pt x="5062257" y="1742281"/>
                  </a:lnTo>
                  <a:lnTo>
                    <a:pt x="5102739" y="1670843"/>
                  </a:lnTo>
                  <a:lnTo>
                    <a:pt x="5142110" y="1592262"/>
                  </a:lnTo>
                  <a:lnTo>
                    <a:pt x="5188624" y="1494631"/>
                  </a:lnTo>
                  <a:lnTo>
                    <a:pt x="5233869" y="1388586"/>
                  </a:lnTo>
                  <a:lnTo>
                    <a:pt x="5284988" y="1258887"/>
                  </a:lnTo>
                  <a:lnTo>
                    <a:pt x="5342139" y="1105217"/>
                  </a:lnTo>
                  <a:lnTo>
                    <a:pt x="5411196" y="908685"/>
                  </a:lnTo>
                  <a:lnTo>
                    <a:pt x="5508830" y="619283"/>
                  </a:lnTo>
                  <a:lnTo>
                    <a:pt x="5651866" y="194151"/>
                  </a:lnTo>
                  <a:lnTo>
                    <a:pt x="5719654" y="0"/>
                  </a:lnTo>
                </a:path>
              </a:pathLst>
            </a:custGeom>
            <a:noFill/>
            <a:ln cap="flat" cmpd="sng" w="27375">
              <a:solidFill>
                <a:srgbClr val="4B71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1" name="Google Shape;621;p116"/>
            <p:cNvSpPr/>
            <p:nvPr/>
          </p:nvSpPr>
          <p:spPr>
            <a:xfrm>
              <a:off x="3497025" y="2809335"/>
              <a:ext cx="5720080" cy="2419350"/>
            </a:xfrm>
            <a:custGeom>
              <a:rect b="b" l="l" r="r" t="t"/>
              <a:pathLst>
                <a:path extrusionOk="0" h="2419350" w="5720080">
                  <a:moveTo>
                    <a:pt x="0" y="404971"/>
                  </a:moveTo>
                  <a:lnTo>
                    <a:pt x="165531" y="1109980"/>
                  </a:lnTo>
                  <a:lnTo>
                    <a:pt x="239368" y="1411287"/>
                  </a:lnTo>
                  <a:lnTo>
                    <a:pt x="297709" y="1630362"/>
                  </a:lnTo>
                  <a:lnTo>
                    <a:pt x="342970" y="1793541"/>
                  </a:lnTo>
                  <a:lnTo>
                    <a:pt x="383452" y="1924542"/>
                  </a:lnTo>
                  <a:lnTo>
                    <a:pt x="416806" y="2026967"/>
                  </a:lnTo>
                  <a:lnTo>
                    <a:pt x="451335" y="2117486"/>
                  </a:lnTo>
                  <a:lnTo>
                    <a:pt x="479910" y="2184177"/>
                  </a:lnTo>
                  <a:lnTo>
                    <a:pt x="508502" y="2241343"/>
                  </a:lnTo>
                  <a:lnTo>
                    <a:pt x="537077" y="2290159"/>
                  </a:lnTo>
                  <a:lnTo>
                    <a:pt x="559700" y="2322322"/>
                  </a:lnTo>
                  <a:lnTo>
                    <a:pt x="606151" y="2371153"/>
                  </a:lnTo>
                  <a:lnTo>
                    <a:pt x="651395" y="2402109"/>
                  </a:lnTo>
                  <a:lnTo>
                    <a:pt x="697847" y="2416397"/>
                  </a:lnTo>
                  <a:lnTo>
                    <a:pt x="726422" y="2418794"/>
                  </a:lnTo>
                  <a:lnTo>
                    <a:pt x="754998" y="2417587"/>
                  </a:lnTo>
                  <a:lnTo>
                    <a:pt x="789574" y="2412825"/>
                  </a:lnTo>
                  <a:lnTo>
                    <a:pt x="834819" y="2402109"/>
                  </a:lnTo>
                  <a:lnTo>
                    <a:pt x="920546" y="2378297"/>
                  </a:lnTo>
                  <a:lnTo>
                    <a:pt x="995477" y="2358040"/>
                  </a:lnTo>
                  <a:lnTo>
                    <a:pt x="1052787" y="2346134"/>
                  </a:lnTo>
                  <a:lnTo>
                    <a:pt x="1103906" y="2338990"/>
                  </a:lnTo>
                  <a:lnTo>
                    <a:pt x="1155183" y="2335418"/>
                  </a:lnTo>
                  <a:lnTo>
                    <a:pt x="1206301" y="2335418"/>
                  </a:lnTo>
                  <a:lnTo>
                    <a:pt x="1263452" y="2338990"/>
                  </a:lnTo>
                  <a:lnTo>
                    <a:pt x="1320604" y="2346134"/>
                  </a:lnTo>
                  <a:lnTo>
                    <a:pt x="1389661" y="2358040"/>
                  </a:lnTo>
                  <a:lnTo>
                    <a:pt x="1504122" y="2383059"/>
                  </a:lnTo>
                  <a:lnTo>
                    <a:pt x="1601755" y="2403300"/>
                  </a:lnTo>
                  <a:lnTo>
                    <a:pt x="1664780" y="2412825"/>
                  </a:lnTo>
                  <a:lnTo>
                    <a:pt x="1721932" y="2417587"/>
                  </a:lnTo>
                  <a:lnTo>
                    <a:pt x="1779083" y="2418794"/>
                  </a:lnTo>
                  <a:lnTo>
                    <a:pt x="1836234" y="2417587"/>
                  </a:lnTo>
                  <a:lnTo>
                    <a:pt x="1904180" y="2410444"/>
                  </a:lnTo>
                  <a:lnTo>
                    <a:pt x="2007846" y="2397347"/>
                  </a:lnTo>
                  <a:lnTo>
                    <a:pt x="2116116" y="2383059"/>
                  </a:lnTo>
                  <a:lnTo>
                    <a:pt x="2185173" y="2378297"/>
                  </a:lnTo>
                  <a:lnTo>
                    <a:pt x="2253120" y="2377106"/>
                  </a:lnTo>
                  <a:lnTo>
                    <a:pt x="2328051" y="2378297"/>
                  </a:lnTo>
                  <a:lnTo>
                    <a:pt x="2424573" y="2385441"/>
                  </a:lnTo>
                  <a:lnTo>
                    <a:pt x="2642541" y="2400919"/>
                  </a:lnTo>
                  <a:lnTo>
                    <a:pt x="2756843" y="2405681"/>
                  </a:lnTo>
                  <a:lnTo>
                    <a:pt x="2889085" y="2405681"/>
                  </a:lnTo>
                  <a:lnTo>
                    <a:pt x="3093876" y="2403300"/>
                  </a:lnTo>
                  <a:lnTo>
                    <a:pt x="3277236" y="2402109"/>
                  </a:lnTo>
                  <a:lnTo>
                    <a:pt x="3477265" y="2400919"/>
                  </a:lnTo>
                  <a:lnTo>
                    <a:pt x="3569025" y="2396156"/>
                  </a:lnTo>
                  <a:lnTo>
                    <a:pt x="3672532" y="2386631"/>
                  </a:lnTo>
                  <a:lnTo>
                    <a:pt x="3866687" y="2369962"/>
                  </a:lnTo>
                  <a:lnTo>
                    <a:pt x="3997658" y="2362819"/>
                  </a:lnTo>
                  <a:lnTo>
                    <a:pt x="4117993" y="2354468"/>
                  </a:lnTo>
                  <a:lnTo>
                    <a:pt x="4198957" y="2346134"/>
                  </a:lnTo>
                  <a:lnTo>
                    <a:pt x="4272777" y="2335418"/>
                  </a:lnTo>
                  <a:lnTo>
                    <a:pt x="4346598" y="2319940"/>
                  </a:lnTo>
                  <a:lnTo>
                    <a:pt x="4421688" y="2302081"/>
                  </a:lnTo>
                  <a:lnTo>
                    <a:pt x="4490746" y="2280634"/>
                  </a:lnTo>
                  <a:lnTo>
                    <a:pt x="4547897" y="2260393"/>
                  </a:lnTo>
                  <a:lnTo>
                    <a:pt x="4599015" y="2237771"/>
                  </a:lnTo>
                  <a:lnTo>
                    <a:pt x="4644260" y="2215134"/>
                  </a:lnTo>
                  <a:lnTo>
                    <a:pt x="4690774" y="2187749"/>
                  </a:lnTo>
                  <a:lnTo>
                    <a:pt x="4736019" y="2156777"/>
                  </a:lnTo>
                  <a:lnTo>
                    <a:pt x="4776501" y="2124630"/>
                  </a:lnTo>
                  <a:lnTo>
                    <a:pt x="4815872" y="2088896"/>
                  </a:lnTo>
                  <a:lnTo>
                    <a:pt x="4856354" y="2049589"/>
                  </a:lnTo>
                  <a:lnTo>
                    <a:pt x="4896836" y="2004345"/>
                  </a:lnTo>
                  <a:lnTo>
                    <a:pt x="4936048" y="1954323"/>
                  </a:lnTo>
                  <a:lnTo>
                    <a:pt x="4976530" y="1899539"/>
                  </a:lnTo>
                  <a:lnTo>
                    <a:pt x="5017012" y="1838801"/>
                  </a:lnTo>
                  <a:lnTo>
                    <a:pt x="5056383" y="1770856"/>
                  </a:lnTo>
                  <a:lnTo>
                    <a:pt x="5096865" y="1697037"/>
                  </a:lnTo>
                  <a:lnTo>
                    <a:pt x="5142110" y="1605438"/>
                  </a:lnTo>
                  <a:lnTo>
                    <a:pt x="5188624" y="1505267"/>
                  </a:lnTo>
                  <a:lnTo>
                    <a:pt x="5233869" y="1395730"/>
                  </a:lnTo>
                  <a:lnTo>
                    <a:pt x="5284988" y="1264761"/>
                  </a:lnTo>
                  <a:lnTo>
                    <a:pt x="5342139" y="1108710"/>
                  </a:lnTo>
                  <a:lnTo>
                    <a:pt x="5411196" y="911066"/>
                  </a:lnTo>
                  <a:lnTo>
                    <a:pt x="5519625" y="585946"/>
                  </a:lnTo>
                  <a:lnTo>
                    <a:pt x="5645834" y="210820"/>
                  </a:lnTo>
                  <a:lnTo>
                    <a:pt x="5719654" y="0"/>
                  </a:lnTo>
                </a:path>
              </a:pathLst>
            </a:custGeom>
            <a:noFill/>
            <a:ln cap="flat" cmpd="sng" w="27375">
              <a:solidFill>
                <a:srgbClr val="54A86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2" name="Google Shape;622;p116"/>
            <p:cNvSpPr/>
            <p:nvPr/>
          </p:nvSpPr>
          <p:spPr>
            <a:xfrm>
              <a:off x="7799647" y="2080514"/>
              <a:ext cx="318135" cy="0"/>
            </a:xfrm>
            <a:custGeom>
              <a:rect b="b" l="l" r="r" t="t"/>
              <a:pathLst>
                <a:path extrusionOk="0" h="120000" w="318134">
                  <a:moveTo>
                    <a:pt x="0" y="0"/>
                  </a:moveTo>
                  <a:lnTo>
                    <a:pt x="0" y="0"/>
                  </a:lnTo>
                  <a:lnTo>
                    <a:pt x="317824" y="0"/>
                  </a:lnTo>
                </a:path>
              </a:pathLst>
            </a:custGeom>
            <a:noFill/>
            <a:ln cap="flat" cmpd="sng" w="27375">
              <a:solidFill>
                <a:srgbClr val="4B71A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23" name="Google Shape;623;p116"/>
            <p:cNvPicPr preferRelativeResize="0"/>
            <p:nvPr/>
          </p:nvPicPr>
          <p:blipFill rotWithShape="1">
            <a:blip r:embed="rId3">
              <a:alphaModFix/>
            </a:blip>
            <a:srcRect b="0" l="0" r="0" t="0"/>
            <a:stretch/>
          </p:blipFill>
          <p:spPr>
            <a:xfrm>
              <a:off x="8248601" y="2022094"/>
              <a:ext cx="258290" cy="115570"/>
            </a:xfrm>
            <a:prstGeom prst="rect">
              <a:avLst/>
            </a:prstGeom>
            <a:noFill/>
            <a:ln>
              <a:noFill/>
            </a:ln>
          </p:spPr>
        </p:pic>
        <p:pic>
          <p:nvPicPr>
            <p:cNvPr id="624" name="Google Shape;624;p116"/>
            <p:cNvPicPr preferRelativeResize="0"/>
            <p:nvPr/>
          </p:nvPicPr>
          <p:blipFill rotWithShape="1">
            <a:blip r:embed="rId4">
              <a:alphaModFix/>
            </a:blip>
            <a:srcRect b="0" l="0" r="0" t="0"/>
            <a:stretch/>
          </p:blipFill>
          <p:spPr>
            <a:xfrm>
              <a:off x="8528324" y="2051939"/>
              <a:ext cx="66676" cy="83342"/>
            </a:xfrm>
            <a:prstGeom prst="rect">
              <a:avLst/>
            </a:prstGeom>
            <a:noFill/>
            <a:ln>
              <a:noFill/>
            </a:ln>
          </p:spPr>
        </p:pic>
        <p:sp>
          <p:nvSpPr>
            <p:cNvPr id="625" name="Google Shape;625;p116"/>
            <p:cNvSpPr/>
            <p:nvPr/>
          </p:nvSpPr>
          <p:spPr>
            <a:xfrm>
              <a:off x="8616582" y="2022093"/>
              <a:ext cx="14604" cy="113664"/>
            </a:xfrm>
            <a:custGeom>
              <a:rect b="b" l="l" r="r" t="t"/>
              <a:pathLst>
                <a:path extrusionOk="0" h="113664" w="14604">
                  <a:moveTo>
                    <a:pt x="14274" y="30962"/>
                  </a:moveTo>
                  <a:lnTo>
                    <a:pt x="0" y="30962"/>
                  </a:lnTo>
                  <a:lnTo>
                    <a:pt x="0" y="113195"/>
                  </a:lnTo>
                  <a:lnTo>
                    <a:pt x="14274" y="113195"/>
                  </a:lnTo>
                  <a:lnTo>
                    <a:pt x="14274" y="30962"/>
                  </a:lnTo>
                  <a:close/>
                </a:path>
                <a:path extrusionOk="0" h="113664" w="14604">
                  <a:moveTo>
                    <a:pt x="14274" y="0"/>
                  </a:moveTo>
                  <a:lnTo>
                    <a:pt x="0" y="0"/>
                  </a:lnTo>
                  <a:lnTo>
                    <a:pt x="0" y="15557"/>
                  </a:lnTo>
                  <a:lnTo>
                    <a:pt x="14274" y="15557"/>
                  </a:lnTo>
                  <a:lnTo>
                    <a:pt x="14274"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26" name="Google Shape;626;p116"/>
            <p:cNvPicPr preferRelativeResize="0"/>
            <p:nvPr/>
          </p:nvPicPr>
          <p:blipFill rotWithShape="1">
            <a:blip r:embed="rId5">
              <a:alphaModFix/>
            </a:blip>
            <a:srcRect b="0" l="0" r="0" t="0"/>
            <a:stretch/>
          </p:blipFill>
          <p:spPr>
            <a:xfrm>
              <a:off x="8652310" y="2051938"/>
              <a:ext cx="154784" cy="116680"/>
            </a:xfrm>
            <a:prstGeom prst="rect">
              <a:avLst/>
            </a:prstGeom>
            <a:noFill/>
            <a:ln>
              <a:noFill/>
            </a:ln>
          </p:spPr>
        </p:pic>
        <p:pic>
          <p:nvPicPr>
            <p:cNvPr id="627" name="Google Shape;627;p116"/>
            <p:cNvPicPr preferRelativeResize="0"/>
            <p:nvPr/>
          </p:nvPicPr>
          <p:blipFill rotWithShape="1">
            <a:blip r:embed="rId6">
              <a:alphaModFix/>
            </a:blip>
            <a:srcRect b="0" l="0" r="0" t="0"/>
            <a:stretch/>
          </p:blipFill>
          <p:spPr>
            <a:xfrm>
              <a:off x="8866628" y="2024475"/>
              <a:ext cx="206061" cy="113187"/>
            </a:xfrm>
            <a:prstGeom prst="rect">
              <a:avLst/>
            </a:prstGeom>
            <a:noFill/>
            <a:ln>
              <a:noFill/>
            </a:ln>
          </p:spPr>
        </p:pic>
        <p:sp>
          <p:nvSpPr>
            <p:cNvPr id="628" name="Google Shape;628;p116"/>
            <p:cNvSpPr/>
            <p:nvPr/>
          </p:nvSpPr>
          <p:spPr>
            <a:xfrm>
              <a:off x="7799647" y="2306731"/>
              <a:ext cx="318135" cy="0"/>
            </a:xfrm>
            <a:custGeom>
              <a:rect b="b" l="l" r="r" t="t"/>
              <a:pathLst>
                <a:path extrusionOk="0" h="120000" w="318134">
                  <a:moveTo>
                    <a:pt x="0" y="0"/>
                  </a:moveTo>
                  <a:lnTo>
                    <a:pt x="0" y="0"/>
                  </a:lnTo>
                  <a:lnTo>
                    <a:pt x="317824" y="0"/>
                  </a:lnTo>
                </a:path>
              </a:pathLst>
            </a:custGeom>
            <a:noFill/>
            <a:ln cap="flat" cmpd="sng" w="27375">
              <a:solidFill>
                <a:srgbClr val="54A86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9" name="Google Shape;629;p116"/>
            <p:cNvSpPr/>
            <p:nvPr/>
          </p:nvSpPr>
          <p:spPr>
            <a:xfrm>
              <a:off x="8256854" y="2247899"/>
              <a:ext cx="534035" cy="116205"/>
            </a:xfrm>
            <a:custGeom>
              <a:rect b="b" l="l" r="r" t="t"/>
              <a:pathLst>
                <a:path extrusionOk="0" h="116205" w="534034">
                  <a:moveTo>
                    <a:pt x="89357" y="0"/>
                  </a:moveTo>
                  <a:lnTo>
                    <a:pt x="75082" y="0"/>
                  </a:lnTo>
                  <a:lnTo>
                    <a:pt x="75082" y="46990"/>
                  </a:lnTo>
                  <a:lnTo>
                    <a:pt x="15544" y="46990"/>
                  </a:lnTo>
                  <a:lnTo>
                    <a:pt x="15544" y="0"/>
                  </a:lnTo>
                  <a:lnTo>
                    <a:pt x="0" y="0"/>
                  </a:lnTo>
                  <a:lnTo>
                    <a:pt x="0" y="46990"/>
                  </a:lnTo>
                  <a:lnTo>
                    <a:pt x="0" y="60960"/>
                  </a:lnTo>
                  <a:lnTo>
                    <a:pt x="0" y="114300"/>
                  </a:lnTo>
                  <a:lnTo>
                    <a:pt x="15544" y="114300"/>
                  </a:lnTo>
                  <a:lnTo>
                    <a:pt x="15544" y="60960"/>
                  </a:lnTo>
                  <a:lnTo>
                    <a:pt x="75082" y="60960"/>
                  </a:lnTo>
                  <a:lnTo>
                    <a:pt x="75082" y="114300"/>
                  </a:lnTo>
                  <a:lnTo>
                    <a:pt x="89357" y="114300"/>
                  </a:lnTo>
                  <a:lnTo>
                    <a:pt x="89357" y="60960"/>
                  </a:lnTo>
                  <a:lnTo>
                    <a:pt x="89357" y="46990"/>
                  </a:lnTo>
                  <a:lnTo>
                    <a:pt x="89357" y="0"/>
                  </a:lnTo>
                  <a:close/>
                </a:path>
                <a:path extrusionOk="0" h="116205" w="534034">
                  <a:moveTo>
                    <a:pt x="184632" y="72009"/>
                  </a:moveTo>
                  <a:lnTo>
                    <a:pt x="170345" y="38227"/>
                  </a:lnTo>
                  <a:lnTo>
                    <a:pt x="170345" y="83921"/>
                  </a:lnTo>
                  <a:lnTo>
                    <a:pt x="167957" y="92176"/>
                  </a:lnTo>
                  <a:lnTo>
                    <a:pt x="158432" y="101701"/>
                  </a:lnTo>
                  <a:lnTo>
                    <a:pt x="153670" y="105346"/>
                  </a:lnTo>
                  <a:lnTo>
                    <a:pt x="139382" y="105346"/>
                  </a:lnTo>
                  <a:lnTo>
                    <a:pt x="133350" y="101701"/>
                  </a:lnTo>
                  <a:lnTo>
                    <a:pt x="123825" y="92176"/>
                  </a:lnTo>
                  <a:lnTo>
                    <a:pt x="121437" y="83921"/>
                  </a:lnTo>
                  <a:lnTo>
                    <a:pt x="121450" y="62420"/>
                  </a:lnTo>
                  <a:lnTo>
                    <a:pt x="123825" y="55346"/>
                  </a:lnTo>
                  <a:lnTo>
                    <a:pt x="128587" y="49314"/>
                  </a:lnTo>
                  <a:lnTo>
                    <a:pt x="133350" y="44551"/>
                  </a:lnTo>
                  <a:lnTo>
                    <a:pt x="139382" y="42164"/>
                  </a:lnTo>
                  <a:lnTo>
                    <a:pt x="152400" y="42164"/>
                  </a:lnTo>
                  <a:lnTo>
                    <a:pt x="170345" y="83921"/>
                  </a:lnTo>
                  <a:lnTo>
                    <a:pt x="170345" y="38227"/>
                  </a:lnTo>
                  <a:lnTo>
                    <a:pt x="168046" y="36360"/>
                  </a:lnTo>
                  <a:lnTo>
                    <a:pt x="161493" y="32981"/>
                  </a:lnTo>
                  <a:lnTo>
                    <a:pt x="154279" y="30949"/>
                  </a:lnTo>
                  <a:lnTo>
                    <a:pt x="146507" y="30264"/>
                  </a:lnTo>
                  <a:lnTo>
                    <a:pt x="138607" y="30949"/>
                  </a:lnTo>
                  <a:lnTo>
                    <a:pt x="138861" y="30949"/>
                  </a:lnTo>
                  <a:lnTo>
                    <a:pt x="108026" y="62420"/>
                  </a:lnTo>
                  <a:lnTo>
                    <a:pt x="107238" y="72009"/>
                  </a:lnTo>
                  <a:lnTo>
                    <a:pt x="107137" y="73126"/>
                  </a:lnTo>
                  <a:lnTo>
                    <a:pt x="107823" y="83185"/>
                  </a:lnTo>
                  <a:lnTo>
                    <a:pt x="138049" y="115328"/>
                  </a:lnTo>
                  <a:lnTo>
                    <a:pt x="146507" y="115989"/>
                  </a:lnTo>
                  <a:lnTo>
                    <a:pt x="153670" y="115989"/>
                  </a:lnTo>
                  <a:lnTo>
                    <a:pt x="159550" y="114871"/>
                  </a:lnTo>
                  <a:lnTo>
                    <a:pt x="171450" y="107734"/>
                  </a:lnTo>
                  <a:lnTo>
                    <a:pt x="173837" y="105346"/>
                  </a:lnTo>
                  <a:lnTo>
                    <a:pt x="176212" y="102971"/>
                  </a:lnTo>
                  <a:lnTo>
                    <a:pt x="179870" y="96939"/>
                  </a:lnTo>
                  <a:lnTo>
                    <a:pt x="183362" y="91059"/>
                  </a:lnTo>
                  <a:lnTo>
                    <a:pt x="184429" y="83921"/>
                  </a:lnTo>
                  <a:lnTo>
                    <a:pt x="184543" y="83185"/>
                  </a:lnTo>
                  <a:lnTo>
                    <a:pt x="184632" y="72009"/>
                  </a:lnTo>
                  <a:close/>
                </a:path>
                <a:path extrusionOk="0" h="116205" w="534034">
                  <a:moveTo>
                    <a:pt x="214299" y="571"/>
                  </a:moveTo>
                  <a:lnTo>
                    <a:pt x="201295" y="571"/>
                  </a:lnTo>
                  <a:lnTo>
                    <a:pt x="201295" y="114871"/>
                  </a:lnTo>
                  <a:lnTo>
                    <a:pt x="214299" y="114871"/>
                  </a:lnTo>
                  <a:lnTo>
                    <a:pt x="214299" y="571"/>
                  </a:lnTo>
                  <a:close/>
                </a:path>
                <a:path extrusionOk="0" h="116205" w="534034">
                  <a:moveTo>
                    <a:pt x="302425" y="571"/>
                  </a:moveTo>
                  <a:lnTo>
                    <a:pt x="290512" y="571"/>
                  </a:lnTo>
                  <a:lnTo>
                    <a:pt x="290512" y="85026"/>
                  </a:lnTo>
                  <a:lnTo>
                    <a:pt x="288137" y="92176"/>
                  </a:lnTo>
                  <a:lnTo>
                    <a:pt x="283375" y="96939"/>
                  </a:lnTo>
                  <a:lnTo>
                    <a:pt x="278612" y="102971"/>
                  </a:lnTo>
                  <a:lnTo>
                    <a:pt x="273850" y="105346"/>
                  </a:lnTo>
                  <a:lnTo>
                    <a:pt x="261937" y="105346"/>
                  </a:lnTo>
                  <a:lnTo>
                    <a:pt x="257175" y="101701"/>
                  </a:lnTo>
                  <a:lnTo>
                    <a:pt x="247650" y="92176"/>
                  </a:lnTo>
                  <a:lnTo>
                    <a:pt x="245275" y="83921"/>
                  </a:lnTo>
                  <a:lnTo>
                    <a:pt x="245275" y="62484"/>
                  </a:lnTo>
                  <a:lnTo>
                    <a:pt x="247650" y="54076"/>
                  </a:lnTo>
                  <a:lnTo>
                    <a:pt x="252412" y="49314"/>
                  </a:lnTo>
                  <a:lnTo>
                    <a:pt x="256070" y="44551"/>
                  </a:lnTo>
                  <a:lnTo>
                    <a:pt x="260832" y="42164"/>
                  </a:lnTo>
                  <a:lnTo>
                    <a:pt x="273850" y="42164"/>
                  </a:lnTo>
                  <a:lnTo>
                    <a:pt x="290512" y="85026"/>
                  </a:lnTo>
                  <a:lnTo>
                    <a:pt x="290512" y="571"/>
                  </a:lnTo>
                  <a:lnTo>
                    <a:pt x="288137" y="571"/>
                  </a:lnTo>
                  <a:lnTo>
                    <a:pt x="288137" y="41059"/>
                  </a:lnTo>
                  <a:lnTo>
                    <a:pt x="285750" y="38671"/>
                  </a:lnTo>
                  <a:lnTo>
                    <a:pt x="283375" y="35026"/>
                  </a:lnTo>
                  <a:lnTo>
                    <a:pt x="279882" y="33909"/>
                  </a:lnTo>
                  <a:lnTo>
                    <a:pt x="275120" y="31534"/>
                  </a:lnTo>
                  <a:lnTo>
                    <a:pt x="271462" y="30264"/>
                  </a:lnTo>
                  <a:lnTo>
                    <a:pt x="259562" y="30264"/>
                  </a:lnTo>
                  <a:lnTo>
                    <a:pt x="252412" y="32639"/>
                  </a:lnTo>
                  <a:lnTo>
                    <a:pt x="247650" y="36296"/>
                  </a:lnTo>
                  <a:lnTo>
                    <a:pt x="241782" y="38671"/>
                  </a:lnTo>
                  <a:lnTo>
                    <a:pt x="238125" y="44551"/>
                  </a:lnTo>
                  <a:lnTo>
                    <a:pt x="235750" y="50584"/>
                  </a:lnTo>
                  <a:lnTo>
                    <a:pt x="232257" y="57721"/>
                  </a:lnTo>
                  <a:lnTo>
                    <a:pt x="230987" y="64871"/>
                  </a:lnTo>
                  <a:lnTo>
                    <a:pt x="230987" y="81534"/>
                  </a:lnTo>
                  <a:lnTo>
                    <a:pt x="232257" y="89789"/>
                  </a:lnTo>
                  <a:lnTo>
                    <a:pt x="235750" y="95821"/>
                  </a:lnTo>
                  <a:lnTo>
                    <a:pt x="238125" y="101701"/>
                  </a:lnTo>
                  <a:lnTo>
                    <a:pt x="242887" y="107734"/>
                  </a:lnTo>
                  <a:lnTo>
                    <a:pt x="248920" y="111226"/>
                  </a:lnTo>
                  <a:lnTo>
                    <a:pt x="253682" y="114871"/>
                  </a:lnTo>
                  <a:lnTo>
                    <a:pt x="259562" y="115989"/>
                  </a:lnTo>
                  <a:lnTo>
                    <a:pt x="266700" y="115989"/>
                  </a:lnTo>
                  <a:lnTo>
                    <a:pt x="273596" y="115316"/>
                  </a:lnTo>
                  <a:lnTo>
                    <a:pt x="279844" y="113195"/>
                  </a:lnTo>
                  <a:lnTo>
                    <a:pt x="285191" y="109486"/>
                  </a:lnTo>
                  <a:lnTo>
                    <a:pt x="288417" y="105346"/>
                  </a:lnTo>
                  <a:lnTo>
                    <a:pt x="289407" y="104076"/>
                  </a:lnTo>
                  <a:lnTo>
                    <a:pt x="289407" y="114871"/>
                  </a:lnTo>
                  <a:lnTo>
                    <a:pt x="302425" y="114871"/>
                  </a:lnTo>
                  <a:lnTo>
                    <a:pt x="302425" y="104076"/>
                  </a:lnTo>
                  <a:lnTo>
                    <a:pt x="302425" y="571"/>
                  </a:lnTo>
                  <a:close/>
                </a:path>
                <a:path extrusionOk="0" h="116205" w="534034">
                  <a:moveTo>
                    <a:pt x="396557" y="72009"/>
                  </a:moveTo>
                  <a:lnTo>
                    <a:pt x="382270" y="38100"/>
                  </a:lnTo>
                  <a:lnTo>
                    <a:pt x="382270" y="83921"/>
                  </a:lnTo>
                  <a:lnTo>
                    <a:pt x="379895" y="92176"/>
                  </a:lnTo>
                  <a:lnTo>
                    <a:pt x="370370" y="101701"/>
                  </a:lnTo>
                  <a:lnTo>
                    <a:pt x="364490" y="105346"/>
                  </a:lnTo>
                  <a:lnTo>
                    <a:pt x="351320" y="105346"/>
                  </a:lnTo>
                  <a:lnTo>
                    <a:pt x="345287" y="101701"/>
                  </a:lnTo>
                  <a:lnTo>
                    <a:pt x="335762" y="92176"/>
                  </a:lnTo>
                  <a:lnTo>
                    <a:pt x="333375" y="83921"/>
                  </a:lnTo>
                  <a:lnTo>
                    <a:pt x="333400" y="62420"/>
                  </a:lnTo>
                  <a:lnTo>
                    <a:pt x="335762" y="55346"/>
                  </a:lnTo>
                  <a:lnTo>
                    <a:pt x="340525" y="49314"/>
                  </a:lnTo>
                  <a:lnTo>
                    <a:pt x="345287" y="44551"/>
                  </a:lnTo>
                  <a:lnTo>
                    <a:pt x="351320" y="42164"/>
                  </a:lnTo>
                  <a:lnTo>
                    <a:pt x="364490" y="42164"/>
                  </a:lnTo>
                  <a:lnTo>
                    <a:pt x="382270" y="83921"/>
                  </a:lnTo>
                  <a:lnTo>
                    <a:pt x="382270" y="38100"/>
                  </a:lnTo>
                  <a:lnTo>
                    <a:pt x="380136" y="36360"/>
                  </a:lnTo>
                  <a:lnTo>
                    <a:pt x="373557" y="32981"/>
                  </a:lnTo>
                  <a:lnTo>
                    <a:pt x="366306" y="30949"/>
                  </a:lnTo>
                  <a:lnTo>
                    <a:pt x="358457" y="30264"/>
                  </a:lnTo>
                  <a:lnTo>
                    <a:pt x="350545" y="30949"/>
                  </a:lnTo>
                  <a:lnTo>
                    <a:pt x="350799" y="30949"/>
                  </a:lnTo>
                  <a:lnTo>
                    <a:pt x="319963" y="62420"/>
                  </a:lnTo>
                  <a:lnTo>
                    <a:pt x="319176" y="72009"/>
                  </a:lnTo>
                  <a:lnTo>
                    <a:pt x="319087" y="73126"/>
                  </a:lnTo>
                  <a:lnTo>
                    <a:pt x="319773" y="83185"/>
                  </a:lnTo>
                  <a:lnTo>
                    <a:pt x="349973" y="115328"/>
                  </a:lnTo>
                  <a:lnTo>
                    <a:pt x="358457" y="115989"/>
                  </a:lnTo>
                  <a:lnTo>
                    <a:pt x="365607" y="115989"/>
                  </a:lnTo>
                  <a:lnTo>
                    <a:pt x="371640" y="114871"/>
                  </a:lnTo>
                  <a:lnTo>
                    <a:pt x="377507" y="111226"/>
                  </a:lnTo>
                  <a:lnTo>
                    <a:pt x="383540" y="107734"/>
                  </a:lnTo>
                  <a:lnTo>
                    <a:pt x="385927" y="105346"/>
                  </a:lnTo>
                  <a:lnTo>
                    <a:pt x="388302" y="102971"/>
                  </a:lnTo>
                  <a:lnTo>
                    <a:pt x="391795" y="96939"/>
                  </a:lnTo>
                  <a:lnTo>
                    <a:pt x="395452" y="91059"/>
                  </a:lnTo>
                  <a:lnTo>
                    <a:pt x="396392" y="83921"/>
                  </a:lnTo>
                  <a:lnTo>
                    <a:pt x="396494" y="83185"/>
                  </a:lnTo>
                  <a:lnTo>
                    <a:pt x="396557" y="72009"/>
                  </a:lnTo>
                  <a:close/>
                </a:path>
                <a:path extrusionOk="0" h="116205" w="534034">
                  <a:moveTo>
                    <a:pt x="478802" y="31534"/>
                  </a:moveTo>
                  <a:lnTo>
                    <a:pt x="465620" y="31534"/>
                  </a:lnTo>
                  <a:lnTo>
                    <a:pt x="465620" y="83921"/>
                  </a:lnTo>
                  <a:lnTo>
                    <a:pt x="464502" y="88684"/>
                  </a:lnTo>
                  <a:lnTo>
                    <a:pt x="463232" y="92176"/>
                  </a:lnTo>
                  <a:lnTo>
                    <a:pt x="462127" y="95821"/>
                  </a:lnTo>
                  <a:lnTo>
                    <a:pt x="458470" y="99314"/>
                  </a:lnTo>
                  <a:lnTo>
                    <a:pt x="454977" y="100584"/>
                  </a:lnTo>
                  <a:lnTo>
                    <a:pt x="451332" y="102971"/>
                  </a:lnTo>
                  <a:lnTo>
                    <a:pt x="447840" y="104076"/>
                  </a:lnTo>
                  <a:lnTo>
                    <a:pt x="439420" y="104076"/>
                  </a:lnTo>
                  <a:lnTo>
                    <a:pt x="435927" y="102971"/>
                  </a:lnTo>
                  <a:lnTo>
                    <a:pt x="433552" y="100584"/>
                  </a:lnTo>
                  <a:lnTo>
                    <a:pt x="429895" y="99314"/>
                  </a:lnTo>
                  <a:lnTo>
                    <a:pt x="427520" y="92176"/>
                  </a:lnTo>
                  <a:lnTo>
                    <a:pt x="426402" y="89789"/>
                  </a:lnTo>
                  <a:lnTo>
                    <a:pt x="426402" y="31534"/>
                  </a:lnTo>
                  <a:lnTo>
                    <a:pt x="412115" y="31534"/>
                  </a:lnTo>
                  <a:lnTo>
                    <a:pt x="412115" y="88684"/>
                  </a:lnTo>
                  <a:lnTo>
                    <a:pt x="413232" y="93446"/>
                  </a:lnTo>
                  <a:lnTo>
                    <a:pt x="413232" y="95821"/>
                  </a:lnTo>
                  <a:lnTo>
                    <a:pt x="414502" y="100584"/>
                  </a:lnTo>
                  <a:lnTo>
                    <a:pt x="415607" y="104076"/>
                  </a:lnTo>
                  <a:lnTo>
                    <a:pt x="417995" y="106464"/>
                  </a:lnTo>
                  <a:lnTo>
                    <a:pt x="419265" y="108839"/>
                  </a:lnTo>
                  <a:lnTo>
                    <a:pt x="422757" y="111226"/>
                  </a:lnTo>
                  <a:lnTo>
                    <a:pt x="427520" y="113601"/>
                  </a:lnTo>
                  <a:lnTo>
                    <a:pt x="431165" y="114871"/>
                  </a:lnTo>
                  <a:lnTo>
                    <a:pt x="435927" y="115989"/>
                  </a:lnTo>
                  <a:lnTo>
                    <a:pt x="440690" y="115989"/>
                  </a:lnTo>
                  <a:lnTo>
                    <a:pt x="448424" y="115112"/>
                  </a:lnTo>
                  <a:lnTo>
                    <a:pt x="455523" y="112572"/>
                  </a:lnTo>
                  <a:lnTo>
                    <a:pt x="461746" y="108483"/>
                  </a:lnTo>
                  <a:lnTo>
                    <a:pt x="466890" y="102971"/>
                  </a:lnTo>
                  <a:lnTo>
                    <a:pt x="466890" y="114871"/>
                  </a:lnTo>
                  <a:lnTo>
                    <a:pt x="478802" y="114871"/>
                  </a:lnTo>
                  <a:lnTo>
                    <a:pt x="478802" y="31534"/>
                  </a:lnTo>
                  <a:close/>
                </a:path>
                <a:path extrusionOk="0" h="116205" w="534034">
                  <a:moveTo>
                    <a:pt x="533565" y="114871"/>
                  </a:moveTo>
                  <a:lnTo>
                    <a:pt x="531190" y="101701"/>
                  </a:lnTo>
                  <a:lnTo>
                    <a:pt x="528802" y="102971"/>
                  </a:lnTo>
                  <a:lnTo>
                    <a:pt x="524040" y="102971"/>
                  </a:lnTo>
                  <a:lnTo>
                    <a:pt x="521665" y="101701"/>
                  </a:lnTo>
                  <a:lnTo>
                    <a:pt x="520395" y="101701"/>
                  </a:lnTo>
                  <a:lnTo>
                    <a:pt x="518007" y="99314"/>
                  </a:lnTo>
                  <a:lnTo>
                    <a:pt x="518007" y="43434"/>
                  </a:lnTo>
                  <a:lnTo>
                    <a:pt x="531190" y="43434"/>
                  </a:lnTo>
                  <a:lnTo>
                    <a:pt x="531190" y="31534"/>
                  </a:lnTo>
                  <a:lnTo>
                    <a:pt x="518007" y="31534"/>
                  </a:lnTo>
                  <a:lnTo>
                    <a:pt x="518007" y="2959"/>
                  </a:lnTo>
                  <a:lnTo>
                    <a:pt x="503720" y="11214"/>
                  </a:lnTo>
                  <a:lnTo>
                    <a:pt x="503720" y="31534"/>
                  </a:lnTo>
                  <a:lnTo>
                    <a:pt x="493090" y="31534"/>
                  </a:lnTo>
                  <a:lnTo>
                    <a:pt x="493090" y="43434"/>
                  </a:lnTo>
                  <a:lnTo>
                    <a:pt x="503720" y="43434"/>
                  </a:lnTo>
                  <a:lnTo>
                    <a:pt x="503720" y="104076"/>
                  </a:lnTo>
                  <a:lnTo>
                    <a:pt x="504990" y="106464"/>
                  </a:lnTo>
                  <a:lnTo>
                    <a:pt x="506107" y="110109"/>
                  </a:lnTo>
                  <a:lnTo>
                    <a:pt x="508482" y="111226"/>
                  </a:lnTo>
                  <a:lnTo>
                    <a:pt x="510870" y="113601"/>
                  </a:lnTo>
                  <a:lnTo>
                    <a:pt x="514515" y="114871"/>
                  </a:lnTo>
                  <a:lnTo>
                    <a:pt x="533565" y="114871"/>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0" name="Google Shape;630;p116"/>
            <p:cNvPicPr preferRelativeResize="0"/>
            <p:nvPr/>
          </p:nvPicPr>
          <p:blipFill rotWithShape="1">
            <a:blip r:embed="rId7">
              <a:alphaModFix/>
            </a:blip>
            <a:srcRect b="0" l="0" r="0" t="0"/>
            <a:stretch/>
          </p:blipFill>
          <p:spPr>
            <a:xfrm>
              <a:off x="8840433" y="2250851"/>
              <a:ext cx="205902" cy="113029"/>
            </a:xfrm>
            <a:prstGeom prst="rect">
              <a:avLst/>
            </a:prstGeom>
            <a:noFill/>
            <a:ln>
              <a:noFill/>
            </a:ln>
          </p:spPr>
        </p:pic>
      </p:grpSp>
      <p:grpSp>
        <p:nvGrpSpPr>
          <p:cNvPr id="631" name="Google Shape;631;p116"/>
          <p:cNvGrpSpPr/>
          <p:nvPr/>
        </p:nvGrpSpPr>
        <p:grpSpPr>
          <a:xfrm>
            <a:off x="3363655" y="5453214"/>
            <a:ext cx="262347" cy="151246"/>
            <a:chOff x="3363655" y="5453214"/>
            <a:chExt cx="262347" cy="151246"/>
          </a:xfrm>
        </p:grpSpPr>
        <p:sp>
          <p:nvSpPr>
            <p:cNvPr id="632" name="Google Shape;632;p116"/>
            <p:cNvSpPr/>
            <p:nvPr/>
          </p:nvSpPr>
          <p:spPr>
            <a:xfrm>
              <a:off x="3363655" y="5487748"/>
              <a:ext cx="41910" cy="114935"/>
            </a:xfrm>
            <a:custGeom>
              <a:rect b="b" l="l" r="r" t="t"/>
              <a:pathLst>
                <a:path extrusionOk="0" h="114935" w="41910">
                  <a:moveTo>
                    <a:pt x="41671" y="0"/>
                  </a:moveTo>
                  <a:lnTo>
                    <a:pt x="32146" y="0"/>
                  </a:lnTo>
                  <a:lnTo>
                    <a:pt x="29766" y="5953"/>
                  </a:lnTo>
                  <a:lnTo>
                    <a:pt x="26193" y="10714"/>
                  </a:lnTo>
                  <a:lnTo>
                    <a:pt x="20241" y="15478"/>
                  </a:lnTo>
                  <a:lnTo>
                    <a:pt x="14286" y="21431"/>
                  </a:lnTo>
                  <a:lnTo>
                    <a:pt x="0" y="28575"/>
                  </a:lnTo>
                  <a:lnTo>
                    <a:pt x="0" y="42862"/>
                  </a:lnTo>
                  <a:lnTo>
                    <a:pt x="3571" y="40481"/>
                  </a:lnTo>
                  <a:lnTo>
                    <a:pt x="8333" y="38100"/>
                  </a:lnTo>
                  <a:lnTo>
                    <a:pt x="14286" y="35718"/>
                  </a:lnTo>
                  <a:lnTo>
                    <a:pt x="23811" y="28575"/>
                  </a:lnTo>
                  <a:lnTo>
                    <a:pt x="27383" y="26193"/>
                  </a:lnTo>
                  <a:lnTo>
                    <a:pt x="27383" y="114331"/>
                  </a:lnTo>
                  <a:lnTo>
                    <a:pt x="41671" y="114331"/>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3" name="Google Shape;633;p116"/>
            <p:cNvPicPr preferRelativeResize="0"/>
            <p:nvPr/>
          </p:nvPicPr>
          <p:blipFill rotWithShape="1">
            <a:blip r:embed="rId8">
              <a:alphaModFix/>
            </a:blip>
            <a:srcRect b="0" l="0" r="0" t="0"/>
            <a:stretch/>
          </p:blipFill>
          <p:spPr>
            <a:xfrm>
              <a:off x="3441048" y="5487748"/>
              <a:ext cx="73835" cy="116712"/>
            </a:xfrm>
            <a:prstGeom prst="rect">
              <a:avLst/>
            </a:prstGeom>
            <a:noFill/>
            <a:ln>
              <a:noFill/>
            </a:ln>
          </p:spPr>
        </p:pic>
        <p:sp>
          <p:nvSpPr>
            <p:cNvPr id="634" name="Google Shape;634;p116"/>
            <p:cNvSpPr/>
            <p:nvPr/>
          </p:nvSpPr>
          <p:spPr>
            <a:xfrm>
              <a:off x="3533927" y="5453214"/>
              <a:ext cx="92075" cy="80010"/>
            </a:xfrm>
            <a:custGeom>
              <a:rect b="b" l="l" r="r" t="t"/>
              <a:pathLst>
                <a:path extrusionOk="0" h="80010" w="92075">
                  <a:moveTo>
                    <a:pt x="30962" y="44069"/>
                  </a:moveTo>
                  <a:lnTo>
                    <a:pt x="0" y="44069"/>
                  </a:lnTo>
                  <a:lnTo>
                    <a:pt x="0" y="53594"/>
                  </a:lnTo>
                  <a:lnTo>
                    <a:pt x="30962" y="53594"/>
                  </a:lnTo>
                  <a:lnTo>
                    <a:pt x="30962" y="44069"/>
                  </a:lnTo>
                  <a:close/>
                </a:path>
                <a:path extrusionOk="0" h="80010" w="92075">
                  <a:moveTo>
                    <a:pt x="91694" y="44069"/>
                  </a:moveTo>
                  <a:lnTo>
                    <a:pt x="89319" y="36918"/>
                  </a:lnTo>
                  <a:lnTo>
                    <a:pt x="79794" y="27393"/>
                  </a:lnTo>
                  <a:lnTo>
                    <a:pt x="73825" y="25019"/>
                  </a:lnTo>
                  <a:lnTo>
                    <a:pt x="60744" y="25019"/>
                  </a:lnTo>
                  <a:lnTo>
                    <a:pt x="51219" y="29781"/>
                  </a:lnTo>
                  <a:lnTo>
                    <a:pt x="55968" y="9525"/>
                  </a:lnTo>
                  <a:lnTo>
                    <a:pt x="86918" y="9525"/>
                  </a:lnTo>
                  <a:lnTo>
                    <a:pt x="86918" y="0"/>
                  </a:lnTo>
                  <a:lnTo>
                    <a:pt x="47625" y="0"/>
                  </a:lnTo>
                  <a:lnTo>
                    <a:pt x="40500" y="40487"/>
                  </a:lnTo>
                  <a:lnTo>
                    <a:pt x="48818" y="41681"/>
                  </a:lnTo>
                  <a:lnTo>
                    <a:pt x="54775" y="35725"/>
                  </a:lnTo>
                  <a:lnTo>
                    <a:pt x="58343" y="34544"/>
                  </a:lnTo>
                  <a:lnTo>
                    <a:pt x="69075" y="34544"/>
                  </a:lnTo>
                  <a:lnTo>
                    <a:pt x="72644" y="35725"/>
                  </a:lnTo>
                  <a:lnTo>
                    <a:pt x="76200" y="39306"/>
                  </a:lnTo>
                  <a:lnTo>
                    <a:pt x="79794" y="41681"/>
                  </a:lnTo>
                  <a:lnTo>
                    <a:pt x="80975" y="46443"/>
                  </a:lnTo>
                  <a:lnTo>
                    <a:pt x="80975" y="58356"/>
                  </a:lnTo>
                  <a:lnTo>
                    <a:pt x="79794" y="61925"/>
                  </a:lnTo>
                  <a:lnTo>
                    <a:pt x="72644" y="69062"/>
                  </a:lnTo>
                  <a:lnTo>
                    <a:pt x="69075" y="71450"/>
                  </a:lnTo>
                  <a:lnTo>
                    <a:pt x="59550" y="71450"/>
                  </a:lnTo>
                  <a:lnTo>
                    <a:pt x="57150" y="70256"/>
                  </a:lnTo>
                  <a:lnTo>
                    <a:pt x="53594" y="67881"/>
                  </a:lnTo>
                  <a:lnTo>
                    <a:pt x="51219" y="65493"/>
                  </a:lnTo>
                  <a:lnTo>
                    <a:pt x="48818" y="61925"/>
                  </a:lnTo>
                  <a:lnTo>
                    <a:pt x="48818" y="55968"/>
                  </a:lnTo>
                  <a:lnTo>
                    <a:pt x="38100" y="57162"/>
                  </a:lnTo>
                  <a:lnTo>
                    <a:pt x="57150" y="79794"/>
                  </a:lnTo>
                  <a:lnTo>
                    <a:pt x="72644" y="79794"/>
                  </a:lnTo>
                  <a:lnTo>
                    <a:pt x="79794" y="76212"/>
                  </a:lnTo>
                  <a:lnTo>
                    <a:pt x="89319" y="64300"/>
                  </a:lnTo>
                  <a:lnTo>
                    <a:pt x="91694" y="58356"/>
                  </a:lnTo>
                  <a:lnTo>
                    <a:pt x="91694" y="44069"/>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35" name="Google Shape;635;p116"/>
          <p:cNvGrpSpPr/>
          <p:nvPr/>
        </p:nvGrpSpPr>
        <p:grpSpPr>
          <a:xfrm>
            <a:off x="4078155" y="5453214"/>
            <a:ext cx="261016" cy="152438"/>
            <a:chOff x="4078155" y="5453214"/>
            <a:chExt cx="261016" cy="152438"/>
          </a:xfrm>
        </p:grpSpPr>
        <p:sp>
          <p:nvSpPr>
            <p:cNvPr id="636" name="Google Shape;636;p116"/>
            <p:cNvSpPr/>
            <p:nvPr/>
          </p:nvSpPr>
          <p:spPr>
            <a:xfrm>
              <a:off x="4078155" y="5488940"/>
              <a:ext cx="41910" cy="114935"/>
            </a:xfrm>
            <a:custGeom>
              <a:rect b="b" l="l" r="r" t="t"/>
              <a:pathLst>
                <a:path extrusionOk="0" h="114935" w="41910">
                  <a:moveTo>
                    <a:pt x="41689" y="0"/>
                  </a:moveTo>
                  <a:lnTo>
                    <a:pt x="33354" y="0"/>
                  </a:lnTo>
                  <a:lnTo>
                    <a:pt x="30972" y="5952"/>
                  </a:lnTo>
                  <a:lnTo>
                    <a:pt x="26210" y="10714"/>
                  </a:lnTo>
                  <a:lnTo>
                    <a:pt x="20256" y="15477"/>
                  </a:lnTo>
                  <a:lnTo>
                    <a:pt x="14304" y="21431"/>
                  </a:lnTo>
                  <a:lnTo>
                    <a:pt x="8350" y="25002"/>
                  </a:lnTo>
                  <a:lnTo>
                    <a:pt x="0" y="28575"/>
                  </a:lnTo>
                  <a:lnTo>
                    <a:pt x="0" y="42862"/>
                  </a:lnTo>
                  <a:lnTo>
                    <a:pt x="14304" y="35717"/>
                  </a:lnTo>
                  <a:lnTo>
                    <a:pt x="20256" y="32146"/>
                  </a:lnTo>
                  <a:lnTo>
                    <a:pt x="25019" y="28575"/>
                  </a:lnTo>
                  <a:lnTo>
                    <a:pt x="28591" y="26192"/>
                  </a:lnTo>
                  <a:lnTo>
                    <a:pt x="28591" y="114330"/>
                  </a:lnTo>
                  <a:lnTo>
                    <a:pt x="41689" y="114330"/>
                  </a:lnTo>
                  <a:lnTo>
                    <a:pt x="41689"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7" name="Google Shape;637;p116"/>
            <p:cNvPicPr preferRelativeResize="0"/>
            <p:nvPr/>
          </p:nvPicPr>
          <p:blipFill rotWithShape="1">
            <a:blip r:embed="rId9">
              <a:alphaModFix/>
            </a:blip>
            <a:srcRect b="0" l="0" r="0" t="0"/>
            <a:stretch/>
          </p:blipFill>
          <p:spPr>
            <a:xfrm>
              <a:off x="4155564" y="5488940"/>
              <a:ext cx="73835" cy="116712"/>
            </a:xfrm>
            <a:prstGeom prst="rect">
              <a:avLst/>
            </a:prstGeom>
            <a:noFill/>
            <a:ln>
              <a:noFill/>
            </a:ln>
          </p:spPr>
        </p:pic>
        <p:sp>
          <p:nvSpPr>
            <p:cNvPr id="638" name="Google Shape;638;p116"/>
            <p:cNvSpPr/>
            <p:nvPr/>
          </p:nvSpPr>
          <p:spPr>
            <a:xfrm>
              <a:off x="4249636" y="5453214"/>
              <a:ext cx="89535" cy="78740"/>
            </a:xfrm>
            <a:custGeom>
              <a:rect b="b" l="l" r="r" t="t"/>
              <a:pathLst>
                <a:path extrusionOk="0" h="78739" w="89535">
                  <a:moveTo>
                    <a:pt x="29806" y="45250"/>
                  </a:moveTo>
                  <a:lnTo>
                    <a:pt x="0" y="45250"/>
                  </a:lnTo>
                  <a:lnTo>
                    <a:pt x="0" y="54775"/>
                  </a:lnTo>
                  <a:lnTo>
                    <a:pt x="29806" y="54775"/>
                  </a:lnTo>
                  <a:lnTo>
                    <a:pt x="29806" y="45250"/>
                  </a:lnTo>
                  <a:close/>
                </a:path>
                <a:path extrusionOk="0" h="78739" w="89535">
                  <a:moveTo>
                    <a:pt x="89344" y="51206"/>
                  </a:moveTo>
                  <a:lnTo>
                    <a:pt x="78549" y="51206"/>
                  </a:lnTo>
                  <a:lnTo>
                    <a:pt x="78549" y="0"/>
                  </a:lnTo>
                  <a:lnTo>
                    <a:pt x="71412" y="0"/>
                  </a:lnTo>
                  <a:lnTo>
                    <a:pt x="69024" y="3327"/>
                  </a:lnTo>
                  <a:lnTo>
                    <a:pt x="69024" y="15468"/>
                  </a:lnTo>
                  <a:lnTo>
                    <a:pt x="69024" y="51206"/>
                  </a:lnTo>
                  <a:lnTo>
                    <a:pt x="44107" y="51206"/>
                  </a:lnTo>
                  <a:lnTo>
                    <a:pt x="69024" y="15468"/>
                  </a:lnTo>
                  <a:lnTo>
                    <a:pt x="69024" y="3327"/>
                  </a:lnTo>
                  <a:lnTo>
                    <a:pt x="34582" y="51206"/>
                  </a:lnTo>
                  <a:lnTo>
                    <a:pt x="34582" y="59537"/>
                  </a:lnTo>
                  <a:lnTo>
                    <a:pt x="69024" y="59537"/>
                  </a:lnTo>
                  <a:lnTo>
                    <a:pt x="69024" y="78587"/>
                  </a:lnTo>
                  <a:lnTo>
                    <a:pt x="78549" y="78587"/>
                  </a:lnTo>
                  <a:lnTo>
                    <a:pt x="78549" y="59537"/>
                  </a:lnTo>
                  <a:lnTo>
                    <a:pt x="89344" y="59537"/>
                  </a:lnTo>
                  <a:lnTo>
                    <a:pt x="89344" y="51206"/>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39" name="Google Shape;639;p116"/>
          <p:cNvGrpSpPr/>
          <p:nvPr/>
        </p:nvGrpSpPr>
        <p:grpSpPr>
          <a:xfrm>
            <a:off x="4793815" y="5453214"/>
            <a:ext cx="261140" cy="152437"/>
            <a:chOff x="4793815" y="5453214"/>
            <a:chExt cx="261140" cy="152437"/>
          </a:xfrm>
        </p:grpSpPr>
        <p:sp>
          <p:nvSpPr>
            <p:cNvPr id="640" name="Google Shape;640;p116"/>
            <p:cNvSpPr/>
            <p:nvPr/>
          </p:nvSpPr>
          <p:spPr>
            <a:xfrm>
              <a:off x="4793815" y="5490130"/>
              <a:ext cx="41910" cy="113664"/>
            </a:xfrm>
            <a:custGeom>
              <a:rect b="b" l="l" r="r" t="t"/>
              <a:pathLst>
                <a:path extrusionOk="0" h="113664" w="41910">
                  <a:moveTo>
                    <a:pt x="41752" y="0"/>
                  </a:moveTo>
                  <a:lnTo>
                    <a:pt x="32226" y="0"/>
                  </a:lnTo>
                  <a:lnTo>
                    <a:pt x="29845" y="4762"/>
                  </a:lnTo>
                  <a:lnTo>
                    <a:pt x="26193" y="9525"/>
                  </a:lnTo>
                  <a:lnTo>
                    <a:pt x="20320" y="14287"/>
                  </a:lnTo>
                  <a:lnTo>
                    <a:pt x="14287" y="20239"/>
                  </a:lnTo>
                  <a:lnTo>
                    <a:pt x="7143" y="25002"/>
                  </a:lnTo>
                  <a:lnTo>
                    <a:pt x="0" y="28575"/>
                  </a:lnTo>
                  <a:lnTo>
                    <a:pt x="0" y="41671"/>
                  </a:lnTo>
                  <a:lnTo>
                    <a:pt x="3651" y="40481"/>
                  </a:lnTo>
                  <a:lnTo>
                    <a:pt x="8413" y="38100"/>
                  </a:lnTo>
                  <a:lnTo>
                    <a:pt x="14287" y="34527"/>
                  </a:lnTo>
                  <a:lnTo>
                    <a:pt x="23812" y="27383"/>
                  </a:lnTo>
                  <a:lnTo>
                    <a:pt x="27463" y="25002"/>
                  </a:lnTo>
                  <a:lnTo>
                    <a:pt x="27463" y="113140"/>
                  </a:lnTo>
                  <a:lnTo>
                    <a:pt x="41752" y="113140"/>
                  </a:lnTo>
                  <a:lnTo>
                    <a:pt x="4175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1" name="Google Shape;641;p116"/>
            <p:cNvPicPr preferRelativeResize="0"/>
            <p:nvPr/>
          </p:nvPicPr>
          <p:blipFill rotWithShape="1">
            <a:blip r:embed="rId10">
              <a:alphaModFix/>
            </a:blip>
            <a:srcRect b="0" l="0" r="0" t="0"/>
            <a:stretch/>
          </p:blipFill>
          <p:spPr>
            <a:xfrm>
              <a:off x="4871286" y="5490130"/>
              <a:ext cx="73819" cy="115521"/>
            </a:xfrm>
            <a:prstGeom prst="rect">
              <a:avLst/>
            </a:prstGeom>
            <a:noFill/>
            <a:ln>
              <a:noFill/>
            </a:ln>
          </p:spPr>
        </p:pic>
        <p:sp>
          <p:nvSpPr>
            <p:cNvPr id="642" name="Google Shape;642;p116"/>
            <p:cNvSpPr/>
            <p:nvPr/>
          </p:nvSpPr>
          <p:spPr>
            <a:xfrm>
              <a:off x="4964150" y="5453214"/>
              <a:ext cx="90805" cy="81280"/>
            </a:xfrm>
            <a:custGeom>
              <a:rect b="b" l="l" r="r" t="t"/>
              <a:pathLst>
                <a:path extrusionOk="0" h="81279" w="90804">
                  <a:moveTo>
                    <a:pt x="29845" y="45250"/>
                  </a:moveTo>
                  <a:lnTo>
                    <a:pt x="0" y="45250"/>
                  </a:lnTo>
                  <a:lnTo>
                    <a:pt x="0" y="55968"/>
                  </a:lnTo>
                  <a:lnTo>
                    <a:pt x="29845" y="55968"/>
                  </a:lnTo>
                  <a:lnTo>
                    <a:pt x="29845" y="45250"/>
                  </a:lnTo>
                  <a:close/>
                </a:path>
                <a:path extrusionOk="0" h="81279" w="90804">
                  <a:moveTo>
                    <a:pt x="90487" y="51206"/>
                  </a:moveTo>
                  <a:lnTo>
                    <a:pt x="89382" y="46443"/>
                  </a:lnTo>
                  <a:lnTo>
                    <a:pt x="86995" y="42875"/>
                  </a:lnTo>
                  <a:lnTo>
                    <a:pt x="83350" y="39306"/>
                  </a:lnTo>
                  <a:lnTo>
                    <a:pt x="79857" y="36918"/>
                  </a:lnTo>
                  <a:lnTo>
                    <a:pt x="76200" y="36918"/>
                  </a:lnTo>
                  <a:lnTo>
                    <a:pt x="79857" y="34544"/>
                  </a:lnTo>
                  <a:lnTo>
                    <a:pt x="82232" y="32156"/>
                  </a:lnTo>
                  <a:lnTo>
                    <a:pt x="83350" y="29781"/>
                  </a:lnTo>
                  <a:lnTo>
                    <a:pt x="85725" y="27393"/>
                  </a:lnTo>
                  <a:lnTo>
                    <a:pt x="86995" y="23825"/>
                  </a:lnTo>
                  <a:lnTo>
                    <a:pt x="86995" y="16662"/>
                  </a:lnTo>
                  <a:lnTo>
                    <a:pt x="85725" y="13093"/>
                  </a:lnTo>
                  <a:lnTo>
                    <a:pt x="83350" y="9525"/>
                  </a:lnTo>
                  <a:lnTo>
                    <a:pt x="82232" y="7137"/>
                  </a:lnTo>
                  <a:lnTo>
                    <a:pt x="71437" y="0"/>
                  </a:lnTo>
                  <a:lnTo>
                    <a:pt x="57150" y="0"/>
                  </a:lnTo>
                  <a:lnTo>
                    <a:pt x="51282" y="1181"/>
                  </a:lnTo>
                  <a:lnTo>
                    <a:pt x="47625" y="4762"/>
                  </a:lnTo>
                  <a:lnTo>
                    <a:pt x="42862" y="8331"/>
                  </a:lnTo>
                  <a:lnTo>
                    <a:pt x="40487" y="13093"/>
                  </a:lnTo>
                  <a:lnTo>
                    <a:pt x="39370" y="20256"/>
                  </a:lnTo>
                  <a:lnTo>
                    <a:pt x="48895" y="21437"/>
                  </a:lnTo>
                  <a:lnTo>
                    <a:pt x="50012" y="16662"/>
                  </a:lnTo>
                  <a:lnTo>
                    <a:pt x="51282" y="13093"/>
                  </a:lnTo>
                  <a:lnTo>
                    <a:pt x="56045" y="8331"/>
                  </a:lnTo>
                  <a:lnTo>
                    <a:pt x="59537" y="7137"/>
                  </a:lnTo>
                  <a:lnTo>
                    <a:pt x="67945" y="7137"/>
                  </a:lnTo>
                  <a:lnTo>
                    <a:pt x="70332" y="8331"/>
                  </a:lnTo>
                  <a:lnTo>
                    <a:pt x="75095" y="13093"/>
                  </a:lnTo>
                  <a:lnTo>
                    <a:pt x="76200" y="16662"/>
                  </a:lnTo>
                  <a:lnTo>
                    <a:pt x="76200" y="25019"/>
                  </a:lnTo>
                  <a:lnTo>
                    <a:pt x="75095" y="27393"/>
                  </a:lnTo>
                  <a:lnTo>
                    <a:pt x="67945" y="32156"/>
                  </a:lnTo>
                  <a:lnTo>
                    <a:pt x="64300" y="33350"/>
                  </a:lnTo>
                  <a:lnTo>
                    <a:pt x="58420" y="33350"/>
                  </a:lnTo>
                  <a:lnTo>
                    <a:pt x="57150" y="41681"/>
                  </a:lnTo>
                  <a:lnTo>
                    <a:pt x="60807" y="41681"/>
                  </a:lnTo>
                  <a:lnTo>
                    <a:pt x="63182" y="40487"/>
                  </a:lnTo>
                  <a:lnTo>
                    <a:pt x="69062" y="40487"/>
                  </a:lnTo>
                  <a:lnTo>
                    <a:pt x="72707" y="41681"/>
                  </a:lnTo>
                  <a:lnTo>
                    <a:pt x="78587" y="47637"/>
                  </a:lnTo>
                  <a:lnTo>
                    <a:pt x="79857" y="51206"/>
                  </a:lnTo>
                  <a:lnTo>
                    <a:pt x="79857" y="60731"/>
                  </a:lnTo>
                  <a:lnTo>
                    <a:pt x="78587" y="64300"/>
                  </a:lnTo>
                  <a:lnTo>
                    <a:pt x="75095" y="67881"/>
                  </a:lnTo>
                  <a:lnTo>
                    <a:pt x="72707" y="71450"/>
                  </a:lnTo>
                  <a:lnTo>
                    <a:pt x="67945" y="72644"/>
                  </a:lnTo>
                  <a:lnTo>
                    <a:pt x="59537" y="72644"/>
                  </a:lnTo>
                  <a:lnTo>
                    <a:pt x="56045" y="71450"/>
                  </a:lnTo>
                  <a:lnTo>
                    <a:pt x="51282" y="66687"/>
                  </a:lnTo>
                  <a:lnTo>
                    <a:pt x="48895" y="63119"/>
                  </a:lnTo>
                  <a:lnTo>
                    <a:pt x="47625" y="57162"/>
                  </a:lnTo>
                  <a:lnTo>
                    <a:pt x="38100" y="58356"/>
                  </a:lnTo>
                  <a:lnTo>
                    <a:pt x="57150" y="80987"/>
                  </a:lnTo>
                  <a:lnTo>
                    <a:pt x="71437" y="80987"/>
                  </a:lnTo>
                  <a:lnTo>
                    <a:pt x="77470" y="78587"/>
                  </a:lnTo>
                  <a:lnTo>
                    <a:pt x="83350" y="73825"/>
                  </a:lnTo>
                  <a:lnTo>
                    <a:pt x="88112" y="69062"/>
                  </a:lnTo>
                  <a:lnTo>
                    <a:pt x="90487" y="63119"/>
                  </a:lnTo>
                  <a:lnTo>
                    <a:pt x="90487" y="51206"/>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43" name="Google Shape;643;p116"/>
          <p:cNvGrpSpPr/>
          <p:nvPr/>
        </p:nvGrpSpPr>
        <p:grpSpPr>
          <a:xfrm>
            <a:off x="5508363" y="5453214"/>
            <a:ext cx="260980" cy="152437"/>
            <a:chOff x="5508363" y="5453214"/>
            <a:chExt cx="260980" cy="152437"/>
          </a:xfrm>
        </p:grpSpPr>
        <p:sp>
          <p:nvSpPr>
            <p:cNvPr id="644" name="Google Shape;644;p116"/>
            <p:cNvSpPr/>
            <p:nvPr/>
          </p:nvSpPr>
          <p:spPr>
            <a:xfrm>
              <a:off x="5508363" y="5490130"/>
              <a:ext cx="41910" cy="113664"/>
            </a:xfrm>
            <a:custGeom>
              <a:rect b="b" l="l" r="r" t="t"/>
              <a:pathLst>
                <a:path extrusionOk="0" h="113664" w="41910">
                  <a:moveTo>
                    <a:pt x="41752" y="0"/>
                  </a:moveTo>
                  <a:lnTo>
                    <a:pt x="33338" y="0"/>
                  </a:lnTo>
                  <a:lnTo>
                    <a:pt x="26195" y="9525"/>
                  </a:lnTo>
                  <a:lnTo>
                    <a:pt x="20320" y="14287"/>
                  </a:lnTo>
                  <a:lnTo>
                    <a:pt x="14287" y="20239"/>
                  </a:lnTo>
                  <a:lnTo>
                    <a:pt x="7143" y="25002"/>
                  </a:lnTo>
                  <a:lnTo>
                    <a:pt x="0" y="28575"/>
                  </a:lnTo>
                  <a:lnTo>
                    <a:pt x="0" y="41671"/>
                  </a:lnTo>
                  <a:lnTo>
                    <a:pt x="4762" y="40481"/>
                  </a:lnTo>
                  <a:lnTo>
                    <a:pt x="9525" y="38100"/>
                  </a:lnTo>
                  <a:lnTo>
                    <a:pt x="14287" y="34527"/>
                  </a:lnTo>
                  <a:lnTo>
                    <a:pt x="20320" y="30956"/>
                  </a:lnTo>
                  <a:lnTo>
                    <a:pt x="23812" y="27383"/>
                  </a:lnTo>
                  <a:lnTo>
                    <a:pt x="27465" y="25002"/>
                  </a:lnTo>
                  <a:lnTo>
                    <a:pt x="27465" y="113140"/>
                  </a:lnTo>
                  <a:lnTo>
                    <a:pt x="41752" y="113140"/>
                  </a:lnTo>
                  <a:lnTo>
                    <a:pt x="4175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5" name="Google Shape;645;p116"/>
            <p:cNvPicPr preferRelativeResize="0"/>
            <p:nvPr/>
          </p:nvPicPr>
          <p:blipFill rotWithShape="1">
            <a:blip r:embed="rId11">
              <a:alphaModFix/>
            </a:blip>
            <a:srcRect b="0" l="0" r="0" t="0"/>
            <a:stretch/>
          </p:blipFill>
          <p:spPr>
            <a:xfrm>
              <a:off x="5585834" y="5490130"/>
              <a:ext cx="73819" cy="115521"/>
            </a:xfrm>
            <a:prstGeom prst="rect">
              <a:avLst/>
            </a:prstGeom>
            <a:noFill/>
            <a:ln>
              <a:noFill/>
            </a:ln>
          </p:spPr>
        </p:pic>
        <p:sp>
          <p:nvSpPr>
            <p:cNvPr id="646" name="Google Shape;646;p116"/>
            <p:cNvSpPr/>
            <p:nvPr/>
          </p:nvSpPr>
          <p:spPr>
            <a:xfrm>
              <a:off x="5679808" y="5453214"/>
              <a:ext cx="89535" cy="80010"/>
            </a:xfrm>
            <a:custGeom>
              <a:rect b="b" l="l" r="r" t="t"/>
              <a:pathLst>
                <a:path extrusionOk="0" h="80010" w="89535">
                  <a:moveTo>
                    <a:pt x="29845" y="45250"/>
                  </a:moveTo>
                  <a:lnTo>
                    <a:pt x="0" y="45250"/>
                  </a:lnTo>
                  <a:lnTo>
                    <a:pt x="0" y="55968"/>
                  </a:lnTo>
                  <a:lnTo>
                    <a:pt x="29845" y="55968"/>
                  </a:lnTo>
                  <a:lnTo>
                    <a:pt x="29845" y="45250"/>
                  </a:lnTo>
                  <a:close/>
                </a:path>
                <a:path extrusionOk="0" h="80010" w="89535">
                  <a:moveTo>
                    <a:pt x="89369" y="15468"/>
                  </a:moveTo>
                  <a:lnTo>
                    <a:pt x="86995" y="10706"/>
                  </a:lnTo>
                  <a:lnTo>
                    <a:pt x="77470" y="1181"/>
                  </a:lnTo>
                  <a:lnTo>
                    <a:pt x="71424" y="0"/>
                  </a:lnTo>
                  <a:lnTo>
                    <a:pt x="56045" y="0"/>
                  </a:lnTo>
                  <a:lnTo>
                    <a:pt x="49999" y="1181"/>
                  </a:lnTo>
                  <a:lnTo>
                    <a:pt x="46520" y="5943"/>
                  </a:lnTo>
                  <a:lnTo>
                    <a:pt x="41744" y="9525"/>
                  </a:lnTo>
                  <a:lnTo>
                    <a:pt x="39370" y="15468"/>
                  </a:lnTo>
                  <a:lnTo>
                    <a:pt x="38100" y="22631"/>
                  </a:lnTo>
                  <a:lnTo>
                    <a:pt x="48895" y="23825"/>
                  </a:lnTo>
                  <a:lnTo>
                    <a:pt x="48895" y="19050"/>
                  </a:lnTo>
                  <a:lnTo>
                    <a:pt x="49999" y="14287"/>
                  </a:lnTo>
                  <a:lnTo>
                    <a:pt x="52374" y="11899"/>
                  </a:lnTo>
                  <a:lnTo>
                    <a:pt x="59524" y="7137"/>
                  </a:lnTo>
                  <a:lnTo>
                    <a:pt x="67945" y="7137"/>
                  </a:lnTo>
                  <a:lnTo>
                    <a:pt x="75095" y="11899"/>
                  </a:lnTo>
                  <a:lnTo>
                    <a:pt x="77470" y="14287"/>
                  </a:lnTo>
                  <a:lnTo>
                    <a:pt x="78574" y="17856"/>
                  </a:lnTo>
                  <a:lnTo>
                    <a:pt x="78574" y="25019"/>
                  </a:lnTo>
                  <a:lnTo>
                    <a:pt x="77470" y="28587"/>
                  </a:lnTo>
                  <a:lnTo>
                    <a:pt x="73825" y="33350"/>
                  </a:lnTo>
                  <a:lnTo>
                    <a:pt x="71424" y="36918"/>
                  </a:lnTo>
                  <a:lnTo>
                    <a:pt x="65570" y="42875"/>
                  </a:lnTo>
                  <a:lnTo>
                    <a:pt x="57150" y="50012"/>
                  </a:lnTo>
                  <a:lnTo>
                    <a:pt x="51269" y="54775"/>
                  </a:lnTo>
                  <a:lnTo>
                    <a:pt x="46520" y="58356"/>
                  </a:lnTo>
                  <a:lnTo>
                    <a:pt x="39370" y="69062"/>
                  </a:lnTo>
                  <a:lnTo>
                    <a:pt x="38100" y="72644"/>
                  </a:lnTo>
                  <a:lnTo>
                    <a:pt x="35725" y="77406"/>
                  </a:lnTo>
                  <a:lnTo>
                    <a:pt x="36995" y="79794"/>
                  </a:lnTo>
                  <a:lnTo>
                    <a:pt x="89369" y="79794"/>
                  </a:lnTo>
                  <a:lnTo>
                    <a:pt x="89369" y="70256"/>
                  </a:lnTo>
                  <a:lnTo>
                    <a:pt x="49999" y="70256"/>
                  </a:lnTo>
                  <a:lnTo>
                    <a:pt x="51269" y="67881"/>
                  </a:lnTo>
                  <a:lnTo>
                    <a:pt x="52374" y="66687"/>
                  </a:lnTo>
                  <a:lnTo>
                    <a:pt x="53644" y="64300"/>
                  </a:lnTo>
                  <a:lnTo>
                    <a:pt x="56045" y="63119"/>
                  </a:lnTo>
                  <a:lnTo>
                    <a:pt x="59524" y="59537"/>
                  </a:lnTo>
                  <a:lnTo>
                    <a:pt x="65570" y="54775"/>
                  </a:lnTo>
                  <a:lnTo>
                    <a:pt x="72694" y="48831"/>
                  </a:lnTo>
                  <a:lnTo>
                    <a:pt x="80949" y="40487"/>
                  </a:lnTo>
                  <a:lnTo>
                    <a:pt x="83350" y="36918"/>
                  </a:lnTo>
                  <a:lnTo>
                    <a:pt x="85725" y="34544"/>
                  </a:lnTo>
                  <a:lnTo>
                    <a:pt x="86995" y="30962"/>
                  </a:lnTo>
                  <a:lnTo>
                    <a:pt x="88099" y="28587"/>
                  </a:lnTo>
                  <a:lnTo>
                    <a:pt x="89369" y="25019"/>
                  </a:lnTo>
                  <a:lnTo>
                    <a:pt x="89369" y="15468"/>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47" name="Google Shape;647;p116"/>
          <p:cNvGrpSpPr/>
          <p:nvPr/>
        </p:nvGrpSpPr>
        <p:grpSpPr>
          <a:xfrm>
            <a:off x="6222912" y="5453214"/>
            <a:ext cx="247014" cy="152437"/>
            <a:chOff x="6222912" y="5453214"/>
            <a:chExt cx="247014" cy="152437"/>
          </a:xfrm>
        </p:grpSpPr>
        <p:sp>
          <p:nvSpPr>
            <p:cNvPr id="648" name="Google Shape;648;p116"/>
            <p:cNvSpPr/>
            <p:nvPr/>
          </p:nvSpPr>
          <p:spPr>
            <a:xfrm>
              <a:off x="6222912" y="5490130"/>
              <a:ext cx="43180" cy="113664"/>
            </a:xfrm>
            <a:custGeom>
              <a:rect b="b" l="l" r="r" t="t"/>
              <a:pathLst>
                <a:path extrusionOk="0" h="113664" w="43179">
                  <a:moveTo>
                    <a:pt x="42863" y="0"/>
                  </a:moveTo>
                  <a:lnTo>
                    <a:pt x="33338" y="0"/>
                  </a:lnTo>
                  <a:lnTo>
                    <a:pt x="30956" y="4762"/>
                  </a:lnTo>
                  <a:lnTo>
                    <a:pt x="21431" y="14287"/>
                  </a:lnTo>
                  <a:lnTo>
                    <a:pt x="16697" y="18529"/>
                  </a:lnTo>
                  <a:lnTo>
                    <a:pt x="11549" y="22324"/>
                  </a:lnTo>
                  <a:lnTo>
                    <a:pt x="5982" y="25671"/>
                  </a:lnTo>
                  <a:lnTo>
                    <a:pt x="0" y="28575"/>
                  </a:lnTo>
                  <a:lnTo>
                    <a:pt x="0" y="41671"/>
                  </a:lnTo>
                  <a:lnTo>
                    <a:pt x="4761" y="40481"/>
                  </a:lnTo>
                  <a:lnTo>
                    <a:pt x="9525" y="38100"/>
                  </a:lnTo>
                  <a:lnTo>
                    <a:pt x="15398" y="34527"/>
                  </a:lnTo>
                  <a:lnTo>
                    <a:pt x="24923" y="27383"/>
                  </a:lnTo>
                  <a:lnTo>
                    <a:pt x="28575" y="25002"/>
                  </a:lnTo>
                  <a:lnTo>
                    <a:pt x="28575" y="113140"/>
                  </a:lnTo>
                  <a:lnTo>
                    <a:pt x="42863" y="113140"/>
                  </a:lnTo>
                  <a:lnTo>
                    <a:pt x="4286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9" name="Google Shape;649;p116"/>
            <p:cNvPicPr preferRelativeResize="0"/>
            <p:nvPr/>
          </p:nvPicPr>
          <p:blipFill rotWithShape="1">
            <a:blip r:embed="rId12">
              <a:alphaModFix/>
            </a:blip>
            <a:srcRect b="0" l="0" r="0" t="0"/>
            <a:stretch/>
          </p:blipFill>
          <p:spPr>
            <a:xfrm>
              <a:off x="6301493" y="5490130"/>
              <a:ext cx="73819" cy="115521"/>
            </a:xfrm>
            <a:prstGeom prst="rect">
              <a:avLst/>
            </a:prstGeom>
            <a:noFill/>
            <a:ln>
              <a:noFill/>
            </a:ln>
          </p:spPr>
        </p:pic>
        <p:sp>
          <p:nvSpPr>
            <p:cNvPr id="650" name="Google Shape;650;p116"/>
            <p:cNvSpPr/>
            <p:nvPr/>
          </p:nvSpPr>
          <p:spPr>
            <a:xfrm>
              <a:off x="6394361" y="5453214"/>
              <a:ext cx="75565" cy="80010"/>
            </a:xfrm>
            <a:custGeom>
              <a:rect b="b" l="l" r="r" t="t"/>
              <a:pathLst>
                <a:path extrusionOk="0" h="80010" w="75564">
                  <a:moveTo>
                    <a:pt x="29845" y="45250"/>
                  </a:moveTo>
                  <a:lnTo>
                    <a:pt x="0" y="45250"/>
                  </a:lnTo>
                  <a:lnTo>
                    <a:pt x="0" y="55968"/>
                  </a:lnTo>
                  <a:lnTo>
                    <a:pt x="29845" y="55968"/>
                  </a:lnTo>
                  <a:lnTo>
                    <a:pt x="29845" y="45250"/>
                  </a:lnTo>
                  <a:close/>
                </a:path>
                <a:path extrusionOk="0" h="80010" w="75564">
                  <a:moveTo>
                    <a:pt x="75082" y="0"/>
                  </a:moveTo>
                  <a:lnTo>
                    <a:pt x="69049" y="0"/>
                  </a:lnTo>
                  <a:lnTo>
                    <a:pt x="64287" y="7137"/>
                  </a:lnTo>
                  <a:lnTo>
                    <a:pt x="59524" y="10706"/>
                  </a:lnTo>
                  <a:lnTo>
                    <a:pt x="56032" y="14287"/>
                  </a:lnTo>
                  <a:lnTo>
                    <a:pt x="51269" y="16662"/>
                  </a:lnTo>
                  <a:lnTo>
                    <a:pt x="45237" y="19050"/>
                  </a:lnTo>
                  <a:lnTo>
                    <a:pt x="45237" y="28587"/>
                  </a:lnTo>
                  <a:lnTo>
                    <a:pt x="52387" y="26200"/>
                  </a:lnTo>
                  <a:lnTo>
                    <a:pt x="63182" y="19050"/>
                  </a:lnTo>
                  <a:lnTo>
                    <a:pt x="65557" y="16662"/>
                  </a:lnTo>
                  <a:lnTo>
                    <a:pt x="65557" y="79794"/>
                  </a:lnTo>
                  <a:lnTo>
                    <a:pt x="75082" y="79794"/>
                  </a:lnTo>
                  <a:lnTo>
                    <a:pt x="75082"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51" name="Google Shape;651;p116"/>
          <p:cNvGrpSpPr/>
          <p:nvPr/>
        </p:nvGrpSpPr>
        <p:grpSpPr>
          <a:xfrm>
            <a:off x="6954129" y="5453214"/>
            <a:ext cx="223987" cy="152436"/>
            <a:chOff x="6954129" y="5453214"/>
            <a:chExt cx="223987" cy="152436"/>
          </a:xfrm>
        </p:grpSpPr>
        <p:sp>
          <p:nvSpPr>
            <p:cNvPr id="652" name="Google Shape;652;p116"/>
            <p:cNvSpPr/>
            <p:nvPr/>
          </p:nvSpPr>
          <p:spPr>
            <a:xfrm>
              <a:off x="6954129" y="5490129"/>
              <a:ext cx="41910" cy="113664"/>
            </a:xfrm>
            <a:custGeom>
              <a:rect b="b" l="l" r="r" t="t"/>
              <a:pathLst>
                <a:path extrusionOk="0" h="113664" w="41909">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5" y="25002"/>
                  </a:lnTo>
                  <a:lnTo>
                    <a:pt x="28575"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53" name="Google Shape;653;p116"/>
            <p:cNvPicPr preferRelativeResize="0"/>
            <p:nvPr/>
          </p:nvPicPr>
          <p:blipFill rotWithShape="1">
            <a:blip r:embed="rId13">
              <a:alphaModFix/>
            </a:blip>
            <a:srcRect b="0" l="0" r="0" t="0"/>
            <a:stretch/>
          </p:blipFill>
          <p:spPr>
            <a:xfrm>
              <a:off x="7031441" y="5490129"/>
              <a:ext cx="75089" cy="115521"/>
            </a:xfrm>
            <a:prstGeom prst="rect">
              <a:avLst/>
            </a:prstGeom>
            <a:noFill/>
            <a:ln>
              <a:noFill/>
            </a:ln>
          </p:spPr>
        </p:pic>
        <p:sp>
          <p:nvSpPr>
            <p:cNvPr id="654" name="Google Shape;654;p116"/>
            <p:cNvSpPr/>
            <p:nvPr/>
          </p:nvSpPr>
          <p:spPr>
            <a:xfrm>
              <a:off x="7126681" y="5453214"/>
              <a:ext cx="51435" cy="81280"/>
            </a:xfrm>
            <a:custGeom>
              <a:rect b="b" l="l" r="r" t="t"/>
              <a:pathLst>
                <a:path extrusionOk="0" h="81279" w="51434">
                  <a:moveTo>
                    <a:pt x="51282" y="26200"/>
                  </a:moveTo>
                  <a:lnTo>
                    <a:pt x="50012" y="21437"/>
                  </a:lnTo>
                  <a:lnTo>
                    <a:pt x="48907" y="16662"/>
                  </a:lnTo>
                  <a:lnTo>
                    <a:pt x="46520" y="13093"/>
                  </a:lnTo>
                  <a:lnTo>
                    <a:pt x="45250" y="9525"/>
                  </a:lnTo>
                  <a:lnTo>
                    <a:pt x="43662" y="7137"/>
                  </a:lnTo>
                  <a:lnTo>
                    <a:pt x="42875" y="5943"/>
                  </a:lnTo>
                  <a:lnTo>
                    <a:pt x="41757" y="4838"/>
                  </a:lnTo>
                  <a:lnTo>
                    <a:pt x="41757" y="40487"/>
                  </a:lnTo>
                  <a:lnTo>
                    <a:pt x="41503" y="49441"/>
                  </a:lnTo>
                  <a:lnTo>
                    <a:pt x="29845" y="72644"/>
                  </a:lnTo>
                  <a:lnTo>
                    <a:pt x="21437" y="72644"/>
                  </a:lnTo>
                  <a:lnTo>
                    <a:pt x="17945" y="70256"/>
                  </a:lnTo>
                  <a:lnTo>
                    <a:pt x="9525" y="40487"/>
                  </a:lnTo>
                  <a:lnTo>
                    <a:pt x="9944" y="31369"/>
                  </a:lnTo>
                  <a:lnTo>
                    <a:pt x="21437" y="7137"/>
                  </a:lnTo>
                  <a:lnTo>
                    <a:pt x="29845" y="7137"/>
                  </a:lnTo>
                  <a:lnTo>
                    <a:pt x="41757" y="40487"/>
                  </a:lnTo>
                  <a:lnTo>
                    <a:pt x="41757" y="4838"/>
                  </a:lnTo>
                  <a:lnTo>
                    <a:pt x="40487" y="3568"/>
                  </a:lnTo>
                  <a:lnTo>
                    <a:pt x="36995" y="2374"/>
                  </a:lnTo>
                  <a:lnTo>
                    <a:pt x="33350" y="0"/>
                  </a:lnTo>
                  <a:lnTo>
                    <a:pt x="20320" y="0"/>
                  </a:lnTo>
                  <a:lnTo>
                    <a:pt x="15557" y="1181"/>
                  </a:lnTo>
                  <a:lnTo>
                    <a:pt x="10795" y="4762"/>
                  </a:lnTo>
                  <a:lnTo>
                    <a:pt x="7150" y="7137"/>
                  </a:lnTo>
                  <a:lnTo>
                    <a:pt x="4762" y="11899"/>
                  </a:lnTo>
                  <a:lnTo>
                    <a:pt x="2387" y="17856"/>
                  </a:lnTo>
                  <a:lnTo>
                    <a:pt x="0" y="30962"/>
                  </a:lnTo>
                  <a:lnTo>
                    <a:pt x="0" y="40487"/>
                  </a:lnTo>
                  <a:lnTo>
                    <a:pt x="11912" y="78587"/>
                  </a:lnTo>
                  <a:lnTo>
                    <a:pt x="17945" y="80987"/>
                  </a:lnTo>
                  <a:lnTo>
                    <a:pt x="30962" y="80987"/>
                  </a:lnTo>
                  <a:lnTo>
                    <a:pt x="36995" y="79794"/>
                  </a:lnTo>
                  <a:lnTo>
                    <a:pt x="44145" y="72644"/>
                  </a:lnTo>
                  <a:lnTo>
                    <a:pt x="46520" y="69062"/>
                  </a:lnTo>
                  <a:lnTo>
                    <a:pt x="51282" y="57162"/>
                  </a:lnTo>
                  <a:lnTo>
                    <a:pt x="51282" y="2620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55" name="Google Shape;655;p116"/>
          <p:cNvGrpSpPr/>
          <p:nvPr/>
        </p:nvGrpSpPr>
        <p:grpSpPr>
          <a:xfrm>
            <a:off x="7669787" y="5453204"/>
            <a:ext cx="208443" cy="152446"/>
            <a:chOff x="7669787" y="5453204"/>
            <a:chExt cx="208443" cy="152446"/>
          </a:xfrm>
        </p:grpSpPr>
        <p:sp>
          <p:nvSpPr>
            <p:cNvPr id="656" name="Google Shape;656;p116"/>
            <p:cNvSpPr/>
            <p:nvPr/>
          </p:nvSpPr>
          <p:spPr>
            <a:xfrm>
              <a:off x="7669787" y="5490129"/>
              <a:ext cx="41910" cy="113664"/>
            </a:xfrm>
            <a:custGeom>
              <a:rect b="b" l="l" r="r" t="t"/>
              <a:pathLst>
                <a:path extrusionOk="0" h="113664" w="41909">
                  <a:moveTo>
                    <a:pt x="41753" y="0"/>
                  </a:moveTo>
                  <a:lnTo>
                    <a:pt x="32227" y="0"/>
                  </a:lnTo>
                  <a:lnTo>
                    <a:pt x="29687" y="4762"/>
                  </a:lnTo>
                  <a:lnTo>
                    <a:pt x="26195" y="9525"/>
                  </a:lnTo>
                  <a:lnTo>
                    <a:pt x="20161" y="14287"/>
                  </a:lnTo>
                  <a:lnTo>
                    <a:pt x="14287" y="20239"/>
                  </a:lnTo>
                  <a:lnTo>
                    <a:pt x="7143" y="25002"/>
                  </a:lnTo>
                  <a:lnTo>
                    <a:pt x="0" y="28575"/>
                  </a:lnTo>
                  <a:lnTo>
                    <a:pt x="0" y="41671"/>
                  </a:lnTo>
                  <a:lnTo>
                    <a:pt x="3492" y="40481"/>
                  </a:lnTo>
                  <a:lnTo>
                    <a:pt x="8254" y="38100"/>
                  </a:lnTo>
                  <a:lnTo>
                    <a:pt x="14287" y="34527"/>
                  </a:lnTo>
                  <a:lnTo>
                    <a:pt x="27306" y="25002"/>
                  </a:lnTo>
                  <a:lnTo>
                    <a:pt x="27306" y="113140"/>
                  </a:lnTo>
                  <a:lnTo>
                    <a:pt x="41753" y="113140"/>
                  </a:lnTo>
                  <a:lnTo>
                    <a:pt x="4175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57" name="Google Shape;657;p116"/>
            <p:cNvPicPr preferRelativeResize="0"/>
            <p:nvPr/>
          </p:nvPicPr>
          <p:blipFill rotWithShape="1">
            <a:blip r:embed="rId14">
              <a:alphaModFix/>
            </a:blip>
            <a:srcRect b="0" l="0" r="0" t="0"/>
            <a:stretch/>
          </p:blipFill>
          <p:spPr>
            <a:xfrm>
              <a:off x="7747258" y="5490129"/>
              <a:ext cx="73819" cy="115521"/>
            </a:xfrm>
            <a:prstGeom prst="rect">
              <a:avLst/>
            </a:prstGeom>
            <a:noFill/>
            <a:ln>
              <a:noFill/>
            </a:ln>
          </p:spPr>
        </p:pic>
        <p:sp>
          <p:nvSpPr>
            <p:cNvPr id="658" name="Google Shape;658;p116"/>
            <p:cNvSpPr/>
            <p:nvPr/>
          </p:nvSpPr>
          <p:spPr>
            <a:xfrm>
              <a:off x="7849655" y="5453204"/>
              <a:ext cx="28575" cy="80010"/>
            </a:xfrm>
            <a:custGeom>
              <a:rect b="b" l="l" r="r" t="t"/>
              <a:pathLst>
                <a:path extrusionOk="0" h="80010" w="28575">
                  <a:moveTo>
                    <a:pt x="28575" y="0"/>
                  </a:moveTo>
                  <a:lnTo>
                    <a:pt x="22541" y="0"/>
                  </a:lnTo>
                  <a:lnTo>
                    <a:pt x="17780" y="7143"/>
                  </a:lnTo>
                  <a:lnTo>
                    <a:pt x="14286" y="10714"/>
                  </a:lnTo>
                  <a:lnTo>
                    <a:pt x="9525" y="14287"/>
                  </a:lnTo>
                  <a:lnTo>
                    <a:pt x="0" y="19048"/>
                  </a:lnTo>
                  <a:lnTo>
                    <a:pt x="0" y="28590"/>
                  </a:lnTo>
                  <a:lnTo>
                    <a:pt x="2381" y="27400"/>
                  </a:lnTo>
                  <a:lnTo>
                    <a:pt x="5872" y="26208"/>
                  </a:lnTo>
                  <a:lnTo>
                    <a:pt x="16668" y="19048"/>
                  </a:lnTo>
                  <a:lnTo>
                    <a:pt x="19050" y="16668"/>
                  </a:lnTo>
                  <a:lnTo>
                    <a:pt x="19050" y="79802"/>
                  </a:lnTo>
                  <a:lnTo>
                    <a:pt x="28575" y="79802"/>
                  </a:lnTo>
                  <a:lnTo>
                    <a:pt x="28575"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59" name="Google Shape;659;p116"/>
          <p:cNvGrpSpPr/>
          <p:nvPr/>
        </p:nvGrpSpPr>
        <p:grpSpPr>
          <a:xfrm>
            <a:off x="8384335" y="5453204"/>
            <a:ext cx="224158" cy="152446"/>
            <a:chOff x="8384335" y="5453204"/>
            <a:chExt cx="224158" cy="152446"/>
          </a:xfrm>
        </p:grpSpPr>
        <p:sp>
          <p:nvSpPr>
            <p:cNvPr id="660" name="Google Shape;660;p116"/>
            <p:cNvSpPr/>
            <p:nvPr/>
          </p:nvSpPr>
          <p:spPr>
            <a:xfrm>
              <a:off x="8384335" y="5490129"/>
              <a:ext cx="41910" cy="113664"/>
            </a:xfrm>
            <a:custGeom>
              <a:rect b="b" l="l" r="r" t="t"/>
              <a:pathLst>
                <a:path extrusionOk="0" h="113664" w="41909">
                  <a:moveTo>
                    <a:pt x="41593" y="0"/>
                  </a:moveTo>
                  <a:lnTo>
                    <a:pt x="33338" y="0"/>
                  </a:lnTo>
                  <a:lnTo>
                    <a:pt x="30956" y="4762"/>
                  </a:lnTo>
                  <a:lnTo>
                    <a:pt x="26195" y="9525"/>
                  </a:lnTo>
                  <a:lnTo>
                    <a:pt x="20161" y="14287"/>
                  </a:lnTo>
                  <a:lnTo>
                    <a:pt x="14287" y="20239"/>
                  </a:lnTo>
                  <a:lnTo>
                    <a:pt x="8254" y="25002"/>
                  </a:lnTo>
                  <a:lnTo>
                    <a:pt x="0" y="28575"/>
                  </a:lnTo>
                  <a:lnTo>
                    <a:pt x="0" y="41671"/>
                  </a:lnTo>
                  <a:lnTo>
                    <a:pt x="4762" y="40481"/>
                  </a:lnTo>
                  <a:lnTo>
                    <a:pt x="9525" y="38100"/>
                  </a:lnTo>
                  <a:lnTo>
                    <a:pt x="14287" y="34527"/>
                  </a:lnTo>
                  <a:lnTo>
                    <a:pt x="20161" y="30956"/>
                  </a:lnTo>
                  <a:lnTo>
                    <a:pt x="24925" y="27383"/>
                  </a:lnTo>
                  <a:lnTo>
                    <a:pt x="28576" y="25002"/>
                  </a:lnTo>
                  <a:lnTo>
                    <a:pt x="28576" y="113140"/>
                  </a:lnTo>
                  <a:lnTo>
                    <a:pt x="41593" y="113140"/>
                  </a:lnTo>
                  <a:lnTo>
                    <a:pt x="4159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61" name="Google Shape;661;p116"/>
            <p:cNvPicPr preferRelativeResize="0"/>
            <p:nvPr/>
          </p:nvPicPr>
          <p:blipFill rotWithShape="1">
            <a:blip r:embed="rId15">
              <a:alphaModFix/>
            </a:blip>
            <a:srcRect b="0" l="0" r="0" t="0"/>
            <a:stretch/>
          </p:blipFill>
          <p:spPr>
            <a:xfrm>
              <a:off x="8461648" y="5490129"/>
              <a:ext cx="73819" cy="115521"/>
            </a:xfrm>
            <a:prstGeom prst="rect">
              <a:avLst/>
            </a:prstGeom>
            <a:noFill/>
            <a:ln>
              <a:noFill/>
            </a:ln>
          </p:spPr>
        </p:pic>
        <p:sp>
          <p:nvSpPr>
            <p:cNvPr id="662" name="Google Shape;662;p116"/>
            <p:cNvSpPr/>
            <p:nvPr/>
          </p:nvSpPr>
          <p:spPr>
            <a:xfrm>
              <a:off x="8555788" y="5453204"/>
              <a:ext cx="52705" cy="80010"/>
            </a:xfrm>
            <a:custGeom>
              <a:rect b="b" l="l" r="r" t="t"/>
              <a:pathLst>
                <a:path extrusionOk="0" h="80010" w="52704">
                  <a:moveTo>
                    <a:pt x="34450" y="0"/>
                  </a:moveTo>
                  <a:lnTo>
                    <a:pt x="20162" y="0"/>
                  </a:lnTo>
                  <a:lnTo>
                    <a:pt x="13017" y="1189"/>
                  </a:lnTo>
                  <a:lnTo>
                    <a:pt x="9526" y="5953"/>
                  </a:lnTo>
                  <a:lnTo>
                    <a:pt x="4762" y="9523"/>
                  </a:lnTo>
                  <a:lnTo>
                    <a:pt x="2381" y="15478"/>
                  </a:lnTo>
                  <a:lnTo>
                    <a:pt x="1111" y="22637"/>
                  </a:lnTo>
                  <a:lnTo>
                    <a:pt x="11906" y="23827"/>
                  </a:lnTo>
                  <a:lnTo>
                    <a:pt x="11906" y="19048"/>
                  </a:lnTo>
                  <a:lnTo>
                    <a:pt x="13017" y="14287"/>
                  </a:lnTo>
                  <a:lnTo>
                    <a:pt x="15400" y="11906"/>
                  </a:lnTo>
                  <a:lnTo>
                    <a:pt x="22542" y="7143"/>
                  </a:lnTo>
                  <a:lnTo>
                    <a:pt x="30957" y="7143"/>
                  </a:lnTo>
                  <a:lnTo>
                    <a:pt x="38101" y="11906"/>
                  </a:lnTo>
                  <a:lnTo>
                    <a:pt x="40483" y="14287"/>
                  </a:lnTo>
                  <a:lnTo>
                    <a:pt x="41593" y="17858"/>
                  </a:lnTo>
                  <a:lnTo>
                    <a:pt x="41593" y="25017"/>
                  </a:lnTo>
                  <a:lnTo>
                    <a:pt x="40483" y="28590"/>
                  </a:lnTo>
                  <a:lnTo>
                    <a:pt x="36831" y="33352"/>
                  </a:lnTo>
                  <a:lnTo>
                    <a:pt x="34450" y="36925"/>
                  </a:lnTo>
                  <a:lnTo>
                    <a:pt x="28576" y="42877"/>
                  </a:lnTo>
                  <a:lnTo>
                    <a:pt x="20162" y="50022"/>
                  </a:lnTo>
                  <a:lnTo>
                    <a:pt x="14287" y="54783"/>
                  </a:lnTo>
                  <a:lnTo>
                    <a:pt x="9526" y="58356"/>
                  </a:lnTo>
                  <a:lnTo>
                    <a:pt x="2381" y="69072"/>
                  </a:lnTo>
                  <a:lnTo>
                    <a:pt x="1111" y="72642"/>
                  </a:lnTo>
                  <a:lnTo>
                    <a:pt x="0" y="75025"/>
                  </a:lnTo>
                  <a:lnTo>
                    <a:pt x="0" y="79802"/>
                  </a:lnTo>
                  <a:lnTo>
                    <a:pt x="52390" y="79802"/>
                  </a:lnTo>
                  <a:lnTo>
                    <a:pt x="52390" y="70262"/>
                  </a:lnTo>
                  <a:lnTo>
                    <a:pt x="13017" y="70262"/>
                  </a:lnTo>
                  <a:lnTo>
                    <a:pt x="14287" y="67881"/>
                  </a:lnTo>
                  <a:lnTo>
                    <a:pt x="15400" y="66690"/>
                  </a:lnTo>
                  <a:lnTo>
                    <a:pt x="16670" y="64308"/>
                  </a:lnTo>
                  <a:lnTo>
                    <a:pt x="19051" y="63117"/>
                  </a:lnTo>
                  <a:lnTo>
                    <a:pt x="22542" y="59547"/>
                  </a:lnTo>
                  <a:lnTo>
                    <a:pt x="28576" y="54783"/>
                  </a:lnTo>
                  <a:lnTo>
                    <a:pt x="35720" y="48831"/>
                  </a:lnTo>
                  <a:lnTo>
                    <a:pt x="43975" y="40497"/>
                  </a:lnTo>
                  <a:lnTo>
                    <a:pt x="46356" y="36925"/>
                  </a:lnTo>
                  <a:lnTo>
                    <a:pt x="48738" y="34542"/>
                  </a:lnTo>
                  <a:lnTo>
                    <a:pt x="50008" y="30972"/>
                  </a:lnTo>
                  <a:lnTo>
                    <a:pt x="51120" y="28590"/>
                  </a:lnTo>
                  <a:lnTo>
                    <a:pt x="52390" y="25017"/>
                  </a:lnTo>
                  <a:lnTo>
                    <a:pt x="52390" y="15478"/>
                  </a:lnTo>
                  <a:lnTo>
                    <a:pt x="50008" y="10714"/>
                  </a:lnTo>
                  <a:lnTo>
                    <a:pt x="40483" y="1189"/>
                  </a:lnTo>
                  <a:lnTo>
                    <a:pt x="34450"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63" name="Google Shape;663;p116"/>
          <p:cNvGrpSpPr/>
          <p:nvPr/>
        </p:nvGrpSpPr>
        <p:grpSpPr>
          <a:xfrm>
            <a:off x="9099994" y="5453204"/>
            <a:ext cx="224158" cy="152446"/>
            <a:chOff x="9099994" y="5453204"/>
            <a:chExt cx="224158" cy="152446"/>
          </a:xfrm>
        </p:grpSpPr>
        <p:sp>
          <p:nvSpPr>
            <p:cNvPr id="664" name="Google Shape;664;p116"/>
            <p:cNvSpPr/>
            <p:nvPr/>
          </p:nvSpPr>
          <p:spPr>
            <a:xfrm>
              <a:off x="9099994" y="5490129"/>
              <a:ext cx="41910" cy="113664"/>
            </a:xfrm>
            <a:custGeom>
              <a:rect b="b" l="l" r="r" t="t"/>
              <a:pathLst>
                <a:path extrusionOk="0" h="113664" w="41909">
                  <a:moveTo>
                    <a:pt x="41753" y="0"/>
                  </a:moveTo>
                  <a:lnTo>
                    <a:pt x="32227" y="0"/>
                  </a:lnTo>
                  <a:lnTo>
                    <a:pt x="29846" y="4762"/>
                  </a:lnTo>
                  <a:lnTo>
                    <a:pt x="26195" y="9525"/>
                  </a:lnTo>
                  <a:lnTo>
                    <a:pt x="20321" y="14287"/>
                  </a:lnTo>
                  <a:lnTo>
                    <a:pt x="14287" y="20239"/>
                  </a:lnTo>
                  <a:lnTo>
                    <a:pt x="7143" y="25002"/>
                  </a:lnTo>
                  <a:lnTo>
                    <a:pt x="0" y="28575"/>
                  </a:lnTo>
                  <a:lnTo>
                    <a:pt x="0" y="41671"/>
                  </a:lnTo>
                  <a:lnTo>
                    <a:pt x="3651" y="40481"/>
                  </a:lnTo>
                  <a:lnTo>
                    <a:pt x="8413" y="38100"/>
                  </a:lnTo>
                  <a:lnTo>
                    <a:pt x="14287" y="34527"/>
                  </a:lnTo>
                  <a:lnTo>
                    <a:pt x="23812" y="27383"/>
                  </a:lnTo>
                  <a:lnTo>
                    <a:pt x="27465" y="25002"/>
                  </a:lnTo>
                  <a:lnTo>
                    <a:pt x="27465" y="113140"/>
                  </a:lnTo>
                  <a:lnTo>
                    <a:pt x="41753" y="113140"/>
                  </a:lnTo>
                  <a:lnTo>
                    <a:pt x="41753"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65" name="Google Shape;665;p116"/>
            <p:cNvPicPr preferRelativeResize="0"/>
            <p:nvPr/>
          </p:nvPicPr>
          <p:blipFill rotWithShape="1">
            <a:blip r:embed="rId16">
              <a:alphaModFix/>
            </a:blip>
            <a:srcRect b="0" l="0" r="0" t="0"/>
            <a:stretch/>
          </p:blipFill>
          <p:spPr>
            <a:xfrm>
              <a:off x="9177466" y="5490129"/>
              <a:ext cx="73819" cy="115521"/>
            </a:xfrm>
            <a:prstGeom prst="rect">
              <a:avLst/>
            </a:prstGeom>
            <a:noFill/>
            <a:ln>
              <a:noFill/>
            </a:ln>
          </p:spPr>
        </p:pic>
        <p:sp>
          <p:nvSpPr>
            <p:cNvPr id="666" name="Google Shape;666;p116"/>
            <p:cNvSpPr/>
            <p:nvPr/>
          </p:nvSpPr>
          <p:spPr>
            <a:xfrm>
              <a:off x="9271447" y="5453204"/>
              <a:ext cx="52705" cy="81280"/>
            </a:xfrm>
            <a:custGeom>
              <a:rect b="b" l="l" r="r" t="t"/>
              <a:pathLst>
                <a:path extrusionOk="0" h="81279" w="52704">
                  <a:moveTo>
                    <a:pt x="33338" y="0"/>
                  </a:moveTo>
                  <a:lnTo>
                    <a:pt x="19051" y="0"/>
                  </a:lnTo>
                  <a:lnTo>
                    <a:pt x="13176" y="1189"/>
                  </a:lnTo>
                  <a:lnTo>
                    <a:pt x="9525" y="4762"/>
                  </a:lnTo>
                  <a:lnTo>
                    <a:pt x="4762" y="8333"/>
                  </a:lnTo>
                  <a:lnTo>
                    <a:pt x="2381" y="13096"/>
                  </a:lnTo>
                  <a:lnTo>
                    <a:pt x="1270" y="20256"/>
                  </a:lnTo>
                  <a:lnTo>
                    <a:pt x="10796" y="21447"/>
                  </a:lnTo>
                  <a:lnTo>
                    <a:pt x="11906" y="16668"/>
                  </a:lnTo>
                  <a:lnTo>
                    <a:pt x="13176" y="13096"/>
                  </a:lnTo>
                  <a:lnTo>
                    <a:pt x="17940" y="8333"/>
                  </a:lnTo>
                  <a:lnTo>
                    <a:pt x="21431" y="7143"/>
                  </a:lnTo>
                  <a:lnTo>
                    <a:pt x="28576" y="7143"/>
                  </a:lnTo>
                  <a:lnTo>
                    <a:pt x="32227" y="8333"/>
                  </a:lnTo>
                  <a:lnTo>
                    <a:pt x="36990" y="13096"/>
                  </a:lnTo>
                  <a:lnTo>
                    <a:pt x="38101" y="16668"/>
                  </a:lnTo>
                  <a:lnTo>
                    <a:pt x="38101" y="25019"/>
                  </a:lnTo>
                  <a:lnTo>
                    <a:pt x="36990" y="27400"/>
                  </a:lnTo>
                  <a:lnTo>
                    <a:pt x="29846" y="32162"/>
                  </a:lnTo>
                  <a:lnTo>
                    <a:pt x="26195" y="33354"/>
                  </a:lnTo>
                  <a:lnTo>
                    <a:pt x="20321" y="33354"/>
                  </a:lnTo>
                  <a:lnTo>
                    <a:pt x="19051" y="41687"/>
                  </a:lnTo>
                  <a:lnTo>
                    <a:pt x="22701" y="41687"/>
                  </a:lnTo>
                  <a:lnTo>
                    <a:pt x="25082" y="40497"/>
                  </a:lnTo>
                  <a:lnTo>
                    <a:pt x="30957" y="40497"/>
                  </a:lnTo>
                  <a:lnTo>
                    <a:pt x="34608" y="41687"/>
                  </a:lnTo>
                  <a:lnTo>
                    <a:pt x="36990" y="45260"/>
                  </a:lnTo>
                  <a:lnTo>
                    <a:pt x="40483" y="47640"/>
                  </a:lnTo>
                  <a:lnTo>
                    <a:pt x="41753" y="51212"/>
                  </a:lnTo>
                  <a:lnTo>
                    <a:pt x="41753" y="60737"/>
                  </a:lnTo>
                  <a:lnTo>
                    <a:pt x="40483" y="64310"/>
                  </a:lnTo>
                  <a:lnTo>
                    <a:pt x="36990" y="67881"/>
                  </a:lnTo>
                  <a:lnTo>
                    <a:pt x="34608" y="71454"/>
                  </a:lnTo>
                  <a:lnTo>
                    <a:pt x="29846" y="72644"/>
                  </a:lnTo>
                  <a:lnTo>
                    <a:pt x="21431" y="72644"/>
                  </a:lnTo>
                  <a:lnTo>
                    <a:pt x="17940" y="71454"/>
                  </a:lnTo>
                  <a:lnTo>
                    <a:pt x="13176" y="66691"/>
                  </a:lnTo>
                  <a:lnTo>
                    <a:pt x="10796" y="63119"/>
                  </a:lnTo>
                  <a:lnTo>
                    <a:pt x="9525" y="57165"/>
                  </a:lnTo>
                  <a:lnTo>
                    <a:pt x="0" y="58356"/>
                  </a:lnTo>
                  <a:lnTo>
                    <a:pt x="19051" y="80995"/>
                  </a:lnTo>
                  <a:lnTo>
                    <a:pt x="33338" y="80995"/>
                  </a:lnTo>
                  <a:lnTo>
                    <a:pt x="39371" y="78597"/>
                  </a:lnTo>
                  <a:lnTo>
                    <a:pt x="45245" y="73835"/>
                  </a:lnTo>
                  <a:lnTo>
                    <a:pt x="50008" y="69072"/>
                  </a:lnTo>
                  <a:lnTo>
                    <a:pt x="52390" y="63119"/>
                  </a:lnTo>
                  <a:lnTo>
                    <a:pt x="52390" y="51212"/>
                  </a:lnTo>
                  <a:lnTo>
                    <a:pt x="51278" y="46450"/>
                  </a:lnTo>
                  <a:lnTo>
                    <a:pt x="48896" y="42879"/>
                  </a:lnTo>
                  <a:lnTo>
                    <a:pt x="45245" y="39306"/>
                  </a:lnTo>
                  <a:lnTo>
                    <a:pt x="41753" y="36925"/>
                  </a:lnTo>
                  <a:lnTo>
                    <a:pt x="36990" y="36925"/>
                  </a:lnTo>
                  <a:lnTo>
                    <a:pt x="44133" y="32162"/>
                  </a:lnTo>
                  <a:lnTo>
                    <a:pt x="45245" y="29781"/>
                  </a:lnTo>
                  <a:lnTo>
                    <a:pt x="47626" y="27400"/>
                  </a:lnTo>
                  <a:lnTo>
                    <a:pt x="48896" y="23829"/>
                  </a:lnTo>
                  <a:lnTo>
                    <a:pt x="48896" y="16668"/>
                  </a:lnTo>
                  <a:lnTo>
                    <a:pt x="47626" y="13096"/>
                  </a:lnTo>
                  <a:lnTo>
                    <a:pt x="45245" y="9523"/>
                  </a:lnTo>
                  <a:lnTo>
                    <a:pt x="44133" y="7143"/>
                  </a:lnTo>
                  <a:lnTo>
                    <a:pt x="3333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667" name="Google Shape;667;p116"/>
          <p:cNvPicPr preferRelativeResize="0"/>
          <p:nvPr/>
        </p:nvPicPr>
        <p:blipFill rotWithShape="1">
          <a:blip r:embed="rId17">
            <a:alphaModFix/>
          </a:blip>
          <a:srcRect b="0" l="0" r="0" t="0"/>
          <a:stretch/>
        </p:blipFill>
        <p:spPr>
          <a:xfrm>
            <a:off x="5735857" y="5722365"/>
            <a:ext cx="1090792" cy="161955"/>
          </a:xfrm>
          <a:prstGeom prst="rect">
            <a:avLst/>
          </a:prstGeom>
          <a:noFill/>
          <a:ln>
            <a:noFill/>
          </a:ln>
        </p:spPr>
      </p:pic>
      <p:pic>
        <p:nvPicPr>
          <p:cNvPr id="668" name="Google Shape;668;p116"/>
          <p:cNvPicPr preferRelativeResize="0"/>
          <p:nvPr/>
        </p:nvPicPr>
        <p:blipFill rotWithShape="1">
          <a:blip r:embed="rId18">
            <a:alphaModFix/>
          </a:blip>
          <a:srcRect b="0" l="0" r="0" t="0"/>
          <a:stretch/>
        </p:blipFill>
        <p:spPr>
          <a:xfrm>
            <a:off x="6895707" y="5725937"/>
            <a:ext cx="86995" cy="123855"/>
          </a:xfrm>
          <a:prstGeom prst="rect">
            <a:avLst/>
          </a:prstGeom>
          <a:noFill/>
          <a:ln>
            <a:noFill/>
          </a:ln>
        </p:spPr>
      </p:pic>
      <p:grpSp>
        <p:nvGrpSpPr>
          <p:cNvPr id="669" name="Google Shape;669;p116"/>
          <p:cNvGrpSpPr/>
          <p:nvPr/>
        </p:nvGrpSpPr>
        <p:grpSpPr>
          <a:xfrm>
            <a:off x="3101666" y="5254332"/>
            <a:ext cx="259808" cy="152421"/>
            <a:chOff x="3101666" y="5254332"/>
            <a:chExt cx="259808" cy="152421"/>
          </a:xfrm>
        </p:grpSpPr>
        <p:sp>
          <p:nvSpPr>
            <p:cNvPr id="670" name="Google Shape;670;p116"/>
            <p:cNvSpPr/>
            <p:nvPr/>
          </p:nvSpPr>
          <p:spPr>
            <a:xfrm>
              <a:off x="3101666" y="5291247"/>
              <a:ext cx="41910" cy="114935"/>
            </a:xfrm>
            <a:custGeom>
              <a:rect b="b" l="l" r="r" t="t"/>
              <a:pathLst>
                <a:path extrusionOk="0" h="114935" w="41910">
                  <a:moveTo>
                    <a:pt x="41671" y="0"/>
                  </a:moveTo>
                  <a:lnTo>
                    <a:pt x="32146" y="0"/>
                  </a:lnTo>
                  <a:lnTo>
                    <a:pt x="29764" y="4762"/>
                  </a:lnTo>
                  <a:lnTo>
                    <a:pt x="26193" y="9525"/>
                  </a:lnTo>
                  <a:lnTo>
                    <a:pt x="20239" y="15477"/>
                  </a:lnTo>
                  <a:lnTo>
                    <a:pt x="14286" y="20239"/>
                  </a:lnTo>
                  <a:lnTo>
                    <a:pt x="7142" y="25002"/>
                  </a:lnTo>
                  <a:lnTo>
                    <a:pt x="0" y="28575"/>
                  </a:lnTo>
                  <a:lnTo>
                    <a:pt x="0" y="41671"/>
                  </a:lnTo>
                  <a:lnTo>
                    <a:pt x="3569" y="40481"/>
                  </a:lnTo>
                  <a:lnTo>
                    <a:pt x="8333" y="38100"/>
                  </a:lnTo>
                  <a:lnTo>
                    <a:pt x="14286" y="34527"/>
                  </a:lnTo>
                  <a:lnTo>
                    <a:pt x="19050" y="32146"/>
                  </a:lnTo>
                  <a:lnTo>
                    <a:pt x="23811" y="28575"/>
                  </a:lnTo>
                  <a:lnTo>
                    <a:pt x="27383" y="25002"/>
                  </a:lnTo>
                  <a:lnTo>
                    <a:pt x="27383" y="114315"/>
                  </a:lnTo>
                  <a:lnTo>
                    <a:pt x="41671" y="114315"/>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71" name="Google Shape;671;p116"/>
            <p:cNvPicPr preferRelativeResize="0"/>
            <p:nvPr/>
          </p:nvPicPr>
          <p:blipFill rotWithShape="1">
            <a:blip r:embed="rId19">
              <a:alphaModFix/>
            </a:blip>
            <a:srcRect b="0" l="0" r="0" t="0"/>
            <a:stretch/>
          </p:blipFill>
          <p:spPr>
            <a:xfrm>
              <a:off x="3179074" y="5291248"/>
              <a:ext cx="73819" cy="115505"/>
            </a:xfrm>
            <a:prstGeom prst="rect">
              <a:avLst/>
            </a:prstGeom>
            <a:noFill/>
            <a:ln>
              <a:noFill/>
            </a:ln>
          </p:spPr>
        </p:pic>
        <p:sp>
          <p:nvSpPr>
            <p:cNvPr id="672" name="Google Shape;672;p116"/>
            <p:cNvSpPr/>
            <p:nvPr/>
          </p:nvSpPr>
          <p:spPr>
            <a:xfrm>
              <a:off x="3271939" y="5254332"/>
              <a:ext cx="89535" cy="80010"/>
            </a:xfrm>
            <a:custGeom>
              <a:rect b="b" l="l" r="r" t="t"/>
              <a:pathLst>
                <a:path extrusionOk="0" h="80010" w="89535">
                  <a:moveTo>
                    <a:pt x="30962" y="46443"/>
                  </a:moveTo>
                  <a:lnTo>
                    <a:pt x="0" y="46443"/>
                  </a:lnTo>
                  <a:lnTo>
                    <a:pt x="0" y="55968"/>
                  </a:lnTo>
                  <a:lnTo>
                    <a:pt x="30962" y="55968"/>
                  </a:lnTo>
                  <a:lnTo>
                    <a:pt x="30962" y="46443"/>
                  </a:lnTo>
                  <a:close/>
                </a:path>
                <a:path extrusionOk="0" h="80010" w="89535">
                  <a:moveTo>
                    <a:pt x="89319" y="15468"/>
                  </a:moveTo>
                  <a:lnTo>
                    <a:pt x="86931" y="10706"/>
                  </a:lnTo>
                  <a:lnTo>
                    <a:pt x="83362" y="5943"/>
                  </a:lnTo>
                  <a:lnTo>
                    <a:pt x="78587" y="2374"/>
                  </a:lnTo>
                  <a:lnTo>
                    <a:pt x="72631" y="0"/>
                  </a:lnTo>
                  <a:lnTo>
                    <a:pt x="57150" y="0"/>
                  </a:lnTo>
                  <a:lnTo>
                    <a:pt x="51206" y="2374"/>
                  </a:lnTo>
                  <a:lnTo>
                    <a:pt x="46443" y="5943"/>
                  </a:lnTo>
                  <a:lnTo>
                    <a:pt x="42862" y="9525"/>
                  </a:lnTo>
                  <a:lnTo>
                    <a:pt x="39293" y="15468"/>
                  </a:lnTo>
                  <a:lnTo>
                    <a:pt x="39293" y="22618"/>
                  </a:lnTo>
                  <a:lnTo>
                    <a:pt x="48818" y="23812"/>
                  </a:lnTo>
                  <a:lnTo>
                    <a:pt x="48818" y="19050"/>
                  </a:lnTo>
                  <a:lnTo>
                    <a:pt x="50012" y="15468"/>
                  </a:lnTo>
                  <a:lnTo>
                    <a:pt x="55968" y="9525"/>
                  </a:lnTo>
                  <a:lnTo>
                    <a:pt x="59537" y="8331"/>
                  </a:lnTo>
                  <a:lnTo>
                    <a:pt x="69062" y="8331"/>
                  </a:lnTo>
                  <a:lnTo>
                    <a:pt x="72631" y="9525"/>
                  </a:lnTo>
                  <a:lnTo>
                    <a:pt x="75018" y="11899"/>
                  </a:lnTo>
                  <a:lnTo>
                    <a:pt x="78587" y="14287"/>
                  </a:lnTo>
                  <a:lnTo>
                    <a:pt x="79781" y="17856"/>
                  </a:lnTo>
                  <a:lnTo>
                    <a:pt x="79781" y="26187"/>
                  </a:lnTo>
                  <a:lnTo>
                    <a:pt x="78587" y="29756"/>
                  </a:lnTo>
                  <a:lnTo>
                    <a:pt x="75018" y="33337"/>
                  </a:lnTo>
                  <a:lnTo>
                    <a:pt x="71437" y="38112"/>
                  </a:lnTo>
                  <a:lnTo>
                    <a:pt x="66675" y="42875"/>
                  </a:lnTo>
                  <a:lnTo>
                    <a:pt x="57150" y="50012"/>
                  </a:lnTo>
                  <a:lnTo>
                    <a:pt x="41681" y="65493"/>
                  </a:lnTo>
                  <a:lnTo>
                    <a:pt x="39293" y="69062"/>
                  </a:lnTo>
                  <a:lnTo>
                    <a:pt x="38100" y="72644"/>
                  </a:lnTo>
                  <a:lnTo>
                    <a:pt x="38100" y="75018"/>
                  </a:lnTo>
                  <a:lnTo>
                    <a:pt x="36918" y="77406"/>
                  </a:lnTo>
                  <a:lnTo>
                    <a:pt x="36918" y="79781"/>
                  </a:lnTo>
                  <a:lnTo>
                    <a:pt x="89319" y="79781"/>
                  </a:lnTo>
                  <a:lnTo>
                    <a:pt x="89319" y="70256"/>
                  </a:lnTo>
                  <a:lnTo>
                    <a:pt x="51206" y="70256"/>
                  </a:lnTo>
                  <a:lnTo>
                    <a:pt x="52387" y="69062"/>
                  </a:lnTo>
                  <a:lnTo>
                    <a:pt x="53581" y="66687"/>
                  </a:lnTo>
                  <a:lnTo>
                    <a:pt x="54775" y="65493"/>
                  </a:lnTo>
                  <a:lnTo>
                    <a:pt x="55968" y="63119"/>
                  </a:lnTo>
                  <a:lnTo>
                    <a:pt x="60731" y="59537"/>
                  </a:lnTo>
                  <a:lnTo>
                    <a:pt x="66675" y="54775"/>
                  </a:lnTo>
                  <a:lnTo>
                    <a:pt x="72631" y="48831"/>
                  </a:lnTo>
                  <a:lnTo>
                    <a:pt x="78587" y="44069"/>
                  </a:lnTo>
                  <a:lnTo>
                    <a:pt x="84556" y="38112"/>
                  </a:lnTo>
                  <a:lnTo>
                    <a:pt x="85750" y="34518"/>
                  </a:lnTo>
                  <a:lnTo>
                    <a:pt x="88125" y="30949"/>
                  </a:lnTo>
                  <a:lnTo>
                    <a:pt x="89319" y="28575"/>
                  </a:lnTo>
                  <a:lnTo>
                    <a:pt x="89319" y="15468"/>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73" name="Google Shape;673;p116"/>
          <p:cNvGrpSpPr/>
          <p:nvPr/>
        </p:nvGrpSpPr>
        <p:grpSpPr>
          <a:xfrm>
            <a:off x="3101666" y="3515613"/>
            <a:ext cx="245838" cy="152399"/>
            <a:chOff x="3101666" y="3515613"/>
            <a:chExt cx="245838" cy="152399"/>
          </a:xfrm>
        </p:grpSpPr>
        <p:sp>
          <p:nvSpPr>
            <p:cNvPr id="674" name="Google Shape;674;p116"/>
            <p:cNvSpPr/>
            <p:nvPr/>
          </p:nvSpPr>
          <p:spPr>
            <a:xfrm>
              <a:off x="3101666" y="3552443"/>
              <a:ext cx="41910" cy="114300"/>
            </a:xfrm>
            <a:custGeom>
              <a:rect b="b" l="l" r="r" t="t"/>
              <a:pathLst>
                <a:path extrusionOk="0" h="114300" w="41910">
                  <a:moveTo>
                    <a:pt x="41671" y="0"/>
                  </a:moveTo>
                  <a:lnTo>
                    <a:pt x="32146" y="0"/>
                  </a:lnTo>
                  <a:lnTo>
                    <a:pt x="29764" y="4762"/>
                  </a:lnTo>
                  <a:lnTo>
                    <a:pt x="26193" y="9525"/>
                  </a:lnTo>
                  <a:lnTo>
                    <a:pt x="20239" y="15557"/>
                  </a:lnTo>
                  <a:lnTo>
                    <a:pt x="14286" y="20319"/>
                  </a:lnTo>
                  <a:lnTo>
                    <a:pt x="7142" y="25082"/>
                  </a:lnTo>
                  <a:lnTo>
                    <a:pt x="0" y="28575"/>
                  </a:lnTo>
                  <a:lnTo>
                    <a:pt x="0" y="41751"/>
                  </a:lnTo>
                  <a:lnTo>
                    <a:pt x="3569" y="40481"/>
                  </a:lnTo>
                  <a:lnTo>
                    <a:pt x="8333" y="38100"/>
                  </a:lnTo>
                  <a:lnTo>
                    <a:pt x="14286" y="34607"/>
                  </a:lnTo>
                  <a:lnTo>
                    <a:pt x="19050" y="30956"/>
                  </a:lnTo>
                  <a:lnTo>
                    <a:pt x="23811" y="28575"/>
                  </a:lnTo>
                  <a:lnTo>
                    <a:pt x="27383" y="25082"/>
                  </a:lnTo>
                  <a:lnTo>
                    <a:pt x="27383" y="114300"/>
                  </a:lnTo>
                  <a:lnTo>
                    <a:pt x="41671" y="114300"/>
                  </a:lnTo>
                  <a:lnTo>
                    <a:pt x="41671"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75" name="Google Shape;675;p116"/>
            <p:cNvPicPr preferRelativeResize="0"/>
            <p:nvPr/>
          </p:nvPicPr>
          <p:blipFill rotWithShape="1">
            <a:blip r:embed="rId20">
              <a:alphaModFix/>
            </a:blip>
            <a:srcRect b="0" l="0" r="0" t="0"/>
            <a:stretch/>
          </p:blipFill>
          <p:spPr>
            <a:xfrm>
              <a:off x="3179074" y="3552443"/>
              <a:ext cx="73819" cy="115569"/>
            </a:xfrm>
            <a:prstGeom prst="rect">
              <a:avLst/>
            </a:prstGeom>
            <a:noFill/>
            <a:ln>
              <a:noFill/>
            </a:ln>
          </p:spPr>
        </p:pic>
        <p:sp>
          <p:nvSpPr>
            <p:cNvPr id="676" name="Google Shape;676;p116"/>
            <p:cNvSpPr/>
            <p:nvPr/>
          </p:nvSpPr>
          <p:spPr>
            <a:xfrm>
              <a:off x="3271939" y="3515613"/>
              <a:ext cx="75565" cy="80010"/>
            </a:xfrm>
            <a:custGeom>
              <a:rect b="b" l="l" r="r" t="t"/>
              <a:pathLst>
                <a:path extrusionOk="0" h="80010" w="75564">
                  <a:moveTo>
                    <a:pt x="30962" y="46355"/>
                  </a:moveTo>
                  <a:lnTo>
                    <a:pt x="0" y="46355"/>
                  </a:lnTo>
                  <a:lnTo>
                    <a:pt x="0" y="55892"/>
                  </a:lnTo>
                  <a:lnTo>
                    <a:pt x="30962" y="55892"/>
                  </a:lnTo>
                  <a:lnTo>
                    <a:pt x="30962" y="46355"/>
                  </a:lnTo>
                  <a:close/>
                </a:path>
                <a:path extrusionOk="0" h="80010" w="75564">
                  <a:moveTo>
                    <a:pt x="75018" y="0"/>
                  </a:moveTo>
                  <a:lnTo>
                    <a:pt x="69075" y="0"/>
                  </a:lnTo>
                  <a:lnTo>
                    <a:pt x="64312" y="7150"/>
                  </a:lnTo>
                  <a:lnTo>
                    <a:pt x="60744" y="10642"/>
                  </a:lnTo>
                  <a:lnTo>
                    <a:pt x="55968" y="14287"/>
                  </a:lnTo>
                  <a:lnTo>
                    <a:pt x="51219" y="16675"/>
                  </a:lnTo>
                  <a:lnTo>
                    <a:pt x="46443" y="20167"/>
                  </a:lnTo>
                  <a:lnTo>
                    <a:pt x="46443" y="28587"/>
                  </a:lnTo>
                  <a:lnTo>
                    <a:pt x="48818" y="28587"/>
                  </a:lnTo>
                  <a:lnTo>
                    <a:pt x="63119" y="19050"/>
                  </a:lnTo>
                  <a:lnTo>
                    <a:pt x="65493" y="17780"/>
                  </a:lnTo>
                  <a:lnTo>
                    <a:pt x="65493" y="79705"/>
                  </a:lnTo>
                  <a:lnTo>
                    <a:pt x="75018" y="79705"/>
                  </a:lnTo>
                  <a:lnTo>
                    <a:pt x="75018"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77" name="Google Shape;677;p116"/>
          <p:cNvGrpSpPr/>
          <p:nvPr/>
        </p:nvGrpSpPr>
        <p:grpSpPr>
          <a:xfrm>
            <a:off x="3132622" y="1776831"/>
            <a:ext cx="224102" cy="152394"/>
            <a:chOff x="3132622" y="1776831"/>
            <a:chExt cx="224102" cy="152394"/>
          </a:xfrm>
        </p:grpSpPr>
        <p:sp>
          <p:nvSpPr>
            <p:cNvPr id="678" name="Google Shape;678;p116"/>
            <p:cNvSpPr/>
            <p:nvPr/>
          </p:nvSpPr>
          <p:spPr>
            <a:xfrm>
              <a:off x="3132622" y="1813655"/>
              <a:ext cx="41910" cy="113664"/>
            </a:xfrm>
            <a:custGeom>
              <a:rect b="b" l="l" r="r" t="t"/>
              <a:pathLst>
                <a:path extrusionOk="0" h="113664" w="41910">
                  <a:moveTo>
                    <a:pt x="41687" y="0"/>
                  </a:moveTo>
                  <a:lnTo>
                    <a:pt x="33337" y="0"/>
                  </a:lnTo>
                  <a:lnTo>
                    <a:pt x="30954" y="4761"/>
                  </a:lnTo>
                  <a:lnTo>
                    <a:pt x="26193" y="9525"/>
                  </a:lnTo>
                  <a:lnTo>
                    <a:pt x="20239" y="14286"/>
                  </a:lnTo>
                  <a:lnTo>
                    <a:pt x="15477" y="20320"/>
                  </a:lnTo>
                  <a:lnTo>
                    <a:pt x="8333" y="23811"/>
                  </a:lnTo>
                  <a:lnTo>
                    <a:pt x="0" y="28575"/>
                  </a:lnTo>
                  <a:lnTo>
                    <a:pt x="0" y="41751"/>
                  </a:lnTo>
                  <a:lnTo>
                    <a:pt x="4761" y="40481"/>
                  </a:lnTo>
                  <a:lnTo>
                    <a:pt x="9525" y="38100"/>
                  </a:lnTo>
                  <a:lnTo>
                    <a:pt x="15477" y="34606"/>
                  </a:lnTo>
                  <a:lnTo>
                    <a:pt x="20239" y="30956"/>
                  </a:lnTo>
                  <a:lnTo>
                    <a:pt x="28575" y="25081"/>
                  </a:lnTo>
                  <a:lnTo>
                    <a:pt x="28575" y="113187"/>
                  </a:lnTo>
                  <a:lnTo>
                    <a:pt x="41687" y="113187"/>
                  </a:lnTo>
                  <a:lnTo>
                    <a:pt x="41687" y="0"/>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79" name="Google Shape;679;p116"/>
            <p:cNvPicPr preferRelativeResize="0"/>
            <p:nvPr/>
          </p:nvPicPr>
          <p:blipFill rotWithShape="1">
            <a:blip r:embed="rId21">
              <a:alphaModFix/>
            </a:blip>
            <a:srcRect b="0" l="0" r="0" t="0"/>
            <a:stretch/>
          </p:blipFill>
          <p:spPr>
            <a:xfrm>
              <a:off x="3210030" y="1813655"/>
              <a:ext cx="75025" cy="115570"/>
            </a:xfrm>
            <a:prstGeom prst="rect">
              <a:avLst/>
            </a:prstGeom>
            <a:noFill/>
            <a:ln>
              <a:noFill/>
            </a:ln>
          </p:spPr>
        </p:pic>
        <p:sp>
          <p:nvSpPr>
            <p:cNvPr id="680" name="Google Shape;680;p116"/>
            <p:cNvSpPr/>
            <p:nvPr/>
          </p:nvSpPr>
          <p:spPr>
            <a:xfrm>
              <a:off x="3305289" y="1776831"/>
              <a:ext cx="51435" cy="81280"/>
            </a:xfrm>
            <a:custGeom>
              <a:rect b="b" l="l" r="r" t="t"/>
              <a:pathLst>
                <a:path extrusionOk="0" h="81280" w="51435">
                  <a:moveTo>
                    <a:pt x="51219" y="26187"/>
                  </a:moveTo>
                  <a:lnTo>
                    <a:pt x="48831" y="16662"/>
                  </a:lnTo>
                  <a:lnTo>
                    <a:pt x="47625" y="13017"/>
                  </a:lnTo>
                  <a:lnTo>
                    <a:pt x="43688" y="7137"/>
                  </a:lnTo>
                  <a:lnTo>
                    <a:pt x="42862" y="5867"/>
                  </a:lnTo>
                  <a:lnTo>
                    <a:pt x="41681" y="4686"/>
                  </a:lnTo>
                  <a:lnTo>
                    <a:pt x="41681" y="40474"/>
                  </a:lnTo>
                  <a:lnTo>
                    <a:pt x="41427" y="49390"/>
                  </a:lnTo>
                  <a:lnTo>
                    <a:pt x="29768" y="72542"/>
                  </a:lnTo>
                  <a:lnTo>
                    <a:pt x="21437" y="72542"/>
                  </a:lnTo>
                  <a:lnTo>
                    <a:pt x="17856" y="70167"/>
                  </a:lnTo>
                  <a:lnTo>
                    <a:pt x="9525" y="40474"/>
                  </a:lnTo>
                  <a:lnTo>
                    <a:pt x="9956" y="31318"/>
                  </a:lnTo>
                  <a:lnTo>
                    <a:pt x="21437" y="7137"/>
                  </a:lnTo>
                  <a:lnTo>
                    <a:pt x="29768" y="7137"/>
                  </a:lnTo>
                  <a:lnTo>
                    <a:pt x="41681" y="40474"/>
                  </a:lnTo>
                  <a:lnTo>
                    <a:pt x="41681" y="4686"/>
                  </a:lnTo>
                  <a:lnTo>
                    <a:pt x="40487" y="3492"/>
                  </a:lnTo>
                  <a:lnTo>
                    <a:pt x="36918" y="2374"/>
                  </a:lnTo>
                  <a:lnTo>
                    <a:pt x="33337" y="0"/>
                  </a:lnTo>
                  <a:lnTo>
                    <a:pt x="20243" y="0"/>
                  </a:lnTo>
                  <a:lnTo>
                    <a:pt x="15481" y="1104"/>
                  </a:lnTo>
                  <a:lnTo>
                    <a:pt x="0" y="30949"/>
                  </a:lnTo>
                  <a:lnTo>
                    <a:pt x="0" y="40474"/>
                  </a:lnTo>
                  <a:lnTo>
                    <a:pt x="11912" y="77304"/>
                  </a:lnTo>
                  <a:lnTo>
                    <a:pt x="17856" y="80962"/>
                  </a:lnTo>
                  <a:lnTo>
                    <a:pt x="32156" y="80962"/>
                  </a:lnTo>
                  <a:lnTo>
                    <a:pt x="51219" y="57150"/>
                  </a:lnTo>
                  <a:lnTo>
                    <a:pt x="51219" y="26187"/>
                  </a:lnTo>
                  <a:close/>
                </a:path>
              </a:pathLst>
            </a:custGeom>
            <a:solidFill>
              <a:srgbClr val="2525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681" name="Google Shape;681;p116"/>
          <p:cNvPicPr preferRelativeResize="0"/>
          <p:nvPr/>
        </p:nvPicPr>
        <p:blipFill rotWithShape="1">
          <a:blip r:embed="rId22">
            <a:alphaModFix/>
          </a:blip>
          <a:srcRect b="0" l="0" r="0" t="0"/>
          <a:stretch/>
        </p:blipFill>
        <p:spPr>
          <a:xfrm>
            <a:off x="2840865" y="3160648"/>
            <a:ext cx="163150" cy="1346992"/>
          </a:xfrm>
          <a:prstGeom prst="rect">
            <a:avLst/>
          </a:prstGeom>
          <a:noFill/>
          <a:ln>
            <a:noFill/>
          </a:ln>
        </p:spPr>
      </p:pic>
      <p:pic>
        <p:nvPicPr>
          <p:cNvPr id="682" name="Google Shape;682;p116"/>
          <p:cNvPicPr preferRelativeResize="0"/>
          <p:nvPr/>
        </p:nvPicPr>
        <p:blipFill rotWithShape="1">
          <a:blip r:embed="rId23">
            <a:alphaModFix/>
          </a:blip>
          <a:srcRect b="0" l="0" r="0" t="0"/>
          <a:stretch/>
        </p:blipFill>
        <p:spPr>
          <a:xfrm>
            <a:off x="2843246" y="2737897"/>
            <a:ext cx="126223" cy="348486"/>
          </a:xfrm>
          <a:prstGeom prst="rect">
            <a:avLst/>
          </a:prstGeom>
          <a:noFill/>
          <a:ln>
            <a:noFill/>
          </a:ln>
        </p:spPr>
      </p:pic>
      <p:sp>
        <p:nvSpPr>
          <p:cNvPr id="683" name="Google Shape;683;p116"/>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37</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descr="$PPTXTitle" id="688" name="Google Shape;688;p117"/>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450465" rtl="0" algn="l">
              <a:lnSpc>
                <a:spcPct val="100000"/>
              </a:lnSpc>
              <a:spcBef>
                <a:spcPts val="0"/>
              </a:spcBef>
              <a:spcAft>
                <a:spcPts val="0"/>
              </a:spcAft>
              <a:buSzPts val="1400"/>
              <a:buNone/>
            </a:pPr>
            <a:r>
              <a:rPr lang="en-US"/>
              <a:t>Regularized least squares</a:t>
            </a:r>
            <a:endParaRPr/>
          </a:p>
        </p:txBody>
      </p:sp>
      <p:sp>
        <p:nvSpPr>
          <p:cNvPr id="689" name="Google Shape;689;p117"/>
          <p:cNvSpPr txBox="1"/>
          <p:nvPr/>
        </p:nvSpPr>
        <p:spPr>
          <a:xfrm>
            <a:off x="688340" y="1554988"/>
            <a:ext cx="10322560" cy="574040"/>
          </a:xfrm>
          <a:prstGeom prst="rect">
            <a:avLst/>
          </a:prstGeom>
          <a:noFill/>
          <a:ln>
            <a:noFill/>
          </a:ln>
        </p:spPr>
        <p:txBody>
          <a:bodyPr anchorCtr="0" anchor="t" bIns="0" lIns="0" spcFirstLastPara="1" rIns="0" wrap="square" tIns="12700">
            <a:spAutoFit/>
          </a:bodyPr>
          <a:lstStyle/>
          <a:p>
            <a:pPr indent="0" lvl="0" marL="12700" marR="0" rtl="0" algn="l">
              <a:lnSpc>
                <a:spcPct val="114545"/>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For least squares, there is a simple solution to the regularized loss minimization problem</a:t>
            </a:r>
            <a:endParaRPr b="0" i="0" sz="2200" u="none" cap="none" strike="noStrike">
              <a:solidFill>
                <a:srgbClr val="000000"/>
              </a:solidFill>
              <a:latin typeface="Arial Narrow"/>
              <a:ea typeface="Arial Narrow"/>
              <a:cs typeface="Arial Narrow"/>
              <a:sym typeface="Arial Narrow"/>
            </a:endParaRPr>
          </a:p>
          <a:p>
            <a:pPr indent="0" lvl="0" marL="0" marR="1234440" rtl="0" algn="ctr">
              <a:lnSpc>
                <a:spcPct val="1125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p:txBody>
      </p:sp>
      <p:grpSp>
        <p:nvGrpSpPr>
          <p:cNvPr id="690" name="Google Shape;690;p117"/>
          <p:cNvGrpSpPr/>
          <p:nvPr/>
        </p:nvGrpSpPr>
        <p:grpSpPr>
          <a:xfrm>
            <a:off x="6799705" y="2251581"/>
            <a:ext cx="345188" cy="344424"/>
            <a:chOff x="6799705" y="2251581"/>
            <a:chExt cx="345188" cy="344424"/>
          </a:xfrm>
        </p:grpSpPr>
        <p:sp>
          <p:nvSpPr>
            <p:cNvPr id="691" name="Google Shape;691;p117"/>
            <p:cNvSpPr/>
            <p:nvPr/>
          </p:nvSpPr>
          <p:spPr>
            <a:xfrm>
              <a:off x="7052818" y="2258820"/>
              <a:ext cx="92075" cy="337185"/>
            </a:xfrm>
            <a:custGeom>
              <a:rect b="b" l="l" r="r" t="t"/>
              <a:pathLst>
                <a:path extrusionOk="0" h="337185" w="92075">
                  <a:moveTo>
                    <a:pt x="3428" y="0"/>
                  </a:moveTo>
                  <a:lnTo>
                    <a:pt x="0" y="11174"/>
                  </a:lnTo>
                  <a:lnTo>
                    <a:pt x="15477" y="19199"/>
                  </a:lnTo>
                  <a:lnTo>
                    <a:pt x="28955" y="30892"/>
                  </a:lnTo>
                  <a:lnTo>
                    <a:pt x="49910" y="65276"/>
                  </a:lnTo>
                  <a:lnTo>
                    <a:pt x="62594" y="111965"/>
                  </a:lnTo>
                  <a:lnTo>
                    <a:pt x="66801" y="168654"/>
                  </a:lnTo>
                  <a:lnTo>
                    <a:pt x="65751" y="198180"/>
                  </a:lnTo>
                  <a:lnTo>
                    <a:pt x="57317" y="249755"/>
                  </a:lnTo>
                  <a:lnTo>
                    <a:pt x="40432" y="290732"/>
                  </a:lnTo>
                  <a:lnTo>
                    <a:pt x="0" y="325753"/>
                  </a:lnTo>
                  <a:lnTo>
                    <a:pt x="3428" y="336929"/>
                  </a:lnTo>
                  <a:lnTo>
                    <a:pt x="40989" y="316928"/>
                  </a:lnTo>
                  <a:lnTo>
                    <a:pt x="68833"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92" name="Google Shape;692;p117"/>
            <p:cNvPicPr preferRelativeResize="0"/>
            <p:nvPr/>
          </p:nvPicPr>
          <p:blipFill rotWithShape="1">
            <a:blip r:embed="rId3">
              <a:alphaModFix/>
            </a:blip>
            <a:srcRect b="0" l="0" r="0" t="0"/>
            <a:stretch/>
          </p:blipFill>
          <p:spPr>
            <a:xfrm>
              <a:off x="6799705" y="2251581"/>
              <a:ext cx="213486" cy="189228"/>
            </a:xfrm>
            <a:prstGeom prst="rect">
              <a:avLst/>
            </a:prstGeom>
            <a:noFill/>
            <a:ln>
              <a:noFill/>
            </a:ln>
          </p:spPr>
        </p:pic>
      </p:grpSp>
      <p:sp>
        <p:nvSpPr>
          <p:cNvPr id="693" name="Google Shape;693;p117"/>
          <p:cNvSpPr/>
          <p:nvPr/>
        </p:nvSpPr>
        <p:spPr>
          <a:xfrm>
            <a:off x="5442336" y="2258820"/>
            <a:ext cx="92075" cy="337185"/>
          </a:xfrm>
          <a:custGeom>
            <a:rect b="b" l="l" r="r" t="t"/>
            <a:pathLst>
              <a:path extrusionOk="0" h="337185" w="92075">
                <a:moveTo>
                  <a:pt x="88512" y="0"/>
                </a:moveTo>
                <a:lnTo>
                  <a:pt x="50888" y="20097"/>
                </a:lnTo>
                <a:lnTo>
                  <a:pt x="22980" y="57911"/>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94" name="Google Shape;694;p117"/>
          <p:cNvPicPr preferRelativeResize="0"/>
          <p:nvPr/>
        </p:nvPicPr>
        <p:blipFill rotWithShape="1">
          <a:blip r:embed="rId3">
            <a:alphaModFix/>
          </a:blip>
          <a:srcRect b="0" l="0" r="0" t="0"/>
          <a:stretch/>
        </p:blipFill>
        <p:spPr>
          <a:xfrm>
            <a:off x="6039229" y="2251581"/>
            <a:ext cx="213487" cy="189228"/>
          </a:xfrm>
          <a:prstGeom prst="rect">
            <a:avLst/>
          </a:prstGeom>
          <a:noFill/>
          <a:ln>
            <a:noFill/>
          </a:ln>
        </p:spPr>
      </p:pic>
      <p:sp>
        <p:nvSpPr>
          <p:cNvPr id="695" name="Google Shape;695;p117"/>
          <p:cNvSpPr txBox="1"/>
          <p:nvPr/>
        </p:nvSpPr>
        <p:spPr>
          <a:xfrm>
            <a:off x="3784727" y="2152395"/>
            <a:ext cx="1460500" cy="839469"/>
          </a:xfrm>
          <a:prstGeom prst="rect">
            <a:avLst/>
          </a:prstGeom>
          <a:noFill/>
          <a:ln>
            <a:noFill/>
          </a:ln>
        </p:spPr>
        <p:txBody>
          <a:bodyPr anchorCtr="0" anchor="t" bIns="0" lIns="0" spcFirstLastPara="1" rIns="0" wrap="square" tIns="12700">
            <a:spAutoFit/>
          </a:bodyPr>
          <a:lstStyle/>
          <a:p>
            <a:pPr indent="0" lvl="0" marL="38100" marR="0" rtl="0" algn="l">
              <a:lnSpc>
                <a:spcPct val="95909"/>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minimize 11</a:t>
            </a:r>
            <a:endParaRPr b="0" i="0" sz="2200" u="none" cap="none" strike="noStrike">
              <a:solidFill>
                <a:srgbClr val="000000"/>
              </a:solidFill>
              <a:latin typeface="Arial"/>
              <a:ea typeface="Arial"/>
              <a:cs typeface="Arial"/>
              <a:sym typeface="Arial"/>
            </a:endParaRPr>
          </a:p>
          <a:p>
            <a:pPr indent="0" lvl="0" marL="38100" marR="0" rtl="0" algn="l">
              <a:lnSpc>
                <a:spcPct val="63939"/>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𝜃</a:t>
            </a:r>
            <a:r>
              <a:rPr b="0" i="0" lang="en-US" sz="1600" u="none" cap="none" strike="noStrike">
                <a:solidFill>
                  <a:srgbClr val="000000"/>
                </a:solidFill>
                <a:latin typeface="Arial"/>
                <a:ea typeface="Arial"/>
                <a:cs typeface="Arial"/>
                <a:sym typeface="Arial"/>
              </a:rPr>
              <a:t>𝑇</a:t>
            </a:r>
            <a:r>
              <a:rPr b="0" baseline="-25000" i="0" lang="en-US" sz="3300" u="none" cap="none" strike="noStrike">
                <a:solidFill>
                  <a:srgbClr val="000000"/>
                </a:solidFill>
                <a:latin typeface="Arial"/>
                <a:ea typeface="Arial"/>
                <a:cs typeface="Arial"/>
                <a:sym typeface="Arial"/>
              </a:rPr>
              <a:t>𝑥 </a:t>
            </a:r>
            <a:r>
              <a:rPr b="0" i="0" lang="en-US" sz="1600" u="none" cap="none" strike="noStrike">
                <a:solidFill>
                  <a:srgbClr val="000000"/>
                </a:solidFill>
                <a:latin typeface="Arial"/>
                <a:ea typeface="Arial"/>
                <a:cs typeface="Arial"/>
                <a:sym typeface="Arial"/>
              </a:rPr>
              <a:t>𝑖</a:t>
            </a:r>
            <a:endParaRPr b="0" i="0" sz="1600" u="none" cap="none" strike="noStrike">
              <a:solidFill>
                <a:srgbClr val="000000"/>
              </a:solidFill>
              <a:latin typeface="Arial"/>
              <a:ea typeface="Arial"/>
              <a:cs typeface="Arial"/>
              <a:sym typeface="Arial"/>
            </a:endParaRPr>
          </a:p>
          <a:p>
            <a:pPr indent="0" lvl="0" marL="0" marR="274955" rtl="0" algn="ctr">
              <a:lnSpc>
                <a:spcPct val="100000"/>
              </a:lnSpc>
              <a:spcBef>
                <a:spcPts val="26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𝜃</a:t>
            </a:r>
            <a:endParaRPr b="0" i="0" sz="1600" u="none" cap="none" strike="noStrike">
              <a:solidFill>
                <a:srgbClr val="000000"/>
              </a:solidFill>
              <a:latin typeface="Arial"/>
              <a:ea typeface="Arial"/>
              <a:cs typeface="Arial"/>
              <a:sym typeface="Arial"/>
            </a:endParaRPr>
          </a:p>
        </p:txBody>
      </p:sp>
      <p:sp>
        <p:nvSpPr>
          <p:cNvPr id="696" name="Google Shape;696;p117"/>
          <p:cNvSpPr/>
          <p:nvPr/>
        </p:nvSpPr>
        <p:spPr>
          <a:xfrm>
            <a:off x="8124571" y="2299969"/>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37" y="0"/>
                </a:moveTo>
                <a:lnTo>
                  <a:pt x="59182" y="0"/>
                </a:lnTo>
                <a:lnTo>
                  <a:pt x="59182" y="253365"/>
                </a:lnTo>
                <a:lnTo>
                  <a:pt x="80137" y="253365"/>
                </a:lnTo>
                <a:lnTo>
                  <a:pt x="801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117"/>
          <p:cNvSpPr/>
          <p:nvPr/>
        </p:nvSpPr>
        <p:spPr>
          <a:xfrm>
            <a:off x="7812151" y="2299969"/>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24" y="0"/>
                </a:moveTo>
                <a:lnTo>
                  <a:pt x="59182" y="0"/>
                </a:lnTo>
                <a:lnTo>
                  <a:pt x="59182" y="253365"/>
                </a:lnTo>
                <a:lnTo>
                  <a:pt x="80124" y="253365"/>
                </a:lnTo>
                <a:lnTo>
                  <a:pt x="8012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117"/>
          <p:cNvSpPr txBox="1"/>
          <p:nvPr/>
        </p:nvSpPr>
        <p:spPr>
          <a:xfrm>
            <a:off x="6305421" y="2188971"/>
            <a:ext cx="1816735"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𝑦 </a:t>
            </a:r>
            <a:r>
              <a:rPr b="0" baseline="30000" i="0" lang="en-US" sz="2400" u="none" cap="none" strike="noStrike">
                <a:solidFill>
                  <a:srgbClr val="000000"/>
                </a:solidFill>
                <a:latin typeface="Arial"/>
                <a:ea typeface="Arial"/>
                <a:cs typeface="Arial"/>
                <a:sym typeface="Arial"/>
              </a:rPr>
              <a:t>𝑖	2 </a:t>
            </a:r>
            <a:r>
              <a:rPr b="0" i="0" lang="en-US" sz="2200" u="none" cap="none" strike="noStrike">
                <a:solidFill>
                  <a:srgbClr val="000000"/>
                </a:solidFill>
                <a:latin typeface="Arial"/>
                <a:ea typeface="Arial"/>
                <a:cs typeface="Arial"/>
                <a:sym typeface="Arial"/>
              </a:rPr>
              <a:t>+ 𝜆	𝜃</a:t>
            </a:r>
            <a:endParaRPr b="0" i="0" sz="2200" u="none" cap="none" strike="noStrike">
              <a:solidFill>
                <a:srgbClr val="000000"/>
              </a:solidFill>
              <a:latin typeface="Arial"/>
              <a:ea typeface="Arial"/>
              <a:cs typeface="Arial"/>
              <a:sym typeface="Arial"/>
            </a:endParaRPr>
          </a:p>
        </p:txBody>
      </p:sp>
      <p:sp>
        <p:nvSpPr>
          <p:cNvPr id="699" name="Google Shape;699;p117"/>
          <p:cNvSpPr txBox="1"/>
          <p:nvPr/>
        </p:nvSpPr>
        <p:spPr>
          <a:xfrm>
            <a:off x="8226931" y="2131059"/>
            <a:ext cx="126364" cy="473709"/>
          </a:xfrm>
          <a:prstGeom prst="rect">
            <a:avLst/>
          </a:prstGeom>
          <a:noFill/>
          <a:ln>
            <a:noFill/>
          </a:ln>
        </p:spPr>
        <p:txBody>
          <a:bodyPr anchorCtr="0" anchor="t" bIns="0" lIns="0" spcFirstLastPara="1" rIns="0" wrap="square" tIns="12700">
            <a:spAutoFit/>
          </a:bodyPr>
          <a:lstStyle/>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p:txBody>
      </p:sp>
      <p:sp>
        <p:nvSpPr>
          <p:cNvPr id="700" name="Google Shape;700;p117"/>
          <p:cNvSpPr txBox="1"/>
          <p:nvPr/>
        </p:nvSpPr>
        <p:spPr>
          <a:xfrm>
            <a:off x="2697732" y="3761740"/>
            <a:ext cx="335280"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t>
            </a:r>
            <a:r>
              <a:rPr b="0" baseline="-25000" i="0" lang="en-US" sz="2400" u="none" cap="none" strike="noStrike">
                <a:solidFill>
                  <a:srgbClr val="000000"/>
                </a:solidFill>
                <a:latin typeface="Arial"/>
                <a:ea typeface="Arial"/>
                <a:cs typeface="Arial"/>
                <a:sym typeface="Arial"/>
              </a:rPr>
              <a:t>𝜃</a:t>
            </a:r>
            <a:endParaRPr b="0" baseline="-25000" i="0" sz="2400" u="none" cap="none" strike="noStrike">
              <a:solidFill>
                <a:srgbClr val="000000"/>
              </a:solidFill>
              <a:latin typeface="Arial"/>
              <a:ea typeface="Arial"/>
              <a:cs typeface="Arial"/>
              <a:sym typeface="Arial"/>
            </a:endParaRPr>
          </a:p>
        </p:txBody>
      </p:sp>
      <p:sp>
        <p:nvSpPr>
          <p:cNvPr id="701" name="Google Shape;701;p117"/>
          <p:cNvSpPr/>
          <p:nvPr/>
        </p:nvSpPr>
        <p:spPr>
          <a:xfrm>
            <a:off x="6574279" y="3588002"/>
            <a:ext cx="139700" cy="824230"/>
          </a:xfrm>
          <a:custGeom>
            <a:rect b="b" l="l" r="r" t="t"/>
            <a:pathLst>
              <a:path extrusionOk="0" h="824229" w="139700">
                <a:moveTo>
                  <a:pt x="8637" y="0"/>
                </a:moveTo>
                <a:lnTo>
                  <a:pt x="0" y="9650"/>
                </a:lnTo>
                <a:lnTo>
                  <a:pt x="25859" y="43158"/>
                </a:lnTo>
                <a:lnTo>
                  <a:pt x="48371" y="81961"/>
                </a:lnTo>
                <a:lnTo>
                  <a:pt x="67527" y="126077"/>
                </a:lnTo>
                <a:lnTo>
                  <a:pt x="83313" y="175513"/>
                </a:lnTo>
                <a:lnTo>
                  <a:pt x="93461" y="218246"/>
                </a:lnTo>
                <a:lnTo>
                  <a:pt x="101357" y="263243"/>
                </a:lnTo>
                <a:lnTo>
                  <a:pt x="106994" y="310506"/>
                </a:lnTo>
                <a:lnTo>
                  <a:pt x="110379" y="360043"/>
                </a:lnTo>
                <a:lnTo>
                  <a:pt x="111507" y="411862"/>
                </a:lnTo>
                <a:lnTo>
                  <a:pt x="110379" y="463829"/>
                </a:lnTo>
                <a:lnTo>
                  <a:pt x="106994" y="513504"/>
                </a:lnTo>
                <a:lnTo>
                  <a:pt x="101357" y="560881"/>
                </a:lnTo>
                <a:lnTo>
                  <a:pt x="93461" y="605953"/>
                </a:lnTo>
                <a:lnTo>
                  <a:pt x="83313" y="648717"/>
                </a:lnTo>
                <a:lnTo>
                  <a:pt x="67527" y="698079"/>
                </a:lnTo>
                <a:lnTo>
                  <a:pt x="48371" y="742157"/>
                </a:lnTo>
                <a:lnTo>
                  <a:pt x="25859" y="780947"/>
                </a:lnTo>
                <a:lnTo>
                  <a:pt x="0" y="814452"/>
                </a:lnTo>
                <a:lnTo>
                  <a:pt x="8637" y="824104"/>
                </a:lnTo>
                <a:lnTo>
                  <a:pt x="37731" y="791176"/>
                </a:lnTo>
                <a:lnTo>
                  <a:pt x="63469" y="752618"/>
                </a:lnTo>
                <a:lnTo>
                  <a:pt x="85825" y="708464"/>
                </a:lnTo>
                <a:lnTo>
                  <a:pt x="104775" y="658750"/>
                </a:lnTo>
                <a:lnTo>
                  <a:pt x="117195" y="615209"/>
                </a:lnTo>
                <a:lnTo>
                  <a:pt x="126865" y="568712"/>
                </a:lnTo>
                <a:lnTo>
                  <a:pt x="133780" y="519258"/>
                </a:lnTo>
                <a:lnTo>
                  <a:pt x="137934" y="466846"/>
                </a:lnTo>
                <a:lnTo>
                  <a:pt x="139320" y="411481"/>
                </a:lnTo>
                <a:lnTo>
                  <a:pt x="137934" y="356586"/>
                </a:lnTo>
                <a:lnTo>
                  <a:pt x="133780" y="304533"/>
                </a:lnTo>
                <a:lnTo>
                  <a:pt x="126865" y="255327"/>
                </a:lnTo>
                <a:lnTo>
                  <a:pt x="117195" y="208974"/>
                </a:lnTo>
                <a:lnTo>
                  <a:pt x="104775" y="165480"/>
                </a:lnTo>
                <a:lnTo>
                  <a:pt x="85825" y="115710"/>
                </a:lnTo>
                <a:lnTo>
                  <a:pt x="63469" y="71547"/>
                </a:lnTo>
                <a:lnTo>
                  <a:pt x="37731" y="32981"/>
                </a:lnTo>
                <a:lnTo>
                  <a:pt x="86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2" name="Google Shape;702;p117"/>
          <p:cNvSpPr/>
          <p:nvPr/>
        </p:nvSpPr>
        <p:spPr>
          <a:xfrm>
            <a:off x="3095750" y="3588002"/>
            <a:ext cx="139700" cy="824230"/>
          </a:xfrm>
          <a:custGeom>
            <a:rect b="b" l="l" r="r" t="t"/>
            <a:pathLst>
              <a:path extrusionOk="0" h="824229" w="139700">
                <a:moveTo>
                  <a:pt x="130556" y="0"/>
                </a:moveTo>
                <a:lnTo>
                  <a:pt x="101478" y="32981"/>
                </a:lnTo>
                <a:lnTo>
                  <a:pt x="75770" y="71547"/>
                </a:lnTo>
                <a:lnTo>
                  <a:pt x="53421" y="115710"/>
                </a:lnTo>
                <a:lnTo>
                  <a:pt x="34417" y="165480"/>
                </a:lnTo>
                <a:lnTo>
                  <a:pt x="22010" y="208974"/>
                </a:lnTo>
                <a:lnTo>
                  <a:pt x="12371" y="255327"/>
                </a:lnTo>
                <a:lnTo>
                  <a:pt x="5494" y="304533"/>
                </a:lnTo>
                <a:lnTo>
                  <a:pt x="1371" y="356586"/>
                </a:lnTo>
                <a:lnTo>
                  <a:pt x="0" y="411481"/>
                </a:lnTo>
                <a:lnTo>
                  <a:pt x="1371" y="466846"/>
                </a:lnTo>
                <a:lnTo>
                  <a:pt x="5494" y="519258"/>
                </a:lnTo>
                <a:lnTo>
                  <a:pt x="12371" y="568712"/>
                </a:lnTo>
                <a:lnTo>
                  <a:pt x="22010" y="615209"/>
                </a:lnTo>
                <a:lnTo>
                  <a:pt x="34417" y="658750"/>
                </a:lnTo>
                <a:lnTo>
                  <a:pt x="53421" y="708464"/>
                </a:lnTo>
                <a:lnTo>
                  <a:pt x="75770" y="752618"/>
                </a:lnTo>
                <a:lnTo>
                  <a:pt x="101478" y="791176"/>
                </a:lnTo>
                <a:lnTo>
                  <a:pt x="130556" y="824104"/>
                </a:lnTo>
                <a:lnTo>
                  <a:pt x="139192" y="814452"/>
                </a:lnTo>
                <a:lnTo>
                  <a:pt x="113333" y="780947"/>
                </a:lnTo>
                <a:lnTo>
                  <a:pt x="90820" y="742157"/>
                </a:lnTo>
                <a:lnTo>
                  <a:pt x="71664" y="698079"/>
                </a:lnTo>
                <a:lnTo>
                  <a:pt x="55880" y="648717"/>
                </a:lnTo>
                <a:lnTo>
                  <a:pt x="45730" y="605953"/>
                </a:lnTo>
                <a:lnTo>
                  <a:pt x="37834" y="560881"/>
                </a:lnTo>
                <a:lnTo>
                  <a:pt x="32197" y="513504"/>
                </a:lnTo>
                <a:lnTo>
                  <a:pt x="28813" y="463829"/>
                </a:lnTo>
                <a:lnTo>
                  <a:pt x="27686" y="411862"/>
                </a:lnTo>
                <a:lnTo>
                  <a:pt x="28813" y="360043"/>
                </a:lnTo>
                <a:lnTo>
                  <a:pt x="32197" y="310506"/>
                </a:lnTo>
                <a:lnTo>
                  <a:pt x="37834" y="263243"/>
                </a:lnTo>
                <a:lnTo>
                  <a:pt x="45730" y="218246"/>
                </a:lnTo>
                <a:lnTo>
                  <a:pt x="55880" y="175513"/>
                </a:lnTo>
                <a:lnTo>
                  <a:pt x="71664" y="126077"/>
                </a:lnTo>
                <a:lnTo>
                  <a:pt x="90820" y="81961"/>
                </a:lnTo>
                <a:lnTo>
                  <a:pt x="113333" y="43158"/>
                </a:lnTo>
                <a:lnTo>
                  <a:pt x="139192" y="9650"/>
                </a:lnTo>
                <a:lnTo>
                  <a:pt x="13055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117"/>
          <p:cNvSpPr txBox="1"/>
          <p:nvPr/>
        </p:nvSpPr>
        <p:spPr>
          <a:xfrm>
            <a:off x="688340" y="2926588"/>
            <a:ext cx="6024245" cy="775335"/>
          </a:xfrm>
          <a:prstGeom prst="rect">
            <a:avLst/>
          </a:prstGeom>
          <a:noFill/>
          <a:ln>
            <a:noFill/>
          </a:ln>
        </p:spPr>
        <p:txBody>
          <a:bodyPr anchorCtr="0" anchor="t" bIns="0" lIns="0" spcFirstLastPara="1" rIns="0" wrap="square" tIns="12700">
            <a:spAutoFit/>
          </a:bodyPr>
          <a:lstStyle/>
          <a:p>
            <a:pPr indent="0" lvl="0" marL="0" marR="1300480" rtl="0" algn="r">
              <a:lnSpc>
                <a:spcPct val="109375"/>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𝑖=1</a:t>
            </a:r>
            <a:endParaRPr b="0" i="0" sz="1600" u="none" cap="none" strike="noStrike">
              <a:solidFill>
                <a:srgbClr val="000000"/>
              </a:solidFill>
              <a:latin typeface="Arial"/>
              <a:ea typeface="Arial"/>
              <a:cs typeface="Arial"/>
              <a:sym typeface="Arial"/>
            </a:endParaRPr>
          </a:p>
          <a:p>
            <a:pPr indent="0" lvl="0" marL="12700" marR="0" rtl="0" algn="l">
              <a:lnSpc>
                <a:spcPct val="106818"/>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Taking gradients by the same rules as before gives:</a:t>
            </a:r>
            <a:endParaRPr b="0" i="0" sz="2200" u="none" cap="none" strike="noStrike">
              <a:solidFill>
                <a:srgbClr val="000000"/>
              </a:solidFill>
              <a:latin typeface="Arial Narrow"/>
              <a:ea typeface="Arial Narrow"/>
              <a:cs typeface="Arial Narrow"/>
              <a:sym typeface="Arial Narrow"/>
            </a:endParaRPr>
          </a:p>
          <a:p>
            <a:pPr indent="0" lvl="0" marL="0" marR="542290" rtl="0" algn="ctr">
              <a:lnSpc>
                <a:spcPct val="1125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p:txBody>
      </p:sp>
      <p:sp>
        <p:nvSpPr>
          <p:cNvPr id="704" name="Google Shape;704;p117"/>
          <p:cNvSpPr/>
          <p:nvPr/>
        </p:nvSpPr>
        <p:spPr>
          <a:xfrm>
            <a:off x="3637920" y="3831590"/>
            <a:ext cx="92075" cy="337185"/>
          </a:xfrm>
          <a:custGeom>
            <a:rect b="b" l="l" r="r" t="t"/>
            <a:pathLst>
              <a:path extrusionOk="0" h="337185" w="92075">
                <a:moveTo>
                  <a:pt x="88512" y="0"/>
                </a:moveTo>
                <a:lnTo>
                  <a:pt x="50888" y="20096"/>
                </a:lnTo>
                <a:lnTo>
                  <a:pt x="22980" y="57912"/>
                </a:lnTo>
                <a:lnTo>
                  <a:pt x="5723" y="108885"/>
                </a:lnTo>
                <a:lnTo>
                  <a:pt x="0" y="168656"/>
                </a:lnTo>
                <a:lnTo>
                  <a:pt x="1423" y="199365"/>
                </a:lnTo>
                <a:lnTo>
                  <a:pt x="12905" y="254610"/>
                </a:lnTo>
                <a:lnTo>
                  <a:pt x="35720" y="300211"/>
                </a:lnTo>
                <a:lnTo>
                  <a:pt x="68486" y="329167"/>
                </a:lnTo>
                <a:lnTo>
                  <a:pt x="88512" y="336931"/>
                </a:lnTo>
                <a:lnTo>
                  <a:pt x="91941" y="325755"/>
                </a:lnTo>
                <a:lnTo>
                  <a:pt x="76462" y="317732"/>
                </a:lnTo>
                <a:lnTo>
                  <a:pt x="62985" y="306053"/>
                </a:lnTo>
                <a:lnTo>
                  <a:pt x="42030" y="271780"/>
                </a:lnTo>
                <a:lnTo>
                  <a:pt x="29282" y="225217"/>
                </a:lnTo>
                <a:lnTo>
                  <a:pt x="25016" y="168529"/>
                </a:lnTo>
                <a:lnTo>
                  <a:pt x="26081" y="139054"/>
                </a:lnTo>
                <a:lnTo>
                  <a:pt x="34602" y="87377"/>
                </a:lnTo>
                <a:lnTo>
                  <a:pt x="51507" y="46250"/>
                </a:lnTo>
                <a:lnTo>
                  <a:pt x="91941" y="11175"/>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05" name="Google Shape;705;p117"/>
          <p:cNvPicPr preferRelativeResize="0"/>
          <p:nvPr/>
        </p:nvPicPr>
        <p:blipFill rotWithShape="1">
          <a:blip r:embed="rId4">
            <a:alphaModFix/>
          </a:blip>
          <a:srcRect b="0" l="0" r="0" t="0"/>
          <a:stretch/>
        </p:blipFill>
        <p:spPr>
          <a:xfrm>
            <a:off x="4236339" y="3824351"/>
            <a:ext cx="213487" cy="189229"/>
          </a:xfrm>
          <a:prstGeom prst="rect">
            <a:avLst/>
          </a:prstGeom>
          <a:noFill/>
          <a:ln>
            <a:noFill/>
          </a:ln>
        </p:spPr>
      </p:pic>
      <p:grpSp>
        <p:nvGrpSpPr>
          <p:cNvPr id="706" name="Google Shape;706;p117"/>
          <p:cNvGrpSpPr/>
          <p:nvPr/>
        </p:nvGrpSpPr>
        <p:grpSpPr>
          <a:xfrm>
            <a:off x="4996815" y="3824351"/>
            <a:ext cx="343660" cy="344424"/>
            <a:chOff x="4996815" y="3824351"/>
            <a:chExt cx="343660" cy="344424"/>
          </a:xfrm>
        </p:grpSpPr>
        <p:sp>
          <p:nvSpPr>
            <p:cNvPr id="707" name="Google Shape;707;p117"/>
            <p:cNvSpPr/>
            <p:nvPr/>
          </p:nvSpPr>
          <p:spPr>
            <a:xfrm>
              <a:off x="5248400" y="3831590"/>
              <a:ext cx="92075" cy="337185"/>
            </a:xfrm>
            <a:custGeom>
              <a:rect b="b" l="l" r="r" t="t"/>
              <a:pathLst>
                <a:path extrusionOk="0" h="337185" w="92075">
                  <a:moveTo>
                    <a:pt x="3428" y="0"/>
                  </a:moveTo>
                  <a:lnTo>
                    <a:pt x="0" y="11175"/>
                  </a:lnTo>
                  <a:lnTo>
                    <a:pt x="15478" y="19199"/>
                  </a:lnTo>
                  <a:lnTo>
                    <a:pt x="28955" y="30891"/>
                  </a:lnTo>
                  <a:lnTo>
                    <a:pt x="49911" y="65277"/>
                  </a:lnTo>
                  <a:lnTo>
                    <a:pt x="62595" y="111965"/>
                  </a:lnTo>
                  <a:lnTo>
                    <a:pt x="66801" y="168656"/>
                  </a:lnTo>
                  <a:lnTo>
                    <a:pt x="65751" y="198180"/>
                  </a:lnTo>
                  <a:lnTo>
                    <a:pt x="57317" y="249755"/>
                  </a:lnTo>
                  <a:lnTo>
                    <a:pt x="40432" y="290732"/>
                  </a:lnTo>
                  <a:lnTo>
                    <a:pt x="0" y="325755"/>
                  </a:lnTo>
                  <a:lnTo>
                    <a:pt x="3428" y="336931"/>
                  </a:lnTo>
                  <a:lnTo>
                    <a:pt x="40989" y="316928"/>
                  </a:lnTo>
                  <a:lnTo>
                    <a:pt x="68833" y="279019"/>
                  </a:lnTo>
                  <a:lnTo>
                    <a:pt x="86090" y="228060"/>
                  </a:lnTo>
                  <a:lnTo>
                    <a:pt x="91820" y="168529"/>
                  </a:lnTo>
                  <a:lnTo>
                    <a:pt x="90389" y="137618"/>
                  </a:lnTo>
                  <a:lnTo>
                    <a:pt x="78907" y="82321"/>
                  </a:lnTo>
                  <a:lnTo>
                    <a:pt x="56113" y="36790"/>
                  </a:lnTo>
                  <a:lnTo>
                    <a:pt x="23435" y="7834"/>
                  </a:lnTo>
                  <a:lnTo>
                    <a:pt x="342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08" name="Google Shape;708;p117"/>
            <p:cNvPicPr preferRelativeResize="0"/>
            <p:nvPr/>
          </p:nvPicPr>
          <p:blipFill rotWithShape="1">
            <a:blip r:embed="rId3">
              <a:alphaModFix/>
            </a:blip>
            <a:srcRect b="0" l="0" r="0" t="0"/>
            <a:stretch/>
          </p:blipFill>
          <p:spPr>
            <a:xfrm>
              <a:off x="4996815" y="3824351"/>
              <a:ext cx="213487" cy="189229"/>
            </a:xfrm>
            <a:prstGeom prst="rect">
              <a:avLst/>
            </a:prstGeom>
            <a:noFill/>
            <a:ln>
              <a:noFill/>
            </a:ln>
          </p:spPr>
        </p:pic>
      </p:grpSp>
      <p:sp>
        <p:nvSpPr>
          <p:cNvPr id="709" name="Google Shape;709;p117"/>
          <p:cNvSpPr/>
          <p:nvPr/>
        </p:nvSpPr>
        <p:spPr>
          <a:xfrm>
            <a:off x="6007735" y="3872737"/>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37" y="0"/>
                </a:moveTo>
                <a:lnTo>
                  <a:pt x="59182" y="0"/>
                </a:lnTo>
                <a:lnTo>
                  <a:pt x="59182" y="253365"/>
                </a:lnTo>
                <a:lnTo>
                  <a:pt x="80137" y="253365"/>
                </a:lnTo>
                <a:lnTo>
                  <a:pt x="801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0" name="Google Shape;710;p117"/>
          <p:cNvSpPr/>
          <p:nvPr/>
        </p:nvSpPr>
        <p:spPr>
          <a:xfrm>
            <a:off x="6320155" y="3872737"/>
            <a:ext cx="80645" cy="253365"/>
          </a:xfrm>
          <a:custGeom>
            <a:rect b="b" l="l" r="r" t="t"/>
            <a:pathLst>
              <a:path extrusionOk="0" h="253364" w="80645">
                <a:moveTo>
                  <a:pt x="20955" y="0"/>
                </a:moveTo>
                <a:lnTo>
                  <a:pt x="0" y="0"/>
                </a:lnTo>
                <a:lnTo>
                  <a:pt x="0" y="253365"/>
                </a:lnTo>
                <a:lnTo>
                  <a:pt x="20955" y="253365"/>
                </a:lnTo>
                <a:lnTo>
                  <a:pt x="20955" y="0"/>
                </a:lnTo>
                <a:close/>
              </a:path>
              <a:path extrusionOk="0" h="253364" w="80645">
                <a:moveTo>
                  <a:pt x="80137" y="0"/>
                </a:moveTo>
                <a:lnTo>
                  <a:pt x="59182" y="0"/>
                </a:lnTo>
                <a:lnTo>
                  <a:pt x="59182" y="253365"/>
                </a:lnTo>
                <a:lnTo>
                  <a:pt x="80137" y="253365"/>
                </a:lnTo>
                <a:lnTo>
                  <a:pt x="801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117"/>
          <p:cNvSpPr txBox="1"/>
          <p:nvPr/>
        </p:nvSpPr>
        <p:spPr>
          <a:xfrm>
            <a:off x="3193667" y="3610864"/>
            <a:ext cx="3124200" cy="865505"/>
          </a:xfrm>
          <a:prstGeom prst="rect">
            <a:avLst/>
          </a:prstGeom>
          <a:noFill/>
          <a:ln>
            <a:noFill/>
          </a:ln>
        </p:spPr>
        <p:txBody>
          <a:bodyPr anchorCtr="0" anchor="t" bIns="0" lIns="0" spcFirstLastPara="1" rIns="0" wrap="square" tIns="163175">
            <a:spAutoFit/>
          </a:bodyPr>
          <a:lstStyle/>
          <a:p>
            <a:pPr indent="0" lvl="0" marL="508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11	𝜃</a:t>
            </a:r>
            <a:r>
              <a:rPr b="0" baseline="30000" i="0" lang="en-US" sz="2400" u="none" cap="none" strike="noStrike">
                <a:solidFill>
                  <a:srgbClr val="000000"/>
                </a:solidFill>
                <a:latin typeface="Arial"/>
                <a:ea typeface="Arial"/>
                <a:cs typeface="Arial"/>
                <a:sym typeface="Arial"/>
              </a:rPr>
              <a:t>𝑇</a:t>
            </a:r>
            <a:r>
              <a:rPr b="0" i="0" lang="en-US" sz="2200" u="none" cap="none" strike="noStrike">
                <a:solidFill>
                  <a:srgbClr val="000000"/>
                </a:solidFill>
                <a:latin typeface="Arial"/>
                <a:ea typeface="Arial"/>
                <a:cs typeface="Arial"/>
                <a:sym typeface="Arial"/>
              </a:rPr>
              <a:t>𝑥 </a:t>
            </a:r>
            <a:r>
              <a:rPr b="0" baseline="30000" i="0" lang="en-US" sz="2400" u="none" cap="none" strike="noStrike">
                <a:solidFill>
                  <a:srgbClr val="000000"/>
                </a:solidFill>
                <a:latin typeface="Arial"/>
                <a:ea typeface="Arial"/>
                <a:cs typeface="Arial"/>
                <a:sym typeface="Arial"/>
              </a:rPr>
              <a:t>𝑖 </a:t>
            </a:r>
            <a:r>
              <a:rPr b="0" i="0" lang="en-US" sz="2200" u="none" cap="none" strike="noStrike">
                <a:solidFill>
                  <a:srgbClr val="000000"/>
                </a:solidFill>
                <a:latin typeface="Arial"/>
                <a:ea typeface="Arial"/>
                <a:cs typeface="Arial"/>
                <a:sym typeface="Arial"/>
              </a:rPr>
              <a:t>− 𝑦 </a:t>
            </a:r>
            <a:r>
              <a:rPr b="0" baseline="30000" i="0" lang="en-US" sz="2400" u="none" cap="none" strike="noStrike">
                <a:solidFill>
                  <a:srgbClr val="000000"/>
                </a:solidFill>
                <a:latin typeface="Arial"/>
                <a:ea typeface="Arial"/>
                <a:cs typeface="Arial"/>
                <a:sym typeface="Arial"/>
              </a:rPr>
              <a:t>𝑖	2 </a:t>
            </a:r>
            <a:r>
              <a:rPr b="0" i="0" lang="en-US" sz="2200" u="none" cap="none" strike="noStrike">
                <a:solidFill>
                  <a:srgbClr val="000000"/>
                </a:solidFill>
                <a:latin typeface="Arial"/>
                <a:ea typeface="Arial"/>
                <a:cs typeface="Arial"/>
                <a:sym typeface="Arial"/>
              </a:rPr>
              <a:t>+𝜆	𝜃</a:t>
            </a:r>
            <a:endParaRPr b="0" i="0" sz="2200" u="none" cap="none" strike="noStrike">
              <a:solidFill>
                <a:srgbClr val="000000"/>
              </a:solidFill>
              <a:latin typeface="Arial"/>
              <a:ea typeface="Arial"/>
              <a:cs typeface="Arial"/>
              <a:sym typeface="Arial"/>
            </a:endParaRPr>
          </a:p>
          <a:p>
            <a:pPr indent="0" lvl="0" marL="64769" marR="0" rtl="0" algn="l">
              <a:lnSpc>
                <a:spcPct val="100000"/>
              </a:lnSpc>
              <a:spcBef>
                <a:spcPts val="865"/>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𝑖=1</a:t>
            </a:r>
            <a:endParaRPr b="0" i="0" sz="1600" u="none" cap="none" strike="noStrike">
              <a:solidFill>
                <a:srgbClr val="000000"/>
              </a:solidFill>
              <a:latin typeface="Arial"/>
              <a:ea typeface="Arial"/>
              <a:cs typeface="Arial"/>
              <a:sym typeface="Arial"/>
            </a:endParaRPr>
          </a:p>
        </p:txBody>
      </p:sp>
      <p:sp>
        <p:nvSpPr>
          <p:cNvPr id="712" name="Google Shape;712;p117"/>
          <p:cNvSpPr txBox="1"/>
          <p:nvPr/>
        </p:nvSpPr>
        <p:spPr>
          <a:xfrm>
            <a:off x="6424039" y="3703828"/>
            <a:ext cx="126364" cy="473709"/>
          </a:xfrm>
          <a:prstGeom prst="rect">
            <a:avLst/>
          </a:prstGeom>
          <a:noFill/>
          <a:ln>
            <a:noFill/>
          </a:ln>
        </p:spPr>
        <p:txBody>
          <a:bodyPr anchorCtr="0" anchor="t" bIns="0" lIns="0" spcFirstLastPara="1" rIns="0" wrap="square" tIns="12700">
            <a:spAutoFit/>
          </a:bodyPr>
          <a:lstStyle/>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a:p>
            <a:pPr indent="0" lvl="0" marL="12700" marR="0" rtl="0" algn="l">
              <a:lnSpc>
                <a:spcPct val="11025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p:txBody>
      </p:sp>
      <p:sp>
        <p:nvSpPr>
          <p:cNvPr id="713" name="Google Shape;713;p117"/>
          <p:cNvSpPr/>
          <p:nvPr/>
        </p:nvSpPr>
        <p:spPr>
          <a:xfrm>
            <a:off x="8548752" y="3870833"/>
            <a:ext cx="86360" cy="258445"/>
          </a:xfrm>
          <a:custGeom>
            <a:rect b="b" l="l" r="r" t="t"/>
            <a:pathLst>
              <a:path extrusionOk="0" h="258445" w="86359">
                <a:moveTo>
                  <a:pt x="3681" y="0"/>
                </a:moveTo>
                <a:lnTo>
                  <a:pt x="0" y="10413"/>
                </a:lnTo>
                <a:lnTo>
                  <a:pt x="14954" y="16910"/>
                </a:lnTo>
                <a:lnTo>
                  <a:pt x="27813" y="25907"/>
                </a:lnTo>
                <a:lnTo>
                  <a:pt x="53910" y="67522"/>
                </a:lnTo>
                <a:lnTo>
                  <a:pt x="61530" y="105760"/>
                </a:lnTo>
                <a:lnTo>
                  <a:pt x="62482" y="127762"/>
                </a:lnTo>
                <a:lnTo>
                  <a:pt x="61528" y="150600"/>
                </a:lnTo>
                <a:lnTo>
                  <a:pt x="53856" y="189894"/>
                </a:lnTo>
                <a:lnTo>
                  <a:pt x="27796" y="232171"/>
                </a:lnTo>
                <a:lnTo>
                  <a:pt x="381" y="247776"/>
                </a:lnTo>
                <a:lnTo>
                  <a:pt x="3681" y="258317"/>
                </a:lnTo>
                <a:lnTo>
                  <a:pt x="38892" y="241759"/>
                </a:lnTo>
                <a:lnTo>
                  <a:pt x="64770" y="213105"/>
                </a:lnTo>
                <a:lnTo>
                  <a:pt x="80707" y="174798"/>
                </a:lnTo>
                <a:lnTo>
                  <a:pt x="85978" y="129158"/>
                </a:lnTo>
                <a:lnTo>
                  <a:pt x="84646" y="105487"/>
                </a:lnTo>
                <a:lnTo>
                  <a:pt x="74030" y="63525"/>
                </a:lnTo>
                <a:lnTo>
                  <a:pt x="52938" y="29325"/>
                </a:lnTo>
                <a:lnTo>
                  <a:pt x="22371" y="6742"/>
                </a:lnTo>
                <a:lnTo>
                  <a:pt x="368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117"/>
          <p:cNvSpPr/>
          <p:nvPr/>
        </p:nvSpPr>
        <p:spPr>
          <a:xfrm>
            <a:off x="7614031" y="3870833"/>
            <a:ext cx="86360" cy="258445"/>
          </a:xfrm>
          <a:custGeom>
            <a:rect b="b" l="l" r="r" t="t"/>
            <a:pathLst>
              <a:path extrusionOk="0" h="258445" w="86359">
                <a:moveTo>
                  <a:pt x="82423" y="0"/>
                </a:moveTo>
                <a:lnTo>
                  <a:pt x="47259" y="16509"/>
                </a:lnTo>
                <a:lnTo>
                  <a:pt x="21336" y="45212"/>
                </a:lnTo>
                <a:lnTo>
                  <a:pt x="5334" y="83612"/>
                </a:lnTo>
                <a:lnTo>
                  <a:pt x="0" y="129158"/>
                </a:lnTo>
                <a:lnTo>
                  <a:pt x="1330" y="152901"/>
                </a:lnTo>
                <a:lnTo>
                  <a:pt x="11946" y="194862"/>
                </a:lnTo>
                <a:lnTo>
                  <a:pt x="33022" y="228939"/>
                </a:lnTo>
                <a:lnTo>
                  <a:pt x="82423" y="258317"/>
                </a:lnTo>
                <a:lnTo>
                  <a:pt x="85598" y="247776"/>
                </a:lnTo>
                <a:lnTo>
                  <a:pt x="70901" y="241254"/>
                </a:lnTo>
                <a:lnTo>
                  <a:pt x="58229" y="232171"/>
                </a:lnTo>
                <a:lnTo>
                  <a:pt x="32194" y="189894"/>
                </a:lnTo>
                <a:lnTo>
                  <a:pt x="24574" y="150600"/>
                </a:lnTo>
                <a:lnTo>
                  <a:pt x="23622" y="127762"/>
                </a:lnTo>
                <a:lnTo>
                  <a:pt x="24574" y="105760"/>
                </a:lnTo>
                <a:lnTo>
                  <a:pt x="32194" y="67522"/>
                </a:lnTo>
                <a:lnTo>
                  <a:pt x="58339" y="25907"/>
                </a:lnTo>
                <a:lnTo>
                  <a:pt x="86104" y="10413"/>
                </a:lnTo>
                <a:lnTo>
                  <a:pt x="8242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5" name="Google Shape;715;p117"/>
          <p:cNvSpPr txBox="1"/>
          <p:nvPr/>
        </p:nvSpPr>
        <p:spPr>
          <a:xfrm>
            <a:off x="6775067" y="3761740"/>
            <a:ext cx="813435"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2𝑋</a:t>
            </a:r>
            <a:r>
              <a:rPr b="0" baseline="30000" i="0" lang="en-US" sz="2400" u="none" cap="none" strike="noStrike">
                <a:solidFill>
                  <a:srgbClr val="000000"/>
                </a:solidFill>
                <a:latin typeface="Arial"/>
                <a:ea typeface="Arial"/>
                <a:cs typeface="Arial"/>
                <a:sym typeface="Arial"/>
              </a:rPr>
              <a:t>𝑇</a:t>
            </a:r>
            <a:endParaRPr b="0" baseline="30000" i="0" sz="2400" u="none" cap="none" strike="noStrike">
              <a:solidFill>
                <a:srgbClr val="000000"/>
              </a:solidFill>
              <a:latin typeface="Arial"/>
              <a:ea typeface="Arial"/>
              <a:cs typeface="Arial"/>
              <a:sym typeface="Arial"/>
            </a:endParaRPr>
          </a:p>
        </p:txBody>
      </p:sp>
      <p:sp>
        <p:nvSpPr>
          <p:cNvPr id="716" name="Google Shape;716;p117"/>
          <p:cNvSpPr txBox="1"/>
          <p:nvPr/>
        </p:nvSpPr>
        <p:spPr>
          <a:xfrm>
            <a:off x="7693277" y="3761740"/>
            <a:ext cx="87312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𝑋𝜃 − 𝑦</a:t>
            </a:r>
            <a:endParaRPr b="0" i="0" sz="2200" u="none" cap="none" strike="noStrike">
              <a:solidFill>
                <a:srgbClr val="000000"/>
              </a:solidFill>
              <a:latin typeface="Arial"/>
              <a:ea typeface="Arial"/>
              <a:cs typeface="Arial"/>
              <a:sym typeface="Arial"/>
            </a:endParaRPr>
          </a:p>
        </p:txBody>
      </p:sp>
      <p:sp>
        <p:nvSpPr>
          <p:cNvPr id="717" name="Google Shape;717;p117"/>
          <p:cNvSpPr txBox="1"/>
          <p:nvPr/>
        </p:nvSpPr>
        <p:spPr>
          <a:xfrm>
            <a:off x="8710041" y="3761740"/>
            <a:ext cx="74358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+ 2𝜆𝜃</a:t>
            </a:r>
            <a:endParaRPr b="0" i="0" sz="2200" u="none" cap="none" strike="noStrike">
              <a:solidFill>
                <a:srgbClr val="000000"/>
              </a:solidFill>
              <a:latin typeface="Arial"/>
              <a:ea typeface="Arial"/>
              <a:cs typeface="Arial"/>
              <a:sym typeface="Arial"/>
            </a:endParaRPr>
          </a:p>
        </p:txBody>
      </p:sp>
      <p:sp>
        <p:nvSpPr>
          <p:cNvPr id="718" name="Google Shape;718;p117"/>
          <p:cNvSpPr/>
          <p:nvPr/>
        </p:nvSpPr>
        <p:spPr>
          <a:xfrm>
            <a:off x="8195180" y="5123559"/>
            <a:ext cx="86360" cy="258445"/>
          </a:xfrm>
          <a:custGeom>
            <a:rect b="b" l="l" r="r" t="t"/>
            <a:pathLst>
              <a:path extrusionOk="0" h="258445" w="86359">
                <a:moveTo>
                  <a:pt x="3684" y="0"/>
                </a:moveTo>
                <a:lnTo>
                  <a:pt x="0" y="10412"/>
                </a:lnTo>
                <a:lnTo>
                  <a:pt x="14955" y="16910"/>
                </a:lnTo>
                <a:lnTo>
                  <a:pt x="27814" y="25906"/>
                </a:lnTo>
                <a:lnTo>
                  <a:pt x="53911" y="67522"/>
                </a:lnTo>
                <a:lnTo>
                  <a:pt x="61531" y="105761"/>
                </a:lnTo>
                <a:lnTo>
                  <a:pt x="62485" y="127760"/>
                </a:lnTo>
                <a:lnTo>
                  <a:pt x="61530" y="150600"/>
                </a:lnTo>
                <a:lnTo>
                  <a:pt x="53858" y="189894"/>
                </a:lnTo>
                <a:lnTo>
                  <a:pt x="27797" y="232171"/>
                </a:lnTo>
                <a:lnTo>
                  <a:pt x="382" y="247775"/>
                </a:lnTo>
                <a:lnTo>
                  <a:pt x="3684" y="258316"/>
                </a:lnTo>
                <a:lnTo>
                  <a:pt x="38893" y="241759"/>
                </a:lnTo>
                <a:lnTo>
                  <a:pt x="64770" y="213104"/>
                </a:lnTo>
                <a:lnTo>
                  <a:pt x="80708" y="174798"/>
                </a:lnTo>
                <a:lnTo>
                  <a:pt x="85978" y="129157"/>
                </a:lnTo>
                <a:lnTo>
                  <a:pt x="84648" y="105487"/>
                </a:lnTo>
                <a:lnTo>
                  <a:pt x="74032" y="63525"/>
                </a:lnTo>
                <a:lnTo>
                  <a:pt x="52939" y="29325"/>
                </a:lnTo>
                <a:lnTo>
                  <a:pt x="22372" y="6742"/>
                </a:lnTo>
                <a:lnTo>
                  <a:pt x="368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9" name="Google Shape;719;p117"/>
          <p:cNvSpPr/>
          <p:nvPr/>
        </p:nvSpPr>
        <p:spPr>
          <a:xfrm>
            <a:off x="6981569" y="5123559"/>
            <a:ext cx="86360" cy="258445"/>
          </a:xfrm>
          <a:custGeom>
            <a:rect b="b" l="l" r="r" t="t"/>
            <a:pathLst>
              <a:path extrusionOk="0" h="258445" w="86359">
                <a:moveTo>
                  <a:pt x="82423" y="0"/>
                </a:moveTo>
                <a:lnTo>
                  <a:pt x="47259" y="16508"/>
                </a:lnTo>
                <a:lnTo>
                  <a:pt x="21334" y="45212"/>
                </a:lnTo>
                <a:lnTo>
                  <a:pt x="5332" y="83612"/>
                </a:lnTo>
                <a:lnTo>
                  <a:pt x="0" y="129157"/>
                </a:lnTo>
                <a:lnTo>
                  <a:pt x="1330" y="152901"/>
                </a:lnTo>
                <a:lnTo>
                  <a:pt x="11946" y="194863"/>
                </a:lnTo>
                <a:lnTo>
                  <a:pt x="33022" y="228939"/>
                </a:lnTo>
                <a:lnTo>
                  <a:pt x="82423" y="258316"/>
                </a:lnTo>
                <a:lnTo>
                  <a:pt x="85598" y="247775"/>
                </a:lnTo>
                <a:lnTo>
                  <a:pt x="70900" y="241254"/>
                </a:lnTo>
                <a:lnTo>
                  <a:pt x="58229" y="232171"/>
                </a:lnTo>
                <a:lnTo>
                  <a:pt x="32194" y="189894"/>
                </a:lnTo>
                <a:lnTo>
                  <a:pt x="24574" y="150600"/>
                </a:lnTo>
                <a:lnTo>
                  <a:pt x="23621" y="127760"/>
                </a:lnTo>
                <a:lnTo>
                  <a:pt x="24574" y="105761"/>
                </a:lnTo>
                <a:lnTo>
                  <a:pt x="32194" y="67522"/>
                </a:lnTo>
                <a:lnTo>
                  <a:pt x="58339" y="25906"/>
                </a:lnTo>
                <a:lnTo>
                  <a:pt x="86104" y="10412"/>
                </a:lnTo>
                <a:lnTo>
                  <a:pt x="8242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0" name="Google Shape;720;p117"/>
          <p:cNvSpPr txBox="1"/>
          <p:nvPr/>
        </p:nvSpPr>
        <p:spPr>
          <a:xfrm>
            <a:off x="650240" y="4712715"/>
            <a:ext cx="7578725" cy="665480"/>
          </a:xfrm>
          <a:prstGeom prst="rect">
            <a:avLst/>
          </a:prstGeom>
          <a:noFill/>
          <a:ln>
            <a:noFill/>
          </a:ln>
        </p:spPr>
        <p:txBody>
          <a:bodyPr anchorCtr="0" anchor="t" bIns="0" lIns="0" spcFirstLastPara="1" rIns="0" wrap="square" tIns="12700">
            <a:spAutoFit/>
          </a:bodyPr>
          <a:lstStyle/>
          <a:p>
            <a:pPr indent="0" lvl="0" marL="50800" marR="0" rtl="0" algn="l">
              <a:lnSpc>
                <a:spcPct val="114545"/>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Setting gradient equal to zero leads to the solution</a:t>
            </a:r>
            <a:endParaRPr b="0" i="0" sz="2200" u="none" cap="none" strike="noStrike">
              <a:solidFill>
                <a:srgbClr val="000000"/>
              </a:solidFill>
              <a:latin typeface="Arial Narrow"/>
              <a:ea typeface="Arial Narrow"/>
              <a:cs typeface="Arial Narrow"/>
              <a:sym typeface="Arial Narrow"/>
            </a:endParaRPr>
          </a:p>
          <a:p>
            <a:pPr indent="0" lvl="0" marL="2458720" marR="0" rtl="0" algn="l">
              <a:lnSpc>
                <a:spcPct val="104999"/>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2𝑋</a:t>
            </a:r>
            <a:r>
              <a:rPr b="0" baseline="30000" i="0" lang="en-US" sz="2400" u="none" cap="none" strike="noStrike">
                <a:solidFill>
                  <a:srgbClr val="000000"/>
                </a:solidFill>
                <a:latin typeface="Arial"/>
                <a:ea typeface="Arial"/>
                <a:cs typeface="Arial"/>
                <a:sym typeface="Arial"/>
              </a:rPr>
              <a:t>𝑇 </a:t>
            </a:r>
            <a:r>
              <a:rPr b="0" i="0" lang="en-US" sz="2200" u="none" cap="none" strike="noStrike">
                <a:solidFill>
                  <a:srgbClr val="000000"/>
                </a:solidFill>
                <a:latin typeface="Arial"/>
                <a:ea typeface="Arial"/>
                <a:cs typeface="Arial"/>
                <a:sym typeface="Arial"/>
              </a:rPr>
              <a:t>𝑋𝜃 + 2𝜆𝜃 = 2𝑋</a:t>
            </a:r>
            <a:r>
              <a:rPr b="0" baseline="30000" i="0" lang="en-US" sz="2400" u="none" cap="none" strike="noStrike">
                <a:solidFill>
                  <a:srgbClr val="000000"/>
                </a:solidFill>
                <a:latin typeface="Arial"/>
                <a:ea typeface="Arial"/>
                <a:cs typeface="Arial"/>
                <a:sym typeface="Arial"/>
              </a:rPr>
              <a:t>𝑇 </a:t>
            </a:r>
            <a:r>
              <a:rPr b="0" i="0" lang="en-US" sz="2200" u="none" cap="none" strike="noStrike">
                <a:solidFill>
                  <a:srgbClr val="000000"/>
                </a:solidFill>
                <a:latin typeface="Arial"/>
                <a:ea typeface="Arial"/>
                <a:cs typeface="Arial"/>
                <a:sym typeface="Arial"/>
              </a:rPr>
              <a:t>𝑦	⟹ 𝜃 =	𝑋</a:t>
            </a:r>
            <a:r>
              <a:rPr b="0" baseline="30000" i="0" lang="en-US" sz="2400" u="none" cap="none" strike="noStrike">
                <a:solidFill>
                  <a:srgbClr val="000000"/>
                </a:solidFill>
                <a:latin typeface="Arial"/>
                <a:ea typeface="Arial"/>
                <a:cs typeface="Arial"/>
                <a:sym typeface="Arial"/>
              </a:rPr>
              <a:t>𝑇</a:t>
            </a:r>
            <a:r>
              <a:rPr b="0" i="0" lang="en-US" sz="2200" u="none" cap="none" strike="noStrike">
                <a:solidFill>
                  <a:srgbClr val="000000"/>
                </a:solidFill>
                <a:latin typeface="Arial"/>
                <a:ea typeface="Arial"/>
                <a:cs typeface="Arial"/>
                <a:sym typeface="Arial"/>
              </a:rPr>
              <a:t>𝑋 + 𝜆𝐼</a:t>
            </a:r>
            <a:endParaRPr b="0" i="0" sz="2200" u="none" cap="none" strike="noStrike">
              <a:solidFill>
                <a:srgbClr val="000000"/>
              </a:solidFill>
              <a:latin typeface="Arial"/>
              <a:ea typeface="Arial"/>
              <a:cs typeface="Arial"/>
              <a:sym typeface="Arial"/>
            </a:endParaRPr>
          </a:p>
        </p:txBody>
      </p:sp>
      <p:sp>
        <p:nvSpPr>
          <p:cNvPr id="721" name="Google Shape;721;p117"/>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38</a:t>
            </a:r>
            <a:endParaRPr/>
          </a:p>
        </p:txBody>
      </p:sp>
      <p:sp>
        <p:nvSpPr>
          <p:cNvPr id="722" name="Google Shape;722;p117"/>
          <p:cNvSpPr txBox="1"/>
          <p:nvPr/>
        </p:nvSpPr>
        <p:spPr>
          <a:xfrm>
            <a:off x="8270113" y="4913884"/>
            <a:ext cx="833755"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r>
              <a:rPr b="0" baseline="-25000" i="0" lang="en-US" sz="3300" u="none" cap="none" strike="noStrike">
                <a:solidFill>
                  <a:srgbClr val="000000"/>
                </a:solidFill>
                <a:latin typeface="Arial"/>
                <a:ea typeface="Arial"/>
                <a:cs typeface="Arial"/>
                <a:sym typeface="Arial"/>
              </a:rPr>
              <a:t>𝑋</a:t>
            </a:r>
            <a:r>
              <a:rPr b="0" i="0" lang="en-US" sz="1600" u="none" cap="none" strike="noStrike">
                <a:solidFill>
                  <a:srgbClr val="000000"/>
                </a:solidFill>
                <a:latin typeface="Arial"/>
                <a:ea typeface="Arial"/>
                <a:cs typeface="Arial"/>
                <a:sym typeface="Arial"/>
              </a:rPr>
              <a:t>𝑇</a:t>
            </a:r>
            <a:r>
              <a:rPr b="0" baseline="-25000" i="0" lang="en-US" sz="3300" u="none" cap="none" strike="noStrike">
                <a:solidFill>
                  <a:srgbClr val="000000"/>
                </a:solidFill>
                <a:latin typeface="Arial"/>
                <a:ea typeface="Arial"/>
                <a:cs typeface="Arial"/>
                <a:sym typeface="Arial"/>
              </a:rPr>
              <a:t>𝑦</a:t>
            </a:r>
            <a:endParaRPr b="0" baseline="-25000" i="0" sz="3300" u="none" cap="none" strike="noStrike">
              <a:solidFill>
                <a:srgbClr val="000000"/>
              </a:solidFill>
              <a:latin typeface="Arial"/>
              <a:ea typeface="Arial"/>
              <a:cs typeface="Arial"/>
              <a:sym typeface="Arial"/>
            </a:endParaRPr>
          </a:p>
        </p:txBody>
      </p:sp>
      <p:sp>
        <p:nvSpPr>
          <p:cNvPr id="723" name="Google Shape;723;p117"/>
          <p:cNvSpPr txBox="1"/>
          <p:nvPr/>
        </p:nvSpPr>
        <p:spPr>
          <a:xfrm>
            <a:off x="688340" y="5672835"/>
            <a:ext cx="775843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Looks just like the normal equations but with an additional </a:t>
            </a:r>
            <a:r>
              <a:rPr b="0" i="0" lang="en-US" sz="2200" u="none" cap="none" strike="noStrike">
                <a:solidFill>
                  <a:srgbClr val="000000"/>
                </a:solidFill>
                <a:latin typeface="Arial"/>
                <a:ea typeface="Arial"/>
                <a:cs typeface="Arial"/>
                <a:sym typeface="Arial"/>
              </a:rPr>
              <a:t>𝜆𝐼 </a:t>
            </a:r>
            <a:r>
              <a:rPr b="0" i="0" lang="en-US" sz="2200" u="none" cap="none" strike="noStrike">
                <a:solidFill>
                  <a:srgbClr val="000000"/>
                </a:solidFill>
                <a:latin typeface="Arial Narrow"/>
                <a:ea typeface="Arial Narrow"/>
                <a:cs typeface="Arial Narrow"/>
                <a:sym typeface="Arial Narrow"/>
              </a:rPr>
              <a:t>term</a:t>
            </a:r>
            <a:endParaRPr b="0" i="0" sz="22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7" name="Shape 727"/>
        <p:cNvGrpSpPr/>
        <p:nvPr/>
      </p:nvGrpSpPr>
      <p:grpSpPr>
        <a:xfrm>
          <a:off x="0" y="0"/>
          <a:ext cx="0" cy="0"/>
          <a:chOff x="0" y="0"/>
          <a:chExt cx="0" cy="0"/>
        </a:xfrm>
      </p:grpSpPr>
      <p:sp>
        <p:nvSpPr>
          <p:cNvPr id="728" name="Google Shape;728;p39"/>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9" name="Google Shape;729;p39"/>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0" name="Google Shape;730;p39"/>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1" name="Google Shape;731;p39"/>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2" name="Google Shape;732;p39"/>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3" name="Google Shape;733;p39"/>
          <p:cNvSpPr/>
          <p:nvPr/>
        </p:nvSpPr>
        <p:spPr>
          <a:xfrm flipH="1" rot="5400000">
            <a:off x="-2723302" y="2723283"/>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734" name="Google Shape;734;p39"/>
          <p:cNvSpPr txBox="1"/>
          <p:nvPr/>
        </p:nvSpPr>
        <p:spPr>
          <a:xfrm>
            <a:off x="-202050" y="2394675"/>
            <a:ext cx="4878000" cy="3408300"/>
          </a:xfrm>
          <a:prstGeom prst="rect">
            <a:avLst/>
          </a:prstGeom>
          <a:noFill/>
          <a:ln>
            <a:noFill/>
          </a:ln>
        </p:spPr>
        <p:txBody>
          <a:bodyPr anchorCtr="0" anchor="b" bIns="45700" lIns="91425" spcFirstLastPara="1" rIns="91425" wrap="square" tIns="45700">
            <a:normAutofit/>
          </a:bodyPr>
          <a:lstStyle/>
          <a:p>
            <a:pPr indent="0" lvl="0" marL="12700" marR="0" rtl="0" algn="l">
              <a:lnSpc>
                <a:spcPct val="90000"/>
              </a:lnSpc>
              <a:spcBef>
                <a:spcPts val="0"/>
              </a:spcBef>
              <a:spcAft>
                <a:spcPts val="600"/>
              </a:spcAft>
              <a:buNone/>
            </a:pPr>
            <a:r>
              <a:rPr b="1" i="0" lang="en-US" sz="5000" u="none" cap="none" strike="noStrike">
                <a:solidFill>
                  <a:srgbClr val="FFFFFF"/>
                </a:solidFill>
                <a:latin typeface="Arial"/>
                <a:ea typeface="Arial"/>
                <a:cs typeface="Arial"/>
                <a:sym typeface="Arial"/>
              </a:rPr>
              <a:t>Classification</a:t>
            </a:r>
            <a:endParaRPr/>
          </a:p>
        </p:txBody>
      </p:sp>
      <p:grpSp>
        <p:nvGrpSpPr>
          <p:cNvPr id="735" name="Google Shape;735;p39"/>
          <p:cNvGrpSpPr/>
          <p:nvPr/>
        </p:nvGrpSpPr>
        <p:grpSpPr>
          <a:xfrm>
            <a:off x="5232055" y="2231235"/>
            <a:ext cx="7111289" cy="5428800"/>
            <a:chOff x="0" y="1163943"/>
            <a:chExt cx="7111289" cy="5428800"/>
          </a:xfrm>
        </p:grpSpPr>
        <p:sp>
          <p:nvSpPr>
            <p:cNvPr id="736" name="Google Shape;736;p39"/>
            <p:cNvSpPr/>
            <p:nvPr/>
          </p:nvSpPr>
          <p:spPr>
            <a:xfrm>
              <a:off x="0" y="1163943"/>
              <a:ext cx="7111289" cy="1216800"/>
            </a:xfrm>
            <a:prstGeom prst="roundRect">
              <a:avLst>
                <a:gd fmla="val 16667" name="adj"/>
              </a:avLst>
            </a:prstGeom>
            <a:gradFill>
              <a:gsLst>
                <a:gs pos="0">
                  <a:srgbClr val="D03F3B"/>
                </a:gs>
                <a:gs pos="100000">
                  <a:srgbClr val="FF9995"/>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9"/>
            <p:cNvSpPr txBox="1"/>
            <p:nvPr/>
          </p:nvSpPr>
          <p:spPr>
            <a:xfrm>
              <a:off x="59399" y="1223342"/>
              <a:ext cx="6992491" cy="109800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Overview</a:t>
              </a:r>
              <a:endParaRPr b="0" i="0" sz="2400" u="none" cap="none" strike="noStrike">
                <a:solidFill>
                  <a:schemeClr val="lt1"/>
                </a:solidFill>
                <a:latin typeface="Arial"/>
                <a:ea typeface="Arial"/>
                <a:cs typeface="Arial"/>
                <a:sym typeface="Arial"/>
              </a:endParaRPr>
            </a:p>
          </p:txBody>
        </p:sp>
        <p:sp>
          <p:nvSpPr>
            <p:cNvPr id="738" name="Google Shape;738;p39"/>
            <p:cNvSpPr/>
            <p:nvPr/>
          </p:nvSpPr>
          <p:spPr>
            <a:xfrm>
              <a:off x="0" y="2567943"/>
              <a:ext cx="7111289" cy="1216800"/>
            </a:xfrm>
            <a:prstGeom prst="roundRect">
              <a:avLst>
                <a:gd fmla="val 16667" name="adj"/>
              </a:avLst>
            </a:prstGeom>
            <a:gradFill>
              <a:gsLst>
                <a:gs pos="0">
                  <a:srgbClr val="CC803F"/>
                </a:gs>
                <a:gs pos="100000">
                  <a:srgbClr val="FFBF99"/>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9"/>
            <p:cNvSpPr txBox="1"/>
            <p:nvPr/>
          </p:nvSpPr>
          <p:spPr>
            <a:xfrm>
              <a:off x="59399" y="2627342"/>
              <a:ext cx="6992491" cy="109800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Classification Models</a:t>
              </a:r>
              <a:endParaRPr b="0" i="0" sz="2400" u="none" cap="none" strike="noStrike">
                <a:solidFill>
                  <a:schemeClr val="lt1"/>
                </a:solidFill>
                <a:latin typeface="Arial"/>
                <a:ea typeface="Arial"/>
                <a:cs typeface="Arial"/>
                <a:sym typeface="Arial"/>
              </a:endParaRPr>
            </a:p>
          </p:txBody>
        </p:sp>
        <p:sp>
          <p:nvSpPr>
            <p:cNvPr id="740" name="Google Shape;740;p39"/>
            <p:cNvSpPr/>
            <p:nvPr/>
          </p:nvSpPr>
          <p:spPr>
            <a:xfrm>
              <a:off x="0" y="3971943"/>
              <a:ext cx="7111289" cy="1216800"/>
            </a:xfrm>
            <a:prstGeom prst="roundRect">
              <a:avLst>
                <a:gd fmla="val 16667" name="adj"/>
              </a:avLst>
            </a:prstGeom>
            <a:gradFill>
              <a:gsLst>
                <a:gs pos="0">
                  <a:srgbClr val="CABC44"/>
                </a:gs>
                <a:gs pos="100000">
                  <a:srgbClr val="FFF89A"/>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9"/>
            <p:cNvSpPr txBox="1"/>
            <p:nvPr/>
          </p:nvSpPr>
          <p:spPr>
            <a:xfrm>
              <a:off x="59399" y="4031342"/>
              <a:ext cx="6992491" cy="109800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Comparison of Classification Models</a:t>
              </a:r>
              <a:endParaRPr b="0" i="0" sz="2400" u="none" cap="none" strike="noStrike">
                <a:solidFill>
                  <a:schemeClr val="lt1"/>
                </a:solidFill>
                <a:latin typeface="Arial"/>
                <a:ea typeface="Arial"/>
                <a:cs typeface="Arial"/>
                <a:sym typeface="Arial"/>
              </a:endParaRPr>
            </a:p>
          </p:txBody>
        </p:sp>
        <p:sp>
          <p:nvSpPr>
            <p:cNvPr id="742" name="Google Shape;742;p39"/>
            <p:cNvSpPr/>
            <p:nvPr/>
          </p:nvSpPr>
          <p:spPr>
            <a:xfrm>
              <a:off x="0" y="5375943"/>
              <a:ext cx="7111289" cy="1216800"/>
            </a:xfrm>
            <a:prstGeom prst="roundRect">
              <a:avLst>
                <a:gd fmla="val 16667" name="adj"/>
              </a:avLst>
            </a:prstGeom>
            <a:gradFill>
              <a:gsLst>
                <a:gs pos="0">
                  <a:srgbClr val="9DC749"/>
                </a:gs>
                <a:gs pos="100000">
                  <a:srgbClr val="D9FF9D"/>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9"/>
            <p:cNvSpPr txBox="1"/>
            <p:nvPr/>
          </p:nvSpPr>
          <p:spPr>
            <a:xfrm>
              <a:off x="59399" y="5435342"/>
              <a:ext cx="6992491" cy="109800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Summary</a:t>
              </a:r>
              <a:endParaRPr b="0" i="0" sz="2400" u="none" cap="none" strike="noStrike">
                <a:solidFill>
                  <a:schemeClr val="lt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7" name="Shape 747"/>
        <p:cNvGrpSpPr/>
        <p:nvPr/>
      </p:nvGrpSpPr>
      <p:grpSpPr>
        <a:xfrm>
          <a:off x="0" y="0"/>
          <a:ext cx="0" cy="0"/>
          <a:chOff x="0" y="0"/>
          <a:chExt cx="0" cy="0"/>
        </a:xfrm>
      </p:grpSpPr>
      <p:sp>
        <p:nvSpPr>
          <p:cNvPr id="748" name="Google Shape;748;p53"/>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9" name="Google Shape;749;p53"/>
          <p:cNvSpPr/>
          <p:nvPr/>
        </p:nvSpPr>
        <p:spPr>
          <a:xfrm>
            <a:off x="0" y="0"/>
            <a:ext cx="13001548"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0" name="Google Shape;750;p53"/>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1" name="Google Shape;751;p53"/>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2" name="Google Shape;752;p53"/>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3" name="Google Shape;753;p53"/>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54" name="Google Shape;754;p53"/>
          <p:cNvSpPr/>
          <p:nvPr/>
        </p:nvSpPr>
        <p:spPr>
          <a:xfrm flipH="1" rot="5400000">
            <a:off x="-2723300" y="2708867"/>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755" name="Google Shape;755;p53"/>
          <p:cNvSpPr txBox="1"/>
          <p:nvPr>
            <p:ph type="title"/>
          </p:nvPr>
        </p:nvSpPr>
        <p:spPr>
          <a:xfrm>
            <a:off x="497836" y="834638"/>
            <a:ext cx="3414791" cy="4817773"/>
          </a:xfrm>
          <a:prstGeom prst="rect">
            <a:avLst/>
          </a:prstGeom>
          <a:noFill/>
          <a:ln>
            <a:noFill/>
          </a:ln>
        </p:spPr>
        <p:txBody>
          <a:bodyPr anchorCtr="0" anchor="b" bIns="45700" lIns="91425" spcFirstLastPara="1" rIns="91425" wrap="square" tIns="45700">
            <a:normAutofit/>
          </a:bodyPr>
          <a:lstStyle/>
          <a:p>
            <a:pPr indent="0" lvl="0" marL="12700" rtl="0" algn="r">
              <a:lnSpc>
                <a:spcPct val="90000"/>
              </a:lnSpc>
              <a:spcBef>
                <a:spcPts val="0"/>
              </a:spcBef>
              <a:spcAft>
                <a:spcPts val="0"/>
              </a:spcAft>
              <a:buSzPts val="1400"/>
              <a:buNone/>
            </a:pPr>
            <a:r>
              <a:rPr b="1" lang="en-US" sz="3500">
                <a:solidFill>
                  <a:srgbClr val="FFFFFF"/>
                </a:solidFill>
                <a:latin typeface="Arial"/>
                <a:ea typeface="Arial"/>
                <a:cs typeface="Arial"/>
                <a:sym typeface="Arial"/>
              </a:rPr>
              <a:t>Classification Models</a:t>
            </a:r>
            <a:br>
              <a:rPr lang="en-US" sz="3500">
                <a:solidFill>
                  <a:srgbClr val="FFFFFF"/>
                </a:solidFill>
                <a:latin typeface="Arial"/>
                <a:ea typeface="Arial"/>
                <a:cs typeface="Arial"/>
                <a:sym typeface="Arial"/>
              </a:rPr>
            </a:br>
            <a:endParaRPr sz="3500">
              <a:solidFill>
                <a:srgbClr val="FFFFFF"/>
              </a:solidFill>
              <a:latin typeface="Arial"/>
              <a:ea typeface="Arial"/>
              <a:cs typeface="Arial"/>
              <a:sym typeface="Arial"/>
            </a:endParaRPr>
          </a:p>
        </p:txBody>
      </p:sp>
      <p:sp>
        <p:nvSpPr>
          <p:cNvPr id="756" name="Google Shape;756;p53"/>
          <p:cNvSpPr txBox="1"/>
          <p:nvPr/>
        </p:nvSpPr>
        <p:spPr>
          <a:xfrm>
            <a:off x="5130942" y="923704"/>
            <a:ext cx="6992371" cy="7887712"/>
          </a:xfrm>
          <a:prstGeom prst="rect">
            <a:avLst/>
          </a:prstGeom>
          <a:noFill/>
          <a:ln>
            <a:noFill/>
          </a:ln>
        </p:spPr>
        <p:txBody>
          <a:bodyPr anchorCtr="0" anchor="ctr" bIns="45700" lIns="91425" spcFirstLastPara="1" rIns="91425" wrap="square" tIns="45700">
            <a:normAutofit/>
          </a:bodyPr>
          <a:lstStyle/>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The following classifiers are introduced</a:t>
            </a:r>
            <a:endParaRPr/>
          </a:p>
          <a:p>
            <a:pPr indent="-228600" lvl="1" marL="527050" marR="0" rtl="0" algn="l">
              <a:lnSpc>
                <a:spcPct val="90000"/>
              </a:lnSpc>
              <a:spcBef>
                <a:spcPts val="18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𝑘-nearest Neighbor</a:t>
            </a:r>
            <a:endParaRPr/>
          </a:p>
          <a:p>
            <a:pPr indent="-228600" lvl="1" marL="527050" marR="0" rtl="0" algn="l">
              <a:lnSpc>
                <a:spcPct val="90000"/>
              </a:lnSpc>
              <a:spcBef>
                <a:spcPts val="24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Decision Trees</a:t>
            </a:r>
            <a:endParaRPr/>
          </a:p>
          <a:p>
            <a:pPr indent="-228600" lvl="1" marL="527050" marR="0" rtl="0" algn="l">
              <a:lnSpc>
                <a:spcPct val="90000"/>
              </a:lnSpc>
              <a:spcBef>
                <a:spcPts val="24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Random Forests</a:t>
            </a:r>
            <a:endParaRPr/>
          </a:p>
          <a:p>
            <a:pPr indent="-228600" lvl="1" marL="527050" marR="0" rtl="0" algn="l">
              <a:lnSpc>
                <a:spcPct val="90000"/>
              </a:lnSpc>
              <a:spcBef>
                <a:spcPts val="24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Logistic Regression</a:t>
            </a:r>
            <a:endParaRPr/>
          </a:p>
          <a:p>
            <a:pPr indent="-228600" lvl="1" marL="527050" marR="0" rtl="0" algn="l">
              <a:lnSpc>
                <a:spcPct val="90000"/>
              </a:lnSpc>
              <a:spcBef>
                <a:spcPts val="14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Naive Bayes</a:t>
            </a:r>
            <a:endParaRPr/>
          </a:p>
          <a:p>
            <a:pPr indent="-228600" lvl="1" marL="527050" marR="0" rtl="0" algn="l">
              <a:lnSpc>
                <a:spcPct val="90000"/>
              </a:lnSpc>
              <a:spcBef>
                <a:spcPts val="24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Support Vector Machines</a:t>
            </a:r>
            <a:endParaRPr/>
          </a:p>
          <a:p>
            <a:pPr indent="-228600" lvl="1" marL="527050" marR="0" rtl="0" algn="l">
              <a:lnSpc>
                <a:spcPct val="90000"/>
              </a:lnSpc>
              <a:spcBef>
                <a:spcPts val="14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Neural Networks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0" name="Shape 760"/>
        <p:cNvGrpSpPr/>
        <p:nvPr/>
      </p:nvGrpSpPr>
      <p:grpSpPr>
        <a:xfrm>
          <a:off x="0" y="0"/>
          <a:ext cx="0" cy="0"/>
          <a:chOff x="0" y="0"/>
          <a:chExt cx="0" cy="0"/>
        </a:xfrm>
      </p:grpSpPr>
      <p:sp>
        <p:nvSpPr>
          <p:cNvPr id="761" name="Google Shape;761;p46"/>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2" name="Google Shape;762;p46"/>
          <p:cNvSpPr/>
          <p:nvPr/>
        </p:nvSpPr>
        <p:spPr>
          <a:xfrm>
            <a:off x="0" y="0"/>
            <a:ext cx="13001548"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3" name="Google Shape;763;p46"/>
          <p:cNvSpPr/>
          <p:nvPr/>
        </p:nvSpPr>
        <p:spPr>
          <a:xfrm flipH="1" rot="5400000">
            <a:off x="-2723290" y="2723287"/>
            <a:ext cx="9753600" cy="4307025"/>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4" name="Google Shape;764;p46"/>
          <p:cNvSpPr/>
          <p:nvPr/>
        </p:nvSpPr>
        <p:spPr>
          <a:xfrm flipH="1" rot="5400000">
            <a:off x="-2723290" y="2737705"/>
            <a:ext cx="9753599" cy="4307028"/>
          </a:xfrm>
          <a:prstGeom prst="rect">
            <a:avLst/>
          </a:prstGeom>
          <a:gradFill>
            <a:gsLst>
              <a:gs pos="0">
                <a:srgbClr val="000000">
                  <a:alpha val="0"/>
                </a:srgbClr>
              </a:gs>
              <a:gs pos="99000">
                <a:srgbClr val="4F81BD">
                  <a:alpha val="45882"/>
                </a:srgbClr>
              </a:gs>
              <a:gs pos="100000">
                <a:srgbClr val="4F81BD">
                  <a:alpha val="45882"/>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5" name="Google Shape;765;p46"/>
          <p:cNvSpPr/>
          <p:nvPr/>
        </p:nvSpPr>
        <p:spPr>
          <a:xfrm flipH="1" rot="5400000">
            <a:off x="374322" y="5820893"/>
            <a:ext cx="3558370" cy="4307030"/>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6" name="Google Shape;766;p46"/>
          <p:cNvSpPr/>
          <p:nvPr/>
        </p:nvSpPr>
        <p:spPr>
          <a:xfrm rot="-964587">
            <a:off x="-535186" y="1379154"/>
            <a:ext cx="4160380" cy="5943407"/>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4F81BD">
                  <a:alpha val="43137"/>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7" name="Google Shape;767;p46"/>
          <p:cNvSpPr/>
          <p:nvPr/>
        </p:nvSpPr>
        <p:spPr>
          <a:xfrm flipH="1" rot="5400000">
            <a:off x="-2723300" y="2708867"/>
            <a:ext cx="9753604" cy="4307024"/>
          </a:xfrm>
          <a:prstGeom prst="rect">
            <a:avLst/>
          </a:prstGeom>
          <a:gradFill>
            <a:gsLst>
              <a:gs pos="0">
                <a:srgbClr val="000000">
                  <a:alpha val="0"/>
                </a:srgbClr>
              </a:gs>
              <a:gs pos="99000">
                <a:srgbClr val="93B3D7">
                  <a:alpha val="10980"/>
                </a:srgbClr>
              </a:gs>
              <a:gs pos="100000">
                <a:srgbClr val="93B3D7">
                  <a:alpha val="10980"/>
                </a:srgbClr>
              </a:gs>
            </a:gsLst>
            <a:lin ang="7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768" name="Google Shape;768;p46"/>
          <p:cNvSpPr txBox="1"/>
          <p:nvPr>
            <p:ph type="title"/>
          </p:nvPr>
        </p:nvSpPr>
        <p:spPr>
          <a:xfrm>
            <a:off x="497836" y="834638"/>
            <a:ext cx="3414791" cy="4817773"/>
          </a:xfrm>
          <a:prstGeom prst="rect">
            <a:avLst/>
          </a:prstGeom>
          <a:noFill/>
          <a:ln>
            <a:noFill/>
          </a:ln>
        </p:spPr>
        <p:txBody>
          <a:bodyPr anchorCtr="0" anchor="b" bIns="45700" lIns="91425" spcFirstLastPara="1" rIns="91425" wrap="square" tIns="45700">
            <a:normAutofit/>
          </a:bodyPr>
          <a:lstStyle/>
          <a:p>
            <a:pPr indent="0" lvl="0" marL="12700" rtl="0" algn="r">
              <a:lnSpc>
                <a:spcPct val="90000"/>
              </a:lnSpc>
              <a:spcBef>
                <a:spcPts val="0"/>
              </a:spcBef>
              <a:spcAft>
                <a:spcPts val="0"/>
              </a:spcAft>
              <a:buSzPts val="1400"/>
              <a:buNone/>
            </a:pPr>
            <a:r>
              <a:rPr b="1" lang="en-US" sz="3500">
                <a:solidFill>
                  <a:srgbClr val="FFFFFF"/>
                </a:solidFill>
                <a:latin typeface="Arial"/>
                <a:ea typeface="Arial"/>
                <a:cs typeface="Arial"/>
                <a:sym typeface="Arial"/>
              </a:rPr>
              <a:t>Binary Classification</a:t>
            </a:r>
            <a:endParaRPr/>
          </a:p>
        </p:txBody>
      </p:sp>
      <p:sp>
        <p:nvSpPr>
          <p:cNvPr id="769" name="Google Shape;769;p46"/>
          <p:cNvSpPr txBox="1"/>
          <p:nvPr/>
        </p:nvSpPr>
        <p:spPr>
          <a:xfrm>
            <a:off x="5130942" y="923704"/>
            <a:ext cx="6992371" cy="7887712"/>
          </a:xfrm>
          <a:prstGeom prst="rect">
            <a:avLst/>
          </a:prstGeom>
          <a:noFill/>
          <a:ln>
            <a:noFill/>
          </a:ln>
        </p:spPr>
        <p:txBody>
          <a:bodyPr anchorCtr="0" anchor="ctr" bIns="45700" lIns="91425" spcFirstLastPara="1" rIns="91425" wrap="square" tIns="45700">
            <a:normAutofit/>
          </a:bodyPr>
          <a:lstStyle/>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Many problems are binary</a:t>
            </a:r>
            <a:endParaRPr/>
          </a:p>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Will I get my money back?</a:t>
            </a:r>
            <a:endParaRPr/>
          </a:p>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Is this credit card fraud?</a:t>
            </a:r>
            <a:endParaRPr/>
          </a:p>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Will my paper be accepted?</a:t>
            </a:r>
            <a:endParaRPr/>
          </a:p>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a:t>
            </a:r>
            <a:endParaRPr/>
          </a:p>
          <a:p>
            <a:pPr indent="-228600" lvl="0" marL="342900" marR="0" rtl="0" algn="l">
              <a:lnSpc>
                <a:spcPct val="90000"/>
              </a:lnSpc>
              <a:spcBef>
                <a:spcPts val="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Can all be formulated as either being in a class or not</a:t>
            </a:r>
            <a:endParaRPr/>
          </a:p>
          <a:p>
            <a:pPr indent="-8890" lvl="0" marL="8890" marR="0" rtl="0" algn="l">
              <a:lnSpc>
                <a:spcPct val="90000"/>
              </a:lnSpc>
              <a:spcBef>
                <a:spcPts val="600"/>
              </a:spcBef>
              <a:spcAft>
                <a:spcPts val="0"/>
              </a:spcAft>
              <a:buClr>
                <a:srgbClr val="001F5F"/>
              </a:buClr>
              <a:buSzPts val="2600"/>
              <a:buFont typeface="Arial"/>
              <a:buChar char="•"/>
            </a:pPr>
            <a:r>
              <a:rPr b="0" i="0" lang="en-US" sz="2500" u="none" cap="none" strike="noStrike">
                <a:solidFill>
                  <a:schemeClr val="dk1"/>
                </a:solidFill>
                <a:latin typeface="Arial"/>
                <a:ea typeface="Arial"/>
                <a:cs typeface="Arial"/>
                <a:sym typeface="Arial"/>
              </a:rPr>
              <a:t>èLabels </a:t>
            </a:r>
            <a:r>
              <a:rPr b="0" i="1" lang="en-US" sz="2500" u="none" cap="none" strike="noStrike">
                <a:solidFill>
                  <a:schemeClr val="dk1"/>
                </a:solidFill>
                <a:latin typeface="Arial"/>
                <a:ea typeface="Arial"/>
                <a:cs typeface="Arial"/>
                <a:sym typeface="Arial"/>
              </a:rPr>
              <a:t>true </a:t>
            </a:r>
            <a:r>
              <a:rPr b="0" i="0" lang="en-US" sz="2500" u="none" cap="none" strike="noStrike">
                <a:solidFill>
                  <a:schemeClr val="dk1"/>
                </a:solidFill>
                <a:latin typeface="Arial"/>
                <a:ea typeface="Arial"/>
                <a:cs typeface="Arial"/>
                <a:sym typeface="Arial"/>
              </a:rPr>
              <a:t>and </a:t>
            </a:r>
            <a:r>
              <a:rPr b="0" i="1" lang="en-US" sz="2500" u="none" cap="none" strike="noStrike">
                <a:solidFill>
                  <a:schemeClr val="dk1"/>
                </a:solidFill>
                <a:latin typeface="Arial"/>
                <a:ea typeface="Arial"/>
                <a:cs typeface="Arial"/>
                <a:sym typeface="Arial"/>
              </a:rPr>
              <a:t>false</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descr="$PPTXTitle" id="774" name="Google Shape;774;p63"/>
          <p:cNvSpPr txBox="1"/>
          <p:nvPr>
            <p:ph type="title"/>
          </p:nvPr>
        </p:nvSpPr>
        <p:spPr>
          <a:xfrm>
            <a:off x="707542" y="494791"/>
            <a:ext cx="11589715" cy="985519"/>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lang="en-US" sz="3300">
                <a:solidFill>
                  <a:srgbClr val="0096CE"/>
                </a:solidFill>
              </a:rPr>
              <a:t>Logistic Regression</a:t>
            </a:r>
            <a:endParaRPr sz="3300"/>
          </a:p>
        </p:txBody>
      </p:sp>
      <p:sp>
        <p:nvSpPr>
          <p:cNvPr id="775" name="Google Shape;775;p63"/>
          <p:cNvSpPr txBox="1"/>
          <p:nvPr/>
        </p:nvSpPr>
        <p:spPr>
          <a:xfrm>
            <a:off x="668806" y="1764537"/>
            <a:ext cx="7473315" cy="2748915"/>
          </a:xfrm>
          <a:prstGeom prst="rect">
            <a:avLst/>
          </a:prstGeom>
          <a:noFill/>
          <a:ln>
            <a:noFill/>
          </a:ln>
        </p:spPr>
        <p:txBody>
          <a:bodyPr anchorCtr="0" anchor="t" bIns="0" lIns="0" spcFirstLastPara="1" rIns="0" wrap="square" tIns="53325">
            <a:spAutoFit/>
          </a:bodyPr>
          <a:lstStyle/>
          <a:p>
            <a:pPr indent="-172720" lvl="0" marL="223520" marR="0" rtl="0" algn="l">
              <a:lnSpc>
                <a:spcPct val="100000"/>
              </a:lnSpc>
              <a:spcBef>
                <a:spcPts val="0"/>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Basic Idea:</a:t>
            </a:r>
            <a:endParaRPr b="0" i="0" sz="2100" u="none" cap="none" strike="noStrike">
              <a:solidFill>
                <a:srgbClr val="000000"/>
              </a:solidFill>
              <a:latin typeface="Arial"/>
              <a:ea typeface="Arial"/>
              <a:cs typeface="Arial"/>
              <a:sym typeface="Arial"/>
            </a:endParaRPr>
          </a:p>
          <a:p>
            <a:pPr indent="-172084" lvl="1" marL="565150" marR="0" rtl="0" algn="l">
              <a:lnSpc>
                <a:spcPct val="100000"/>
              </a:lnSpc>
              <a:spcBef>
                <a:spcPts val="275"/>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Regression model of the probability that an object belongs to a class</a:t>
            </a:r>
            <a:endParaRPr b="0" i="0" sz="1800" u="none" cap="none" strike="noStrike">
              <a:solidFill>
                <a:srgbClr val="000000"/>
              </a:solidFill>
              <a:latin typeface="Arial"/>
              <a:ea typeface="Arial"/>
              <a:cs typeface="Arial"/>
              <a:sym typeface="Arial"/>
            </a:endParaRPr>
          </a:p>
          <a:p>
            <a:pPr indent="-172084" lvl="1" marL="565150" marR="0" rtl="0" algn="l">
              <a:lnSpc>
                <a:spcPct val="100000"/>
              </a:lnSpc>
              <a:spcBef>
                <a:spcPts val="145"/>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Combines the 𝑙𝑜𝑔𝑖𝑡 function with </a:t>
            </a:r>
            <a:r>
              <a:rPr b="0" i="1" lang="en-US" sz="1800" u="none" cap="none" strike="noStrike">
                <a:solidFill>
                  <a:srgbClr val="001F5F"/>
                </a:solidFill>
                <a:latin typeface="Arial"/>
                <a:ea typeface="Arial"/>
                <a:cs typeface="Arial"/>
                <a:sym typeface="Arial"/>
              </a:rPr>
              <a:t>linear regression</a:t>
            </a:r>
            <a:endParaRPr b="0" i="0" sz="1800" u="none" cap="none" strike="noStrike">
              <a:solidFill>
                <a:srgbClr val="000000"/>
              </a:solidFill>
              <a:latin typeface="Arial"/>
              <a:ea typeface="Arial"/>
              <a:cs typeface="Arial"/>
              <a:sym typeface="Arial"/>
            </a:endParaRPr>
          </a:p>
          <a:p>
            <a:pPr indent="0" lvl="1" marL="0" marR="0" rtl="0" algn="l">
              <a:lnSpc>
                <a:spcPct val="100000"/>
              </a:lnSpc>
              <a:spcBef>
                <a:spcPts val="1685"/>
              </a:spcBef>
              <a:spcAft>
                <a:spcPts val="0"/>
              </a:spcAft>
              <a:buClr>
                <a:srgbClr val="001F5F"/>
              </a:buClr>
              <a:buSzPts val="1800"/>
              <a:buFont typeface="Arial"/>
              <a:buNone/>
            </a:pPr>
            <a:r>
              <a:t/>
            </a:r>
            <a:endParaRPr b="0" i="0" sz="1800" u="none" cap="none" strike="noStrike">
              <a:solidFill>
                <a:srgbClr val="000000"/>
              </a:solidFill>
              <a:latin typeface="Arial"/>
              <a:ea typeface="Arial"/>
              <a:cs typeface="Arial"/>
              <a:sym typeface="Arial"/>
            </a:endParaRPr>
          </a:p>
          <a:p>
            <a:pPr indent="-172720" lvl="0" marL="223520" marR="0" rtl="0" algn="l">
              <a:lnSpc>
                <a:spcPct val="100000"/>
              </a:lnSpc>
              <a:spcBef>
                <a:spcPts val="0"/>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Linear Regression</a:t>
            </a:r>
            <a:endParaRPr b="0" i="0" sz="2100" u="none" cap="none" strike="noStrike">
              <a:solidFill>
                <a:srgbClr val="000000"/>
              </a:solidFill>
              <a:latin typeface="Arial"/>
              <a:ea typeface="Arial"/>
              <a:cs typeface="Arial"/>
              <a:sym typeface="Arial"/>
            </a:endParaRPr>
          </a:p>
          <a:p>
            <a:pPr indent="-172084" lvl="1" marL="565150" marR="0" rtl="0" algn="l">
              <a:lnSpc>
                <a:spcPct val="100000"/>
              </a:lnSpc>
              <a:spcBef>
                <a:spcPts val="6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𝑦 as linear combination of 𝑥</a:t>
            </a:r>
            <a:r>
              <a:rPr b="0" baseline="-25000" i="0" lang="en-US" sz="1950" u="none" cap="none" strike="noStrike">
                <a:solidFill>
                  <a:srgbClr val="001F5F"/>
                </a:solidFill>
                <a:latin typeface="Arial"/>
                <a:ea typeface="Arial"/>
                <a:cs typeface="Arial"/>
                <a:sym typeface="Arial"/>
              </a:rPr>
              <a:t>1</a:t>
            </a:r>
            <a:r>
              <a:rPr b="0" i="0" lang="en-US" sz="1800" u="none" cap="none" strike="noStrike">
                <a:solidFill>
                  <a:srgbClr val="001F5F"/>
                </a:solidFill>
                <a:latin typeface="Arial"/>
                <a:ea typeface="Arial"/>
                <a:cs typeface="Arial"/>
                <a:sym typeface="Arial"/>
              </a:rPr>
              <a:t>, …, 𝑥</a:t>
            </a:r>
            <a:r>
              <a:rPr b="0" baseline="-25000" i="0" lang="en-US" sz="1950" u="none" cap="none" strike="noStrike">
                <a:solidFill>
                  <a:srgbClr val="001F5F"/>
                </a:solidFill>
                <a:latin typeface="Arial"/>
                <a:ea typeface="Arial"/>
                <a:cs typeface="Arial"/>
                <a:sym typeface="Arial"/>
              </a:rPr>
              <a:t>𝑛</a:t>
            </a:r>
            <a:endParaRPr b="0" baseline="-25000" i="0" sz="1950" u="none" cap="none" strike="noStrike">
              <a:solidFill>
                <a:srgbClr val="000000"/>
              </a:solidFill>
              <a:latin typeface="Arial"/>
              <a:ea typeface="Arial"/>
              <a:cs typeface="Arial"/>
              <a:sym typeface="Arial"/>
            </a:endParaRPr>
          </a:p>
          <a:p>
            <a:pPr indent="-172084" lvl="1" marL="565150" marR="0" rtl="0" algn="l">
              <a:lnSpc>
                <a:spcPct val="100000"/>
              </a:lnSpc>
              <a:spcBef>
                <a:spcPts val="24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𝑦 = 𝑏</a:t>
            </a:r>
            <a:r>
              <a:rPr b="0" baseline="-25000" i="0" lang="en-US" sz="1950" u="none" cap="none" strike="noStrike">
                <a:solidFill>
                  <a:srgbClr val="001F5F"/>
                </a:solidFill>
                <a:latin typeface="Arial"/>
                <a:ea typeface="Arial"/>
                <a:cs typeface="Arial"/>
                <a:sym typeface="Arial"/>
              </a:rPr>
              <a:t>0 </a:t>
            </a:r>
            <a:r>
              <a:rPr b="0" i="0" lang="en-US" sz="1800" u="none" cap="none" strike="noStrike">
                <a:solidFill>
                  <a:srgbClr val="001F5F"/>
                </a:solidFill>
                <a:latin typeface="Arial"/>
                <a:ea typeface="Arial"/>
                <a:cs typeface="Arial"/>
                <a:sym typeface="Arial"/>
              </a:rPr>
              <a:t>+ 𝑏</a:t>
            </a:r>
            <a:r>
              <a:rPr b="0" baseline="-25000" i="0" lang="en-US" sz="1950" u="none" cap="none" strike="noStrike">
                <a:solidFill>
                  <a:srgbClr val="001F5F"/>
                </a:solidFill>
                <a:latin typeface="Arial"/>
                <a:ea typeface="Arial"/>
                <a:cs typeface="Arial"/>
                <a:sym typeface="Arial"/>
              </a:rPr>
              <a:t>1</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1 </a:t>
            </a:r>
            <a:r>
              <a:rPr b="0" i="0" lang="en-US" sz="1800" u="none" cap="none" strike="noStrike">
                <a:solidFill>
                  <a:srgbClr val="001F5F"/>
                </a:solidFill>
                <a:latin typeface="Arial"/>
                <a:ea typeface="Arial"/>
                <a:cs typeface="Arial"/>
                <a:sym typeface="Arial"/>
              </a:rPr>
              <a:t>+ ⋯+ 𝑏</a:t>
            </a:r>
            <a:r>
              <a:rPr b="0" baseline="-25000" i="0" lang="en-US" sz="1950" u="none" cap="none" strike="noStrike">
                <a:solidFill>
                  <a:srgbClr val="001F5F"/>
                </a:solidFill>
                <a:latin typeface="Arial"/>
                <a:ea typeface="Arial"/>
                <a:cs typeface="Arial"/>
                <a:sym typeface="Arial"/>
              </a:rPr>
              <a:t>𝑛</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𝑛</a:t>
            </a:r>
            <a:endParaRPr b="0" baseline="-25000" i="0" sz="1950" u="none" cap="none" strike="noStrike">
              <a:solidFill>
                <a:srgbClr val="000000"/>
              </a:solidFill>
              <a:latin typeface="Arial"/>
              <a:ea typeface="Arial"/>
              <a:cs typeface="Arial"/>
              <a:sym typeface="Arial"/>
            </a:endParaRPr>
          </a:p>
          <a:p>
            <a:pPr indent="-172720" lvl="0" marL="223520" marR="0" rtl="0" algn="l">
              <a:lnSpc>
                <a:spcPct val="100000"/>
              </a:lnSpc>
              <a:spcBef>
                <a:spcPts val="445"/>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The 𝑙𝑜𝑔𝑖𝑡 function</a:t>
            </a:r>
            <a:endParaRPr b="0" i="0" sz="2100" u="none" cap="none" strike="noStrike">
              <a:solidFill>
                <a:srgbClr val="000000"/>
              </a:solidFill>
              <a:latin typeface="Arial"/>
              <a:ea typeface="Arial"/>
              <a:cs typeface="Arial"/>
              <a:sym typeface="Arial"/>
            </a:endParaRPr>
          </a:p>
        </p:txBody>
      </p:sp>
      <p:sp>
        <p:nvSpPr>
          <p:cNvPr id="776" name="Google Shape;776;p63"/>
          <p:cNvSpPr/>
          <p:nvPr/>
        </p:nvSpPr>
        <p:spPr>
          <a:xfrm>
            <a:off x="1756664" y="4618482"/>
            <a:ext cx="75565" cy="276225"/>
          </a:xfrm>
          <a:custGeom>
            <a:rect b="b" l="l" r="r" t="t"/>
            <a:pathLst>
              <a:path extrusionOk="0" h="276225" w="75564">
                <a:moveTo>
                  <a:pt x="72517" y="0"/>
                </a:moveTo>
                <a:lnTo>
                  <a:pt x="18923" y="47370"/>
                </a:lnTo>
                <a:lnTo>
                  <a:pt x="4737" y="89192"/>
                </a:lnTo>
                <a:lnTo>
                  <a:pt x="0" y="138175"/>
                </a:lnTo>
                <a:lnTo>
                  <a:pt x="1181" y="163371"/>
                </a:lnTo>
                <a:lnTo>
                  <a:pt x="10655" y="208710"/>
                </a:lnTo>
                <a:lnTo>
                  <a:pt x="29348" y="245998"/>
                </a:lnTo>
                <a:lnTo>
                  <a:pt x="72517" y="276097"/>
                </a:lnTo>
                <a:lnTo>
                  <a:pt x="75311" y="266953"/>
                </a:lnTo>
                <a:lnTo>
                  <a:pt x="62660" y="260388"/>
                </a:lnTo>
                <a:lnTo>
                  <a:pt x="51625" y="250798"/>
                </a:lnTo>
                <a:lnTo>
                  <a:pt x="28332" y="204584"/>
                </a:lnTo>
                <a:lnTo>
                  <a:pt x="21423" y="162382"/>
                </a:lnTo>
                <a:lnTo>
                  <a:pt x="20574" y="138048"/>
                </a:lnTo>
                <a:lnTo>
                  <a:pt x="21423" y="113892"/>
                </a:lnTo>
                <a:lnTo>
                  <a:pt x="28332" y="71550"/>
                </a:lnTo>
                <a:lnTo>
                  <a:pt x="51625" y="25260"/>
                </a:lnTo>
                <a:lnTo>
                  <a:pt x="62660" y="15697"/>
                </a:lnTo>
                <a:lnTo>
                  <a:pt x="75311" y="9143"/>
                </a:lnTo>
                <a:lnTo>
                  <a:pt x="72517"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77" name="Google Shape;777;p63"/>
          <p:cNvPicPr preferRelativeResize="0"/>
          <p:nvPr/>
        </p:nvPicPr>
        <p:blipFill rotWithShape="1">
          <a:blip r:embed="rId3">
            <a:alphaModFix/>
          </a:blip>
          <a:srcRect b="0" l="0" r="0" t="0"/>
          <a:stretch/>
        </p:blipFill>
        <p:spPr>
          <a:xfrm>
            <a:off x="2006600" y="4651375"/>
            <a:ext cx="70612" cy="211709"/>
          </a:xfrm>
          <a:prstGeom prst="rect">
            <a:avLst/>
          </a:prstGeom>
          <a:noFill/>
          <a:ln>
            <a:noFill/>
          </a:ln>
        </p:spPr>
      </p:pic>
      <p:grpSp>
        <p:nvGrpSpPr>
          <p:cNvPr id="778" name="Google Shape;778;p63"/>
          <p:cNvGrpSpPr/>
          <p:nvPr/>
        </p:nvGrpSpPr>
        <p:grpSpPr>
          <a:xfrm>
            <a:off x="2629280" y="4618482"/>
            <a:ext cx="173101" cy="276225"/>
            <a:chOff x="2629280" y="4618482"/>
            <a:chExt cx="173101" cy="276225"/>
          </a:xfrm>
        </p:grpSpPr>
        <p:pic>
          <p:nvPicPr>
            <p:cNvPr id="779" name="Google Shape;779;p63"/>
            <p:cNvPicPr preferRelativeResize="0"/>
            <p:nvPr/>
          </p:nvPicPr>
          <p:blipFill rotWithShape="1">
            <a:blip r:embed="rId4">
              <a:alphaModFix/>
            </a:blip>
            <a:srcRect b="0" l="0" r="0" t="0"/>
            <a:stretch/>
          </p:blipFill>
          <p:spPr>
            <a:xfrm>
              <a:off x="2629280" y="4651375"/>
              <a:ext cx="70612" cy="211709"/>
            </a:xfrm>
            <a:prstGeom prst="rect">
              <a:avLst/>
            </a:prstGeom>
            <a:noFill/>
            <a:ln>
              <a:noFill/>
            </a:ln>
          </p:spPr>
        </p:pic>
        <p:sp>
          <p:nvSpPr>
            <p:cNvPr id="780" name="Google Shape;780;p63"/>
            <p:cNvSpPr/>
            <p:nvPr/>
          </p:nvSpPr>
          <p:spPr>
            <a:xfrm>
              <a:off x="2726816" y="4618482"/>
              <a:ext cx="75565" cy="276225"/>
            </a:xfrm>
            <a:custGeom>
              <a:rect b="b" l="l" r="r" t="t"/>
              <a:pathLst>
                <a:path extrusionOk="0" h="276225" w="75564">
                  <a:moveTo>
                    <a:pt x="2793" y="0"/>
                  </a:moveTo>
                  <a:lnTo>
                    <a:pt x="0" y="9143"/>
                  </a:lnTo>
                  <a:lnTo>
                    <a:pt x="12687" y="15697"/>
                  </a:lnTo>
                  <a:lnTo>
                    <a:pt x="23722" y="25260"/>
                  </a:lnTo>
                  <a:lnTo>
                    <a:pt x="46977" y="71550"/>
                  </a:lnTo>
                  <a:lnTo>
                    <a:pt x="53975" y="113892"/>
                  </a:lnTo>
                  <a:lnTo>
                    <a:pt x="54863" y="138175"/>
                  </a:lnTo>
                  <a:lnTo>
                    <a:pt x="53975" y="162382"/>
                  </a:lnTo>
                  <a:lnTo>
                    <a:pt x="46977" y="204584"/>
                  </a:lnTo>
                  <a:lnTo>
                    <a:pt x="23722" y="250798"/>
                  </a:lnTo>
                  <a:lnTo>
                    <a:pt x="0" y="266953"/>
                  </a:lnTo>
                  <a:lnTo>
                    <a:pt x="2793" y="276097"/>
                  </a:lnTo>
                  <a:lnTo>
                    <a:pt x="46074" y="245998"/>
                  </a:lnTo>
                  <a:lnTo>
                    <a:pt x="64743" y="208710"/>
                  </a:lnTo>
                  <a:lnTo>
                    <a:pt x="74128" y="163371"/>
                  </a:lnTo>
                  <a:lnTo>
                    <a:pt x="75310" y="138048"/>
                  </a:lnTo>
                  <a:lnTo>
                    <a:pt x="70623" y="89192"/>
                  </a:lnTo>
                  <a:lnTo>
                    <a:pt x="56514" y="47370"/>
                  </a:lnTo>
                  <a:lnTo>
                    <a:pt x="33655" y="16408"/>
                  </a:lnTo>
                  <a:lnTo>
                    <a:pt x="279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81" name="Google Shape;781;p63"/>
          <p:cNvSpPr/>
          <p:nvPr/>
        </p:nvSpPr>
        <p:spPr>
          <a:xfrm>
            <a:off x="3347464" y="4748657"/>
            <a:ext cx="789940" cy="15240"/>
          </a:xfrm>
          <a:custGeom>
            <a:rect b="b" l="l" r="r" t="t"/>
            <a:pathLst>
              <a:path extrusionOk="0" h="15239" w="789939">
                <a:moveTo>
                  <a:pt x="789433" y="0"/>
                </a:moveTo>
                <a:lnTo>
                  <a:pt x="0" y="0"/>
                </a:lnTo>
                <a:lnTo>
                  <a:pt x="0" y="15239"/>
                </a:lnTo>
                <a:lnTo>
                  <a:pt x="789433" y="15239"/>
                </a:lnTo>
                <a:lnTo>
                  <a:pt x="78943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2" name="Google Shape;782;p63"/>
          <p:cNvSpPr txBox="1"/>
          <p:nvPr/>
        </p:nvSpPr>
        <p:spPr>
          <a:xfrm>
            <a:off x="3443478" y="4497832"/>
            <a:ext cx="59563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𝑃(𝑦=𝑐)</a:t>
            </a:r>
            <a:endParaRPr b="0" i="0" sz="1300" u="none" cap="none" strike="noStrike">
              <a:solidFill>
                <a:srgbClr val="000000"/>
              </a:solidFill>
              <a:latin typeface="Arial"/>
              <a:ea typeface="Arial"/>
              <a:cs typeface="Arial"/>
              <a:sym typeface="Arial"/>
            </a:endParaRPr>
          </a:p>
        </p:txBody>
      </p:sp>
      <p:sp>
        <p:nvSpPr>
          <p:cNvPr id="783" name="Google Shape;783;p63"/>
          <p:cNvSpPr txBox="1"/>
          <p:nvPr/>
        </p:nvSpPr>
        <p:spPr>
          <a:xfrm>
            <a:off x="3335272" y="4747767"/>
            <a:ext cx="80772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1−𝑃(𝑦=𝑐)</a:t>
            </a:r>
            <a:endParaRPr b="0" i="0" sz="1300" u="none" cap="none" strike="noStrike">
              <a:solidFill>
                <a:srgbClr val="000000"/>
              </a:solidFill>
              <a:latin typeface="Arial"/>
              <a:ea typeface="Arial"/>
              <a:cs typeface="Arial"/>
              <a:sym typeface="Arial"/>
            </a:endParaRPr>
          </a:p>
        </p:txBody>
      </p:sp>
      <p:sp>
        <p:nvSpPr>
          <p:cNvPr id="784" name="Google Shape;784;p63"/>
          <p:cNvSpPr txBox="1"/>
          <p:nvPr/>
        </p:nvSpPr>
        <p:spPr>
          <a:xfrm>
            <a:off x="706906" y="4433896"/>
            <a:ext cx="2616200" cy="911860"/>
          </a:xfrm>
          <a:prstGeom prst="rect">
            <a:avLst/>
          </a:prstGeom>
          <a:noFill/>
          <a:ln>
            <a:noFill/>
          </a:ln>
        </p:spPr>
        <p:txBody>
          <a:bodyPr anchorCtr="0" anchor="t" bIns="0" lIns="0" spcFirstLastPara="1" rIns="0" wrap="square" tIns="147300">
            <a:spAutoFit/>
          </a:bodyPr>
          <a:lstStyle/>
          <a:p>
            <a:pPr indent="-172084" lvl="0" marL="527050" marR="0" rtl="0" algn="l">
              <a:lnSpc>
                <a:spcPct val="100000"/>
              </a:lnSpc>
              <a:spcBef>
                <a:spcPts val="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𝑙𝑜𝑔𝑖𝑡  𝑃 𝑦 = 𝑐	= ln</a:t>
            </a:r>
            <a:endParaRPr/>
          </a:p>
          <a:p>
            <a:pPr indent="-172720" lvl="0" marL="185420" marR="0" rtl="0" algn="l">
              <a:lnSpc>
                <a:spcPct val="100000"/>
              </a:lnSpc>
              <a:spcBef>
                <a:spcPts val="1235"/>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Logistic Regression</a:t>
            </a:r>
            <a:endParaRPr b="0" i="0" sz="2100" u="none" cap="none" strike="noStrike">
              <a:solidFill>
                <a:srgbClr val="000000"/>
              </a:solidFill>
              <a:latin typeface="Arial"/>
              <a:ea typeface="Arial"/>
              <a:cs typeface="Arial"/>
              <a:sym typeface="Arial"/>
            </a:endParaRPr>
          </a:p>
        </p:txBody>
      </p:sp>
      <p:sp>
        <p:nvSpPr>
          <p:cNvPr id="785" name="Google Shape;785;p63"/>
          <p:cNvSpPr/>
          <p:nvPr/>
        </p:nvSpPr>
        <p:spPr>
          <a:xfrm>
            <a:off x="2809470" y="6090158"/>
            <a:ext cx="75565" cy="276225"/>
          </a:xfrm>
          <a:custGeom>
            <a:rect b="b" l="l" r="r" t="t"/>
            <a:pathLst>
              <a:path extrusionOk="0" h="276225" w="75564">
                <a:moveTo>
                  <a:pt x="72517" y="0"/>
                </a:moveTo>
                <a:lnTo>
                  <a:pt x="18923" y="47371"/>
                </a:lnTo>
                <a:lnTo>
                  <a:pt x="4737" y="89192"/>
                </a:lnTo>
                <a:lnTo>
                  <a:pt x="0" y="138175"/>
                </a:lnTo>
                <a:lnTo>
                  <a:pt x="1181" y="163360"/>
                </a:lnTo>
                <a:lnTo>
                  <a:pt x="10655" y="208648"/>
                </a:lnTo>
                <a:lnTo>
                  <a:pt x="29348" y="245999"/>
                </a:lnTo>
                <a:lnTo>
                  <a:pt x="72517" y="276098"/>
                </a:lnTo>
                <a:lnTo>
                  <a:pt x="75311" y="266953"/>
                </a:lnTo>
                <a:lnTo>
                  <a:pt x="62660" y="260388"/>
                </a:lnTo>
                <a:lnTo>
                  <a:pt x="51625" y="250812"/>
                </a:lnTo>
                <a:lnTo>
                  <a:pt x="28332" y="204635"/>
                </a:lnTo>
                <a:lnTo>
                  <a:pt x="21423" y="162393"/>
                </a:lnTo>
                <a:lnTo>
                  <a:pt x="20574" y="138049"/>
                </a:lnTo>
                <a:lnTo>
                  <a:pt x="21423" y="113892"/>
                </a:lnTo>
                <a:lnTo>
                  <a:pt x="28332" y="71550"/>
                </a:lnTo>
                <a:lnTo>
                  <a:pt x="51625" y="25260"/>
                </a:lnTo>
                <a:lnTo>
                  <a:pt x="62660" y="15697"/>
                </a:lnTo>
                <a:lnTo>
                  <a:pt x="75311" y="9144"/>
                </a:lnTo>
                <a:lnTo>
                  <a:pt x="72517"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86" name="Google Shape;786;p63"/>
          <p:cNvPicPr preferRelativeResize="0"/>
          <p:nvPr/>
        </p:nvPicPr>
        <p:blipFill rotWithShape="1">
          <a:blip r:embed="rId5">
            <a:alphaModFix/>
          </a:blip>
          <a:srcRect b="0" l="0" r="0" t="0"/>
          <a:stretch/>
        </p:blipFill>
        <p:spPr>
          <a:xfrm>
            <a:off x="3059406" y="6123050"/>
            <a:ext cx="70612" cy="211747"/>
          </a:xfrm>
          <a:prstGeom prst="rect">
            <a:avLst/>
          </a:prstGeom>
          <a:noFill/>
          <a:ln>
            <a:noFill/>
          </a:ln>
        </p:spPr>
      </p:pic>
      <p:grpSp>
        <p:nvGrpSpPr>
          <p:cNvPr id="787" name="Google Shape;787;p63"/>
          <p:cNvGrpSpPr/>
          <p:nvPr/>
        </p:nvGrpSpPr>
        <p:grpSpPr>
          <a:xfrm>
            <a:off x="3682086" y="6090158"/>
            <a:ext cx="173101" cy="276225"/>
            <a:chOff x="2629280" y="5409438"/>
            <a:chExt cx="173101" cy="276225"/>
          </a:xfrm>
        </p:grpSpPr>
        <p:pic>
          <p:nvPicPr>
            <p:cNvPr id="788" name="Google Shape;788;p63"/>
            <p:cNvPicPr preferRelativeResize="0"/>
            <p:nvPr/>
          </p:nvPicPr>
          <p:blipFill rotWithShape="1">
            <a:blip r:embed="rId6">
              <a:alphaModFix/>
            </a:blip>
            <a:srcRect b="0" l="0" r="0" t="0"/>
            <a:stretch/>
          </p:blipFill>
          <p:spPr>
            <a:xfrm>
              <a:off x="2629280" y="5442331"/>
              <a:ext cx="70612" cy="211747"/>
            </a:xfrm>
            <a:prstGeom prst="rect">
              <a:avLst/>
            </a:prstGeom>
            <a:noFill/>
            <a:ln>
              <a:noFill/>
            </a:ln>
          </p:spPr>
        </p:pic>
        <p:sp>
          <p:nvSpPr>
            <p:cNvPr id="789" name="Google Shape;789;p63"/>
            <p:cNvSpPr/>
            <p:nvPr/>
          </p:nvSpPr>
          <p:spPr>
            <a:xfrm>
              <a:off x="2726816" y="5409438"/>
              <a:ext cx="75565" cy="276225"/>
            </a:xfrm>
            <a:custGeom>
              <a:rect b="b" l="l" r="r" t="t"/>
              <a:pathLst>
                <a:path extrusionOk="0" h="276225" w="75564">
                  <a:moveTo>
                    <a:pt x="2793" y="0"/>
                  </a:moveTo>
                  <a:lnTo>
                    <a:pt x="0" y="9144"/>
                  </a:lnTo>
                  <a:lnTo>
                    <a:pt x="12687" y="15697"/>
                  </a:lnTo>
                  <a:lnTo>
                    <a:pt x="23722" y="25260"/>
                  </a:lnTo>
                  <a:lnTo>
                    <a:pt x="46977" y="71550"/>
                  </a:lnTo>
                  <a:lnTo>
                    <a:pt x="53975" y="113892"/>
                  </a:lnTo>
                  <a:lnTo>
                    <a:pt x="54863" y="138175"/>
                  </a:lnTo>
                  <a:lnTo>
                    <a:pt x="53975" y="162393"/>
                  </a:lnTo>
                  <a:lnTo>
                    <a:pt x="46977" y="204635"/>
                  </a:lnTo>
                  <a:lnTo>
                    <a:pt x="23722" y="250812"/>
                  </a:lnTo>
                  <a:lnTo>
                    <a:pt x="0" y="266953"/>
                  </a:lnTo>
                  <a:lnTo>
                    <a:pt x="2793" y="276098"/>
                  </a:lnTo>
                  <a:lnTo>
                    <a:pt x="46074" y="245999"/>
                  </a:lnTo>
                  <a:lnTo>
                    <a:pt x="64743" y="208648"/>
                  </a:lnTo>
                  <a:lnTo>
                    <a:pt x="74128" y="163360"/>
                  </a:lnTo>
                  <a:lnTo>
                    <a:pt x="75310" y="138049"/>
                  </a:lnTo>
                  <a:lnTo>
                    <a:pt x="70623" y="89192"/>
                  </a:lnTo>
                  <a:lnTo>
                    <a:pt x="56514" y="47371"/>
                  </a:lnTo>
                  <a:lnTo>
                    <a:pt x="33655" y="16408"/>
                  </a:lnTo>
                  <a:lnTo>
                    <a:pt x="279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90" name="Google Shape;790;p63"/>
          <p:cNvSpPr txBox="1"/>
          <p:nvPr/>
        </p:nvSpPr>
        <p:spPr>
          <a:xfrm>
            <a:off x="2077212" y="6041643"/>
            <a:ext cx="4253230" cy="299720"/>
          </a:xfrm>
          <a:prstGeom prst="rect">
            <a:avLst/>
          </a:prstGeom>
          <a:noFill/>
          <a:ln>
            <a:noFill/>
          </a:ln>
        </p:spPr>
        <p:txBody>
          <a:bodyPr anchorCtr="0" anchor="t" bIns="0" lIns="0" spcFirstLastPara="1" rIns="0" wrap="square" tIns="12700">
            <a:spAutoFit/>
          </a:bodyPr>
          <a:lstStyle/>
          <a:p>
            <a:pPr indent="-172084" lvl="0" marL="210184" marR="0" rtl="0" algn="l">
              <a:lnSpc>
                <a:spcPct val="100000"/>
              </a:lnSpc>
              <a:spcBef>
                <a:spcPts val="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𝑙𝑜𝑔𝑖𝑡  𝑃 𝑦 = 𝑐	= 𝑏</a:t>
            </a:r>
            <a:r>
              <a:rPr b="0" baseline="-25000" i="0" lang="en-US" sz="1950" u="none" cap="none" strike="noStrike">
                <a:solidFill>
                  <a:srgbClr val="001F5F"/>
                </a:solidFill>
                <a:latin typeface="Arial"/>
                <a:ea typeface="Arial"/>
                <a:cs typeface="Arial"/>
                <a:sym typeface="Arial"/>
              </a:rPr>
              <a:t>0 </a:t>
            </a:r>
            <a:r>
              <a:rPr b="0" i="0" lang="en-US" sz="1800" u="none" cap="none" strike="noStrike">
                <a:solidFill>
                  <a:srgbClr val="001F5F"/>
                </a:solidFill>
                <a:latin typeface="Arial"/>
                <a:ea typeface="Arial"/>
                <a:cs typeface="Arial"/>
                <a:sym typeface="Arial"/>
              </a:rPr>
              <a:t>+ 𝑏</a:t>
            </a:r>
            <a:r>
              <a:rPr b="0" baseline="-25000" i="0" lang="en-US" sz="1950" u="none" cap="none" strike="noStrike">
                <a:solidFill>
                  <a:srgbClr val="001F5F"/>
                </a:solidFill>
                <a:latin typeface="Arial"/>
                <a:ea typeface="Arial"/>
                <a:cs typeface="Arial"/>
                <a:sym typeface="Arial"/>
              </a:rPr>
              <a:t>1</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1 </a:t>
            </a:r>
            <a:r>
              <a:rPr b="0" i="0" lang="en-US" sz="1800" u="none" cap="none" strike="noStrike">
                <a:solidFill>
                  <a:srgbClr val="001F5F"/>
                </a:solidFill>
                <a:latin typeface="Arial"/>
                <a:ea typeface="Arial"/>
                <a:cs typeface="Arial"/>
                <a:sym typeface="Arial"/>
              </a:rPr>
              <a:t>+ ⋯+ 𝑏</a:t>
            </a:r>
            <a:r>
              <a:rPr b="0" baseline="-25000" i="0" lang="en-US" sz="1950" u="none" cap="none" strike="noStrike">
                <a:solidFill>
                  <a:srgbClr val="001F5F"/>
                </a:solidFill>
                <a:latin typeface="Arial"/>
                <a:ea typeface="Arial"/>
                <a:cs typeface="Arial"/>
                <a:sym typeface="Arial"/>
              </a:rPr>
              <a:t>𝑛</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𝑛</a:t>
            </a:r>
            <a:endParaRPr b="0" baseline="-25000" i="0" sz="195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grpSp>
        <p:nvGrpSpPr>
          <p:cNvPr id="795" name="Google Shape;795;p44"/>
          <p:cNvGrpSpPr/>
          <p:nvPr/>
        </p:nvGrpSpPr>
        <p:grpSpPr>
          <a:xfrm>
            <a:off x="3310436" y="3055959"/>
            <a:ext cx="8073651" cy="6507632"/>
            <a:chOff x="2700526" y="2343910"/>
            <a:chExt cx="5692139" cy="3893822"/>
          </a:xfrm>
        </p:grpSpPr>
        <p:pic>
          <p:nvPicPr>
            <p:cNvPr id="796" name="Google Shape;796;p44"/>
            <p:cNvPicPr preferRelativeResize="0"/>
            <p:nvPr/>
          </p:nvPicPr>
          <p:blipFill rotWithShape="1">
            <a:blip r:embed="rId3">
              <a:alphaModFix/>
            </a:blip>
            <a:srcRect b="0" l="0" r="0" t="0"/>
            <a:stretch/>
          </p:blipFill>
          <p:spPr>
            <a:xfrm>
              <a:off x="2705099" y="2348482"/>
              <a:ext cx="3733800" cy="2591545"/>
            </a:xfrm>
            <a:prstGeom prst="rect">
              <a:avLst/>
            </a:prstGeom>
            <a:noFill/>
            <a:ln>
              <a:noFill/>
            </a:ln>
          </p:spPr>
        </p:pic>
        <p:sp>
          <p:nvSpPr>
            <p:cNvPr id="797" name="Google Shape;797;p44"/>
            <p:cNvSpPr/>
            <p:nvPr/>
          </p:nvSpPr>
          <p:spPr>
            <a:xfrm>
              <a:off x="2700526" y="2343910"/>
              <a:ext cx="3743325" cy="2658110"/>
            </a:xfrm>
            <a:custGeom>
              <a:rect b="b" l="l" r="r" t="t"/>
              <a:pathLst>
                <a:path extrusionOk="0" h="2658110" w="3743325">
                  <a:moveTo>
                    <a:pt x="0" y="0"/>
                  </a:moveTo>
                  <a:lnTo>
                    <a:pt x="3742944" y="0"/>
                  </a:lnTo>
                  <a:lnTo>
                    <a:pt x="3742944" y="2657856"/>
                  </a:lnTo>
                  <a:lnTo>
                    <a:pt x="0" y="2657856"/>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98" name="Google Shape;798;p44"/>
            <p:cNvPicPr preferRelativeResize="0"/>
            <p:nvPr/>
          </p:nvPicPr>
          <p:blipFill rotWithShape="1">
            <a:blip r:embed="rId4">
              <a:alphaModFix/>
            </a:blip>
            <a:srcRect b="0" l="0" r="0" t="0"/>
            <a:stretch/>
          </p:blipFill>
          <p:spPr>
            <a:xfrm>
              <a:off x="3966970" y="4305300"/>
              <a:ext cx="4425695" cy="1932432"/>
            </a:xfrm>
            <a:prstGeom prst="rect">
              <a:avLst/>
            </a:prstGeom>
            <a:noFill/>
            <a:ln>
              <a:noFill/>
            </a:ln>
          </p:spPr>
        </p:pic>
        <p:pic>
          <p:nvPicPr>
            <p:cNvPr id="799" name="Google Shape;799;p44"/>
            <p:cNvPicPr preferRelativeResize="0"/>
            <p:nvPr/>
          </p:nvPicPr>
          <p:blipFill rotWithShape="1">
            <a:blip r:embed="rId5">
              <a:alphaModFix/>
            </a:blip>
            <a:srcRect b="0" l="0" r="0" t="0"/>
            <a:stretch/>
          </p:blipFill>
          <p:spPr>
            <a:xfrm>
              <a:off x="4032629" y="4339969"/>
              <a:ext cx="4318888" cy="1836801"/>
            </a:xfrm>
            <a:prstGeom prst="rect">
              <a:avLst/>
            </a:prstGeom>
            <a:noFill/>
            <a:ln>
              <a:noFill/>
            </a:ln>
          </p:spPr>
        </p:pic>
        <p:sp>
          <p:nvSpPr>
            <p:cNvPr id="800" name="Google Shape;800;p44"/>
            <p:cNvSpPr/>
            <p:nvPr/>
          </p:nvSpPr>
          <p:spPr>
            <a:xfrm>
              <a:off x="4032629" y="4339969"/>
              <a:ext cx="4319270" cy="1837055"/>
            </a:xfrm>
            <a:custGeom>
              <a:rect b="b" l="l" r="r" t="t"/>
              <a:pathLst>
                <a:path extrusionOk="0" h="1837054" w="4319270">
                  <a:moveTo>
                    <a:pt x="1115440" y="923924"/>
                  </a:moveTo>
                  <a:lnTo>
                    <a:pt x="1649348" y="923924"/>
                  </a:lnTo>
                  <a:lnTo>
                    <a:pt x="0" y="0"/>
                  </a:lnTo>
                  <a:lnTo>
                    <a:pt x="2450210" y="923924"/>
                  </a:lnTo>
                  <a:lnTo>
                    <a:pt x="4318889" y="923924"/>
                  </a:lnTo>
                  <a:lnTo>
                    <a:pt x="4318889" y="1076071"/>
                  </a:lnTo>
                  <a:lnTo>
                    <a:pt x="4318889" y="1304290"/>
                  </a:lnTo>
                  <a:lnTo>
                    <a:pt x="4318889" y="1836802"/>
                  </a:lnTo>
                  <a:lnTo>
                    <a:pt x="2450210" y="1836802"/>
                  </a:lnTo>
                  <a:lnTo>
                    <a:pt x="1649348" y="1836802"/>
                  </a:lnTo>
                  <a:lnTo>
                    <a:pt x="1115440" y="1836802"/>
                  </a:lnTo>
                  <a:lnTo>
                    <a:pt x="1115440" y="1304290"/>
                  </a:lnTo>
                  <a:lnTo>
                    <a:pt x="1115440" y="1076071"/>
                  </a:lnTo>
                  <a:lnTo>
                    <a:pt x="1115440" y="923924"/>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descr="$PPTXTitle" id="801" name="Google Shape;801;p44"/>
          <p:cNvSpPr txBox="1"/>
          <p:nvPr>
            <p:ph type="title"/>
          </p:nvPr>
        </p:nvSpPr>
        <p:spPr>
          <a:xfrm>
            <a:off x="707543" y="494791"/>
            <a:ext cx="8080858"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Thresholds for Scores</a:t>
            </a:r>
            <a:endParaRPr b="1" sz="3400">
              <a:solidFill>
                <a:srgbClr val="0070C0"/>
              </a:solidFill>
            </a:endParaRPr>
          </a:p>
        </p:txBody>
      </p:sp>
      <p:sp>
        <p:nvSpPr>
          <p:cNvPr id="802" name="Google Shape;802;p44"/>
          <p:cNvSpPr txBox="1"/>
          <p:nvPr/>
        </p:nvSpPr>
        <p:spPr>
          <a:xfrm>
            <a:off x="706906" y="1805431"/>
            <a:ext cx="6405094" cy="382156"/>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Different thresholds also possible</a:t>
            </a:r>
            <a:endParaRPr b="0" i="0" sz="2400" u="none" cap="none" strike="noStrike">
              <a:solidFill>
                <a:schemeClr val="dk1"/>
              </a:solidFill>
              <a:latin typeface="Arial"/>
              <a:ea typeface="Arial"/>
              <a:cs typeface="Arial"/>
              <a:sym typeface="Arial"/>
            </a:endParaRPr>
          </a:p>
        </p:txBody>
      </p:sp>
      <p:sp>
        <p:nvSpPr>
          <p:cNvPr id="803" name="Google Shape;803;p44"/>
          <p:cNvSpPr txBox="1"/>
          <p:nvPr/>
        </p:nvSpPr>
        <p:spPr>
          <a:xfrm>
            <a:off x="7721600" y="7967445"/>
            <a:ext cx="2941320" cy="1491434"/>
          </a:xfrm>
          <a:prstGeom prst="rect">
            <a:avLst/>
          </a:prstGeom>
          <a:noFill/>
          <a:ln>
            <a:noFill/>
          </a:ln>
        </p:spPr>
        <p:txBody>
          <a:bodyPr anchorCtr="0" anchor="t" bIns="0" lIns="0" spcFirstLastPara="1" rIns="0" wrap="square" tIns="13950">
            <a:spAutoFit/>
          </a:bodyPr>
          <a:lstStyle/>
          <a:p>
            <a:pPr indent="3175" lvl="0" marL="12700" marR="508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Many “No Spam” incorrectly detected as spam if “highest” score is used</a:t>
            </a:r>
            <a:endParaRPr b="0" i="0" sz="2400" u="none" cap="none" strike="noStrike">
              <a:solidFill>
                <a:srgbClr val="000000"/>
              </a:solidFill>
              <a:latin typeface="Arial"/>
              <a:ea typeface="Arial"/>
              <a:cs typeface="Arial"/>
              <a:sym typeface="Arial"/>
            </a:endParaRPr>
          </a:p>
        </p:txBody>
      </p:sp>
      <p:grpSp>
        <p:nvGrpSpPr>
          <p:cNvPr id="804" name="Google Shape;804;p44"/>
          <p:cNvGrpSpPr/>
          <p:nvPr/>
        </p:nvGrpSpPr>
        <p:grpSpPr>
          <a:xfrm>
            <a:off x="421457" y="7315870"/>
            <a:ext cx="4585464" cy="2352455"/>
            <a:chOff x="134112" y="4728970"/>
            <a:chExt cx="4119372" cy="1376170"/>
          </a:xfrm>
        </p:grpSpPr>
        <p:pic>
          <p:nvPicPr>
            <p:cNvPr id="805" name="Google Shape;805;p44"/>
            <p:cNvPicPr preferRelativeResize="0"/>
            <p:nvPr/>
          </p:nvPicPr>
          <p:blipFill rotWithShape="1">
            <a:blip r:embed="rId6">
              <a:alphaModFix/>
            </a:blip>
            <a:srcRect b="0" l="0" r="0" t="0"/>
            <a:stretch/>
          </p:blipFill>
          <p:spPr>
            <a:xfrm>
              <a:off x="134112" y="4728970"/>
              <a:ext cx="4119372" cy="1376170"/>
            </a:xfrm>
            <a:prstGeom prst="rect">
              <a:avLst/>
            </a:prstGeom>
            <a:noFill/>
            <a:ln>
              <a:noFill/>
            </a:ln>
          </p:spPr>
        </p:pic>
        <p:pic>
          <p:nvPicPr>
            <p:cNvPr id="806" name="Google Shape;806;p44"/>
            <p:cNvPicPr preferRelativeResize="0"/>
            <p:nvPr/>
          </p:nvPicPr>
          <p:blipFill rotWithShape="1">
            <a:blip r:embed="rId7">
              <a:alphaModFix/>
            </a:blip>
            <a:srcRect b="0" l="0" r="0" t="0"/>
            <a:stretch/>
          </p:blipFill>
          <p:spPr>
            <a:xfrm>
              <a:off x="179832" y="4756148"/>
              <a:ext cx="4032504" cy="1288032"/>
            </a:xfrm>
            <a:prstGeom prst="rect">
              <a:avLst/>
            </a:prstGeom>
            <a:noFill/>
            <a:ln>
              <a:noFill/>
            </a:ln>
          </p:spPr>
        </p:pic>
        <p:sp>
          <p:nvSpPr>
            <p:cNvPr id="807" name="Google Shape;807;p44"/>
            <p:cNvSpPr/>
            <p:nvPr/>
          </p:nvSpPr>
          <p:spPr>
            <a:xfrm>
              <a:off x="179832" y="4756148"/>
              <a:ext cx="4032885" cy="1288415"/>
            </a:xfrm>
            <a:custGeom>
              <a:rect b="b" l="l" r="r" t="t"/>
              <a:pathLst>
                <a:path extrusionOk="0" h="1288414" w="4032885">
                  <a:moveTo>
                    <a:pt x="0" y="375157"/>
                  </a:moveTo>
                  <a:lnTo>
                    <a:pt x="2352294" y="375157"/>
                  </a:lnTo>
                  <a:lnTo>
                    <a:pt x="3530980" y="0"/>
                  </a:lnTo>
                  <a:lnTo>
                    <a:pt x="3360420" y="375157"/>
                  </a:lnTo>
                  <a:lnTo>
                    <a:pt x="4032504" y="375157"/>
                  </a:lnTo>
                  <a:lnTo>
                    <a:pt x="4032504" y="527304"/>
                  </a:lnTo>
                  <a:lnTo>
                    <a:pt x="4032504" y="755522"/>
                  </a:lnTo>
                  <a:lnTo>
                    <a:pt x="4032504" y="1288034"/>
                  </a:lnTo>
                  <a:lnTo>
                    <a:pt x="3360420" y="1288034"/>
                  </a:lnTo>
                  <a:lnTo>
                    <a:pt x="2352294" y="1288034"/>
                  </a:lnTo>
                  <a:lnTo>
                    <a:pt x="0" y="1288034"/>
                  </a:lnTo>
                  <a:lnTo>
                    <a:pt x="0" y="755522"/>
                  </a:lnTo>
                  <a:lnTo>
                    <a:pt x="0" y="527304"/>
                  </a:lnTo>
                  <a:lnTo>
                    <a:pt x="0" y="375157"/>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08" name="Google Shape;808;p44"/>
          <p:cNvSpPr txBox="1"/>
          <p:nvPr/>
        </p:nvSpPr>
        <p:spPr>
          <a:xfrm>
            <a:off x="861961" y="8141200"/>
            <a:ext cx="3663950" cy="1080135"/>
          </a:xfrm>
          <a:prstGeom prst="rect">
            <a:avLst/>
          </a:prstGeom>
          <a:noFill/>
          <a:ln>
            <a:noFill/>
          </a:ln>
        </p:spPr>
        <p:txBody>
          <a:bodyPr anchorCtr="0" anchor="t" bIns="0" lIns="0" spcFirstLastPara="1" rIns="0" wrap="square" tIns="28575">
            <a:spAutoFit/>
          </a:bodyPr>
          <a:lstStyle/>
          <a:p>
            <a:pPr indent="-365760" lvl="0" marL="384175" marR="8890" rtl="0" algn="l">
              <a:lnSpc>
                <a:spcPct val="107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Threshold of 0.2 would miss “Spam” but better identify “No Spam”</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descr="$PPTXTitle" id="813" name="Google Shape;813;p64"/>
          <p:cNvSpPr txBox="1"/>
          <p:nvPr>
            <p:ph type="title"/>
          </p:nvPr>
        </p:nvSpPr>
        <p:spPr>
          <a:xfrm>
            <a:off x="707542" y="494791"/>
            <a:ext cx="11589715" cy="985519"/>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lang="en-US" sz="3300">
                <a:solidFill>
                  <a:srgbClr val="0096CE"/>
                </a:solidFill>
              </a:rPr>
              <a:t>Odds Ratios</a:t>
            </a:r>
            <a:endParaRPr sz="3300"/>
          </a:p>
        </p:txBody>
      </p:sp>
      <p:pic>
        <p:nvPicPr>
          <p:cNvPr id="814" name="Google Shape;814;p64"/>
          <p:cNvPicPr preferRelativeResize="0"/>
          <p:nvPr/>
        </p:nvPicPr>
        <p:blipFill rotWithShape="1">
          <a:blip r:embed="rId3">
            <a:alphaModFix/>
          </a:blip>
          <a:srcRect b="0" l="0" r="0" t="0"/>
          <a:stretch/>
        </p:blipFill>
        <p:spPr>
          <a:xfrm>
            <a:off x="3717418" y="2234309"/>
            <a:ext cx="70610" cy="211710"/>
          </a:xfrm>
          <a:prstGeom prst="rect">
            <a:avLst/>
          </a:prstGeom>
          <a:noFill/>
          <a:ln>
            <a:noFill/>
          </a:ln>
        </p:spPr>
      </p:pic>
      <p:pic>
        <p:nvPicPr>
          <p:cNvPr id="815" name="Google Shape;815;p64"/>
          <p:cNvPicPr preferRelativeResize="0"/>
          <p:nvPr/>
        </p:nvPicPr>
        <p:blipFill rotWithShape="1">
          <a:blip r:embed="rId4">
            <a:alphaModFix/>
          </a:blip>
          <a:srcRect b="0" l="0" r="0" t="0"/>
          <a:stretch/>
        </p:blipFill>
        <p:spPr>
          <a:xfrm>
            <a:off x="2594864" y="2234309"/>
            <a:ext cx="70612" cy="211710"/>
          </a:xfrm>
          <a:prstGeom prst="rect">
            <a:avLst/>
          </a:prstGeom>
          <a:noFill/>
          <a:ln>
            <a:noFill/>
          </a:ln>
        </p:spPr>
      </p:pic>
      <p:pic>
        <p:nvPicPr>
          <p:cNvPr id="816" name="Google Shape;816;p64"/>
          <p:cNvPicPr preferRelativeResize="0"/>
          <p:nvPr/>
        </p:nvPicPr>
        <p:blipFill rotWithShape="1">
          <a:blip r:embed="rId5">
            <a:alphaModFix/>
          </a:blip>
          <a:srcRect b="0" l="0" r="0" t="0"/>
          <a:stretch/>
        </p:blipFill>
        <p:spPr>
          <a:xfrm>
            <a:off x="5719954" y="2584829"/>
            <a:ext cx="70610" cy="211710"/>
          </a:xfrm>
          <a:prstGeom prst="rect">
            <a:avLst/>
          </a:prstGeom>
          <a:noFill/>
          <a:ln>
            <a:noFill/>
          </a:ln>
        </p:spPr>
      </p:pic>
      <p:pic>
        <p:nvPicPr>
          <p:cNvPr id="817" name="Google Shape;817;p64"/>
          <p:cNvPicPr preferRelativeResize="0"/>
          <p:nvPr/>
        </p:nvPicPr>
        <p:blipFill rotWithShape="1">
          <a:blip r:embed="rId6">
            <a:alphaModFix/>
          </a:blip>
          <a:srcRect b="0" l="0" r="0" t="0"/>
          <a:stretch/>
        </p:blipFill>
        <p:spPr>
          <a:xfrm>
            <a:off x="4597400" y="2584829"/>
            <a:ext cx="70612" cy="211710"/>
          </a:xfrm>
          <a:prstGeom prst="rect">
            <a:avLst/>
          </a:prstGeom>
          <a:noFill/>
          <a:ln>
            <a:noFill/>
          </a:ln>
        </p:spPr>
      </p:pic>
      <p:sp>
        <p:nvSpPr>
          <p:cNvPr id="818" name="Google Shape;818;p64"/>
          <p:cNvSpPr/>
          <p:nvPr/>
        </p:nvSpPr>
        <p:spPr>
          <a:xfrm>
            <a:off x="6108952" y="2682113"/>
            <a:ext cx="542925" cy="15240"/>
          </a:xfrm>
          <a:custGeom>
            <a:rect b="b" l="l" r="r" t="t"/>
            <a:pathLst>
              <a:path extrusionOk="0" h="15239" w="542925">
                <a:moveTo>
                  <a:pt x="542544" y="0"/>
                </a:moveTo>
                <a:lnTo>
                  <a:pt x="0" y="0"/>
                </a:lnTo>
                <a:lnTo>
                  <a:pt x="0" y="15240"/>
                </a:lnTo>
                <a:lnTo>
                  <a:pt x="542544" y="15240"/>
                </a:lnTo>
                <a:lnTo>
                  <a:pt x="542544"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9" name="Google Shape;819;p64"/>
          <p:cNvSpPr txBox="1"/>
          <p:nvPr/>
        </p:nvSpPr>
        <p:spPr>
          <a:xfrm>
            <a:off x="6205472" y="2431288"/>
            <a:ext cx="335915"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0.75</a:t>
            </a:r>
            <a:endParaRPr b="0" i="0" sz="1300" u="none" cap="none" strike="noStrike">
              <a:solidFill>
                <a:srgbClr val="000000"/>
              </a:solidFill>
              <a:latin typeface="Arial"/>
              <a:ea typeface="Arial"/>
              <a:cs typeface="Arial"/>
              <a:sym typeface="Arial"/>
            </a:endParaRPr>
          </a:p>
        </p:txBody>
      </p:sp>
      <p:sp>
        <p:nvSpPr>
          <p:cNvPr id="820" name="Google Shape;820;p64"/>
          <p:cNvSpPr txBox="1"/>
          <p:nvPr/>
        </p:nvSpPr>
        <p:spPr>
          <a:xfrm>
            <a:off x="6097270" y="2678176"/>
            <a:ext cx="550545"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1−0.75</a:t>
            </a:r>
            <a:endParaRPr b="0" i="0" sz="1300" u="none" cap="none" strike="noStrike">
              <a:solidFill>
                <a:srgbClr val="000000"/>
              </a:solidFill>
              <a:latin typeface="Arial"/>
              <a:ea typeface="Arial"/>
              <a:cs typeface="Arial"/>
              <a:sym typeface="Arial"/>
            </a:endParaRPr>
          </a:p>
        </p:txBody>
      </p:sp>
      <p:sp>
        <p:nvSpPr>
          <p:cNvPr id="821" name="Google Shape;821;p64"/>
          <p:cNvSpPr txBox="1"/>
          <p:nvPr/>
        </p:nvSpPr>
        <p:spPr>
          <a:xfrm>
            <a:off x="6703821" y="2489707"/>
            <a:ext cx="3721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 3</a:t>
            </a:r>
            <a:endParaRPr b="0" i="0" sz="1800" u="none" cap="none" strike="noStrike">
              <a:solidFill>
                <a:srgbClr val="000000"/>
              </a:solidFill>
              <a:latin typeface="Arial"/>
              <a:ea typeface="Arial"/>
              <a:cs typeface="Arial"/>
              <a:sym typeface="Arial"/>
            </a:endParaRPr>
          </a:p>
        </p:txBody>
      </p:sp>
      <p:sp>
        <p:nvSpPr>
          <p:cNvPr id="822" name="Google Shape;822;p64"/>
          <p:cNvSpPr txBox="1"/>
          <p:nvPr/>
        </p:nvSpPr>
        <p:spPr>
          <a:xfrm>
            <a:off x="706906" y="1778761"/>
            <a:ext cx="5345430" cy="1347470"/>
          </a:xfrm>
          <a:prstGeom prst="rect">
            <a:avLst/>
          </a:prstGeom>
          <a:noFill/>
          <a:ln>
            <a:noFill/>
          </a:ln>
        </p:spPr>
        <p:txBody>
          <a:bodyPr anchorCtr="0" anchor="t" bIns="0" lIns="0" spcFirstLastPara="1" rIns="0" wrap="square" tIns="39350">
            <a:spAutoFit/>
          </a:bodyPr>
          <a:lstStyle/>
          <a:p>
            <a:pPr indent="-172720" lvl="0" marL="185420" marR="0" rtl="0" algn="l">
              <a:lnSpc>
                <a:spcPct val="100000"/>
              </a:lnSpc>
              <a:spcBef>
                <a:spcPts val="0"/>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Probabilities vs. Odds</a:t>
            </a:r>
            <a:endParaRPr b="0" i="0" sz="2100" u="none" cap="none" strike="noStrike">
              <a:solidFill>
                <a:srgbClr val="000000"/>
              </a:solidFill>
              <a:latin typeface="Arial"/>
              <a:ea typeface="Arial"/>
              <a:cs typeface="Arial"/>
              <a:sym typeface="Arial"/>
            </a:endParaRPr>
          </a:p>
          <a:p>
            <a:pPr indent="-172084" lvl="1" marL="527050" marR="0" rtl="0" algn="l">
              <a:lnSpc>
                <a:spcPct val="100000"/>
              </a:lnSpc>
              <a:spcBef>
                <a:spcPts val="18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Probability: 𝑃 pass_exam	= 0.75</a:t>
            </a:r>
            <a:endParaRPr b="0" i="0" sz="1800" u="none" cap="none" strike="noStrike">
              <a:solidFill>
                <a:srgbClr val="000000"/>
              </a:solidFill>
              <a:latin typeface="Arial"/>
              <a:ea typeface="Arial"/>
              <a:cs typeface="Arial"/>
              <a:sym typeface="Arial"/>
            </a:endParaRPr>
          </a:p>
          <a:p>
            <a:pPr indent="-172084" lvl="1" marL="527050" marR="0" rtl="0" algn="l">
              <a:lnSpc>
                <a:spcPct val="100000"/>
              </a:lnSpc>
              <a:spcBef>
                <a:spcPts val="645"/>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Odds of passing the exam:	𝑜𝑑𝑑𝑠 pass_exam	=</a:t>
            </a:r>
            <a:endParaRPr b="0" i="0" sz="1800" u="none" cap="none" strike="noStrike">
              <a:solidFill>
                <a:srgbClr val="000000"/>
              </a:solidFill>
              <a:latin typeface="Arial"/>
              <a:ea typeface="Arial"/>
              <a:cs typeface="Arial"/>
              <a:sym typeface="Arial"/>
            </a:endParaRPr>
          </a:p>
          <a:p>
            <a:pPr indent="-172084" lvl="2" marL="869950" marR="0" rtl="0" algn="l">
              <a:lnSpc>
                <a:spcPct val="100000"/>
              </a:lnSpc>
              <a:spcBef>
                <a:spcPts val="735"/>
              </a:spcBef>
              <a:spcAft>
                <a:spcPts val="0"/>
              </a:spcAft>
              <a:buClr>
                <a:srgbClr val="001F5F"/>
              </a:buClr>
              <a:buSzPts val="1500"/>
              <a:buFont typeface="Arial"/>
              <a:buChar char="•"/>
            </a:pPr>
            <a:r>
              <a:rPr b="0" i="0" lang="en-US" sz="1500" u="none" cap="none" strike="noStrike">
                <a:solidFill>
                  <a:srgbClr val="001F5F"/>
                </a:solidFill>
                <a:latin typeface="Arial"/>
                <a:ea typeface="Arial"/>
                <a:cs typeface="Arial"/>
                <a:sym typeface="Arial"/>
              </a:rPr>
              <a:t>The odds if passing the exam is 3 to 1</a:t>
            </a:r>
            <a:endParaRPr b="0" i="0" sz="1500" u="none" cap="none" strike="noStrike">
              <a:solidFill>
                <a:srgbClr val="000000"/>
              </a:solidFill>
              <a:latin typeface="Arial"/>
              <a:ea typeface="Arial"/>
              <a:cs typeface="Arial"/>
              <a:sym typeface="Arial"/>
            </a:endParaRPr>
          </a:p>
        </p:txBody>
      </p:sp>
      <p:sp>
        <p:nvSpPr>
          <p:cNvPr id="823" name="Google Shape;823;p64"/>
          <p:cNvSpPr txBox="1"/>
          <p:nvPr/>
        </p:nvSpPr>
        <p:spPr>
          <a:xfrm>
            <a:off x="706906" y="3545840"/>
            <a:ext cx="4896485" cy="345440"/>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If we invert the natural logarithm, we get</a:t>
            </a:r>
            <a:endParaRPr b="0" i="0" sz="2100" u="none" cap="none" strike="noStrike">
              <a:solidFill>
                <a:srgbClr val="000000"/>
              </a:solidFill>
              <a:latin typeface="Arial"/>
              <a:ea typeface="Arial"/>
              <a:cs typeface="Arial"/>
              <a:sym typeface="Arial"/>
            </a:endParaRPr>
          </a:p>
        </p:txBody>
      </p:sp>
      <p:sp>
        <p:nvSpPr>
          <p:cNvPr id="824" name="Google Shape;824;p64"/>
          <p:cNvSpPr txBox="1"/>
          <p:nvPr/>
        </p:nvSpPr>
        <p:spPr>
          <a:xfrm>
            <a:off x="1050441" y="3961891"/>
            <a:ext cx="10604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
        <p:nvSpPr>
          <p:cNvPr id="825" name="Google Shape;825;p64"/>
          <p:cNvSpPr/>
          <p:nvPr/>
        </p:nvSpPr>
        <p:spPr>
          <a:xfrm>
            <a:off x="1235202" y="4128389"/>
            <a:ext cx="789940" cy="15240"/>
          </a:xfrm>
          <a:custGeom>
            <a:rect b="b" l="l" r="r" t="t"/>
            <a:pathLst>
              <a:path extrusionOk="0" h="15239" w="789939">
                <a:moveTo>
                  <a:pt x="789433" y="0"/>
                </a:moveTo>
                <a:lnTo>
                  <a:pt x="0" y="0"/>
                </a:lnTo>
                <a:lnTo>
                  <a:pt x="0" y="15239"/>
                </a:lnTo>
                <a:lnTo>
                  <a:pt x="789433" y="15239"/>
                </a:lnTo>
                <a:lnTo>
                  <a:pt x="78943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6" name="Google Shape;826;p64"/>
          <p:cNvSpPr txBox="1"/>
          <p:nvPr/>
        </p:nvSpPr>
        <p:spPr>
          <a:xfrm>
            <a:off x="1330833" y="3879088"/>
            <a:ext cx="59563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𝑃(𝑦=𝑐)</a:t>
            </a:r>
            <a:endParaRPr b="0" i="0" sz="1300" u="none" cap="none" strike="noStrike">
              <a:solidFill>
                <a:srgbClr val="000000"/>
              </a:solidFill>
              <a:latin typeface="Arial"/>
              <a:ea typeface="Arial"/>
              <a:cs typeface="Arial"/>
              <a:sym typeface="Arial"/>
            </a:endParaRPr>
          </a:p>
        </p:txBody>
      </p:sp>
      <p:sp>
        <p:nvSpPr>
          <p:cNvPr id="827" name="Google Shape;827;p64"/>
          <p:cNvSpPr txBox="1"/>
          <p:nvPr/>
        </p:nvSpPr>
        <p:spPr>
          <a:xfrm>
            <a:off x="1222654" y="4125976"/>
            <a:ext cx="807720"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1−𝑃(𝑦=𝑐)</a:t>
            </a:r>
            <a:endParaRPr b="0" i="0" sz="1300" u="none" cap="none" strike="noStrike">
              <a:solidFill>
                <a:srgbClr val="000000"/>
              </a:solidFill>
              <a:latin typeface="Arial"/>
              <a:ea typeface="Arial"/>
              <a:cs typeface="Arial"/>
              <a:sym typeface="Arial"/>
            </a:endParaRPr>
          </a:p>
        </p:txBody>
      </p:sp>
      <p:pic>
        <p:nvPicPr>
          <p:cNvPr id="828" name="Google Shape;828;p64"/>
          <p:cNvPicPr preferRelativeResize="0"/>
          <p:nvPr/>
        </p:nvPicPr>
        <p:blipFill rotWithShape="1">
          <a:blip r:embed="rId7">
            <a:alphaModFix/>
          </a:blip>
          <a:srcRect b="0" l="0" r="0" t="0"/>
          <a:stretch/>
        </p:blipFill>
        <p:spPr>
          <a:xfrm>
            <a:off x="4912233" y="4031107"/>
            <a:ext cx="70612" cy="211710"/>
          </a:xfrm>
          <a:prstGeom prst="rect">
            <a:avLst/>
          </a:prstGeom>
          <a:noFill/>
          <a:ln>
            <a:noFill/>
          </a:ln>
        </p:spPr>
      </p:pic>
      <p:pic>
        <p:nvPicPr>
          <p:cNvPr id="829" name="Google Shape;829;p64"/>
          <p:cNvPicPr preferRelativeResize="0"/>
          <p:nvPr/>
        </p:nvPicPr>
        <p:blipFill rotWithShape="1">
          <a:blip r:embed="rId4">
            <a:alphaModFix/>
          </a:blip>
          <a:srcRect b="0" l="0" r="0" t="0"/>
          <a:stretch/>
        </p:blipFill>
        <p:spPr>
          <a:xfrm>
            <a:off x="2692400" y="4031107"/>
            <a:ext cx="70612" cy="211710"/>
          </a:xfrm>
          <a:prstGeom prst="rect">
            <a:avLst/>
          </a:prstGeom>
          <a:noFill/>
          <a:ln>
            <a:noFill/>
          </a:ln>
        </p:spPr>
      </p:pic>
      <p:sp>
        <p:nvSpPr>
          <p:cNvPr id="830" name="Google Shape;830;p64"/>
          <p:cNvSpPr txBox="1"/>
          <p:nvPr/>
        </p:nvSpPr>
        <p:spPr>
          <a:xfrm>
            <a:off x="2049526" y="3885691"/>
            <a:ext cx="3519804"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 exp 𝑏</a:t>
            </a:r>
            <a:r>
              <a:rPr b="0" baseline="-25000" i="0" lang="en-US" sz="1950" u="none" cap="none" strike="noStrike">
                <a:solidFill>
                  <a:srgbClr val="001F5F"/>
                </a:solidFill>
                <a:latin typeface="Arial"/>
                <a:ea typeface="Arial"/>
                <a:cs typeface="Arial"/>
                <a:sym typeface="Arial"/>
              </a:rPr>
              <a:t>0 </a:t>
            </a:r>
            <a:r>
              <a:rPr b="0" i="0" lang="en-US" sz="1800" u="none" cap="none" strike="noStrike">
                <a:solidFill>
                  <a:srgbClr val="001F5F"/>
                </a:solidFill>
                <a:latin typeface="Arial"/>
                <a:ea typeface="Arial"/>
                <a:cs typeface="Arial"/>
                <a:sym typeface="Arial"/>
              </a:rPr>
              <a:t>+ 𝑏</a:t>
            </a:r>
            <a:r>
              <a:rPr b="0" baseline="-25000" i="0" lang="en-US" sz="1950" u="none" cap="none" strike="noStrike">
                <a:solidFill>
                  <a:srgbClr val="001F5F"/>
                </a:solidFill>
                <a:latin typeface="Arial"/>
                <a:ea typeface="Arial"/>
                <a:cs typeface="Arial"/>
                <a:sym typeface="Arial"/>
              </a:rPr>
              <a:t>1</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1 </a:t>
            </a:r>
            <a:r>
              <a:rPr b="0" i="0" lang="en-US" sz="1800" u="none" cap="none" strike="noStrike">
                <a:solidFill>
                  <a:srgbClr val="001F5F"/>
                </a:solidFill>
                <a:latin typeface="Arial"/>
                <a:ea typeface="Arial"/>
                <a:cs typeface="Arial"/>
                <a:sym typeface="Arial"/>
              </a:rPr>
              <a:t>+ ⋯+ 𝑏</a:t>
            </a:r>
            <a:r>
              <a:rPr b="0" baseline="-25000" i="0" lang="en-US" sz="1950" u="none" cap="none" strike="noStrike">
                <a:solidFill>
                  <a:srgbClr val="001F5F"/>
                </a:solidFill>
                <a:latin typeface="Arial"/>
                <a:ea typeface="Arial"/>
                <a:cs typeface="Arial"/>
                <a:sym typeface="Arial"/>
              </a:rPr>
              <a:t>𝑛</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𝑛	</a:t>
            </a:r>
            <a:r>
              <a:rPr b="0" i="0" lang="en-US" sz="1800" u="none" cap="none" strike="noStrike">
                <a:solidFill>
                  <a:srgbClr val="001F5F"/>
                </a:solidFill>
                <a:latin typeface="Arial"/>
                <a:ea typeface="Arial"/>
                <a:cs typeface="Arial"/>
                <a:sym typeface="Arial"/>
              </a:rPr>
              <a:t>= </a:t>
            </a:r>
            <a:r>
              <a:rPr b="0" baseline="30000" i="0" lang="en-US" sz="2700" u="none" cap="none" strike="noStrike">
                <a:solidFill>
                  <a:srgbClr val="001F5F"/>
                </a:solidFill>
                <a:latin typeface="Arial"/>
                <a:ea typeface="Arial"/>
                <a:cs typeface="Arial"/>
                <a:sym typeface="Arial"/>
              </a:rPr>
              <a:t>ς </a:t>
            </a:r>
            <a:r>
              <a:rPr b="0" baseline="30000" i="0" lang="en-US" sz="1950" u="none" cap="none" strike="noStrike">
                <a:solidFill>
                  <a:srgbClr val="001F5F"/>
                </a:solidFill>
                <a:latin typeface="Arial"/>
                <a:ea typeface="Arial"/>
                <a:cs typeface="Arial"/>
                <a:sym typeface="Arial"/>
              </a:rPr>
              <a:t>𝑛</a:t>
            </a:r>
            <a:endParaRPr b="0" baseline="30000" i="0" sz="1950" u="none" cap="none" strike="noStrike">
              <a:solidFill>
                <a:srgbClr val="000000"/>
              </a:solidFill>
              <a:latin typeface="Arial"/>
              <a:ea typeface="Arial"/>
              <a:cs typeface="Arial"/>
              <a:sym typeface="Arial"/>
            </a:endParaRPr>
          </a:p>
        </p:txBody>
      </p:sp>
      <p:sp>
        <p:nvSpPr>
          <p:cNvPr id="831" name="Google Shape;831;p64"/>
          <p:cNvSpPr txBox="1"/>
          <p:nvPr/>
        </p:nvSpPr>
        <p:spPr>
          <a:xfrm>
            <a:off x="5506783" y="4101591"/>
            <a:ext cx="304165" cy="2235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300"/>
              <a:buFont typeface="Arial"/>
              <a:buNone/>
            </a:pPr>
            <a:r>
              <a:rPr b="0" i="0" lang="en-US" sz="1300" u="none" cap="none" strike="noStrike">
                <a:solidFill>
                  <a:srgbClr val="001F5F"/>
                </a:solidFill>
                <a:latin typeface="Arial"/>
                <a:ea typeface="Arial"/>
                <a:cs typeface="Arial"/>
                <a:sym typeface="Arial"/>
              </a:rPr>
              <a:t>𝑗=0</a:t>
            </a:r>
            <a:endParaRPr b="0" i="0" sz="1300" u="none" cap="none" strike="noStrike">
              <a:solidFill>
                <a:srgbClr val="000000"/>
              </a:solidFill>
              <a:latin typeface="Arial"/>
              <a:ea typeface="Arial"/>
              <a:cs typeface="Arial"/>
              <a:sym typeface="Arial"/>
            </a:endParaRPr>
          </a:p>
        </p:txBody>
      </p:sp>
      <p:sp>
        <p:nvSpPr>
          <p:cNvPr id="832" name="Google Shape;832;p64"/>
          <p:cNvSpPr txBox="1"/>
          <p:nvPr/>
        </p:nvSpPr>
        <p:spPr>
          <a:xfrm>
            <a:off x="5788152" y="3949700"/>
            <a:ext cx="982980"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exp(𝑏</a:t>
            </a:r>
            <a:r>
              <a:rPr b="0" baseline="-25000" i="0" lang="en-US" sz="1950" u="none" cap="none" strike="noStrike">
                <a:solidFill>
                  <a:srgbClr val="001F5F"/>
                </a:solidFill>
                <a:latin typeface="Arial"/>
                <a:ea typeface="Arial"/>
                <a:cs typeface="Arial"/>
                <a:sym typeface="Arial"/>
              </a:rPr>
              <a:t>𝑗 </a:t>
            </a:r>
            <a:r>
              <a:rPr b="0" i="0" lang="en-US" sz="1800" u="none" cap="none" strike="noStrike">
                <a:solidFill>
                  <a:srgbClr val="001F5F"/>
                </a:solidFill>
                <a:latin typeface="Arial"/>
                <a:ea typeface="Arial"/>
                <a:cs typeface="Arial"/>
                <a:sym typeface="Arial"/>
              </a:rPr>
              <a:t>𝑥</a:t>
            </a:r>
            <a:r>
              <a:rPr b="0" baseline="-25000" i="0" lang="en-US" sz="1950" u="none" cap="none" strike="noStrike">
                <a:solidFill>
                  <a:srgbClr val="001F5F"/>
                </a:solidFill>
                <a:latin typeface="Arial"/>
                <a:ea typeface="Arial"/>
                <a:cs typeface="Arial"/>
                <a:sym typeface="Arial"/>
              </a:rPr>
              <a:t>𝑗 </a:t>
            </a:r>
            <a:r>
              <a:rPr b="0" i="0" lang="en-US" sz="1800" u="none" cap="none" strike="noStrike">
                <a:solidFill>
                  <a:srgbClr val="001F5F"/>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grpSp>
        <p:nvGrpSpPr>
          <p:cNvPr id="833" name="Google Shape;833;p64"/>
          <p:cNvGrpSpPr/>
          <p:nvPr/>
        </p:nvGrpSpPr>
        <p:grpSpPr>
          <a:xfrm>
            <a:off x="0" y="3995915"/>
            <a:ext cx="1286256" cy="789443"/>
            <a:chOff x="0" y="3995915"/>
            <a:chExt cx="1286256" cy="789443"/>
          </a:xfrm>
        </p:grpSpPr>
        <p:pic>
          <p:nvPicPr>
            <p:cNvPr id="834" name="Google Shape;834;p64"/>
            <p:cNvPicPr preferRelativeResize="0"/>
            <p:nvPr/>
          </p:nvPicPr>
          <p:blipFill rotWithShape="1">
            <a:blip r:embed="rId8">
              <a:alphaModFix/>
            </a:blip>
            <a:srcRect b="0" l="0" r="0" t="0"/>
            <a:stretch/>
          </p:blipFill>
          <p:spPr>
            <a:xfrm>
              <a:off x="0" y="3995915"/>
              <a:ext cx="1286256" cy="789443"/>
            </a:xfrm>
            <a:prstGeom prst="rect">
              <a:avLst/>
            </a:prstGeom>
            <a:noFill/>
            <a:ln>
              <a:noFill/>
            </a:ln>
          </p:spPr>
        </p:pic>
        <p:pic>
          <p:nvPicPr>
            <p:cNvPr id="835" name="Google Shape;835;p64"/>
            <p:cNvPicPr preferRelativeResize="0"/>
            <p:nvPr/>
          </p:nvPicPr>
          <p:blipFill rotWithShape="1">
            <a:blip r:embed="rId9">
              <a:alphaModFix/>
            </a:blip>
            <a:srcRect b="0" l="0" r="0" t="0"/>
            <a:stretch/>
          </p:blipFill>
          <p:spPr>
            <a:xfrm>
              <a:off x="0" y="4026789"/>
              <a:ext cx="1225067" cy="697611"/>
            </a:xfrm>
            <a:prstGeom prst="rect">
              <a:avLst/>
            </a:prstGeom>
            <a:noFill/>
            <a:ln>
              <a:noFill/>
            </a:ln>
          </p:spPr>
        </p:pic>
        <p:sp>
          <p:nvSpPr>
            <p:cNvPr id="836" name="Google Shape;836;p64"/>
            <p:cNvSpPr/>
            <p:nvPr/>
          </p:nvSpPr>
          <p:spPr>
            <a:xfrm>
              <a:off x="0" y="4026789"/>
              <a:ext cx="1225550" cy="697865"/>
            </a:xfrm>
            <a:custGeom>
              <a:rect b="b" l="l" r="r" t="t"/>
              <a:pathLst>
                <a:path extrusionOk="0" h="697864" w="1225550">
                  <a:moveTo>
                    <a:pt x="0" y="121538"/>
                  </a:moveTo>
                  <a:lnTo>
                    <a:pt x="672084" y="121538"/>
                  </a:lnTo>
                  <a:lnTo>
                    <a:pt x="1225067" y="0"/>
                  </a:lnTo>
                  <a:lnTo>
                    <a:pt x="960119" y="121538"/>
                  </a:lnTo>
                  <a:lnTo>
                    <a:pt x="1152144" y="121538"/>
                  </a:lnTo>
                  <a:lnTo>
                    <a:pt x="1152144" y="217550"/>
                  </a:lnTo>
                  <a:lnTo>
                    <a:pt x="1152144" y="361568"/>
                  </a:lnTo>
                  <a:lnTo>
                    <a:pt x="1152144" y="697611"/>
                  </a:lnTo>
                  <a:lnTo>
                    <a:pt x="960119" y="697611"/>
                  </a:lnTo>
                  <a:lnTo>
                    <a:pt x="672084" y="697611"/>
                  </a:lnTo>
                  <a:lnTo>
                    <a:pt x="0" y="697611"/>
                  </a:lnTo>
                  <a:lnTo>
                    <a:pt x="0" y="361568"/>
                  </a:lnTo>
                  <a:lnTo>
                    <a:pt x="0" y="217550"/>
                  </a:lnTo>
                  <a:lnTo>
                    <a:pt x="0" y="121538"/>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837" name="Google Shape;837;p64"/>
          <p:cNvSpPr txBox="1"/>
          <p:nvPr/>
        </p:nvSpPr>
        <p:spPr>
          <a:xfrm>
            <a:off x="88492" y="4144771"/>
            <a:ext cx="966469"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Definition</a:t>
            </a:r>
            <a:endParaRPr b="0" i="0" sz="1800" u="none" cap="none" strike="noStrike">
              <a:solidFill>
                <a:srgbClr val="000000"/>
              </a:solidFill>
              <a:latin typeface="Arial"/>
              <a:ea typeface="Arial"/>
              <a:cs typeface="Arial"/>
              <a:sym typeface="Arial"/>
            </a:endParaRPr>
          </a:p>
        </p:txBody>
      </p:sp>
      <p:sp>
        <p:nvSpPr>
          <p:cNvPr id="838" name="Google Shape;838;p64"/>
          <p:cNvSpPr txBox="1"/>
          <p:nvPr/>
        </p:nvSpPr>
        <p:spPr>
          <a:xfrm>
            <a:off x="163422" y="4409947"/>
            <a:ext cx="7392670" cy="1558925"/>
          </a:xfrm>
          <a:prstGeom prst="rect">
            <a:avLst/>
          </a:prstGeom>
          <a:noFill/>
          <a:ln>
            <a:noFill/>
          </a:ln>
        </p:spPr>
        <p:txBody>
          <a:bodyPr anchorCtr="0" anchor="t" bIns="0" lIns="0" spcFirstLastPara="1" rIns="0" wrap="square" tIns="12700">
            <a:spAutoFit/>
          </a:bodyPr>
          <a:lstStyle/>
          <a:p>
            <a:pPr indent="0" lvl="0" marL="38100" marR="0" rtl="0" algn="l">
              <a:lnSpc>
                <a:spcPct val="115555"/>
              </a:lnSpc>
              <a:spcBef>
                <a:spcPts val="0"/>
              </a:spcBef>
              <a:spcAft>
                <a:spcPts val="0"/>
              </a:spcAft>
              <a:buClr>
                <a:srgbClr val="000000"/>
              </a:buClr>
              <a:buSzPts val="1800"/>
              <a:buFont typeface="Arial"/>
              <a:buNone/>
            </a:pPr>
            <a:r>
              <a:rPr b="0" i="0" lang="en-US" sz="1800" u="none" cap="none" strike="noStrike">
                <a:solidFill>
                  <a:srgbClr val="001F5F"/>
                </a:solidFill>
                <a:latin typeface="Arial"/>
                <a:ea typeface="Arial"/>
                <a:cs typeface="Arial"/>
                <a:sym typeface="Arial"/>
              </a:rPr>
              <a:t>of odds</a:t>
            </a:r>
            <a:endParaRPr b="0" i="0" sz="1800" u="none" cap="none" strike="noStrike">
              <a:solidFill>
                <a:srgbClr val="000000"/>
              </a:solidFill>
              <a:latin typeface="Arial"/>
              <a:ea typeface="Arial"/>
              <a:cs typeface="Arial"/>
              <a:sym typeface="Arial"/>
            </a:endParaRPr>
          </a:p>
          <a:p>
            <a:pPr indent="-172719" lvl="0" marL="728345" marR="0" rtl="0" algn="l">
              <a:lnSpc>
                <a:spcPct val="108444"/>
              </a:lnSpc>
              <a:spcBef>
                <a:spcPts val="0"/>
              </a:spcBef>
              <a:spcAft>
                <a:spcPts val="0"/>
              </a:spcAft>
              <a:buClr>
                <a:srgbClr val="001F5F"/>
              </a:buClr>
              <a:buSzPts val="2100"/>
              <a:buFont typeface="Arial"/>
              <a:buChar char="•"/>
            </a:pPr>
            <a:r>
              <a:rPr b="0" i="0" lang="en-US" sz="2100" u="none" cap="none" strike="noStrike">
                <a:solidFill>
                  <a:srgbClr val="001F5F"/>
                </a:solidFill>
                <a:latin typeface="Arial"/>
                <a:ea typeface="Arial"/>
                <a:cs typeface="Arial"/>
                <a:sym typeface="Arial"/>
              </a:rPr>
              <a:t>It follows that exp(𝑏</a:t>
            </a:r>
            <a:r>
              <a:rPr b="0" baseline="-25000" i="0" lang="en-US" sz="2250" u="none" cap="none" strike="noStrike">
                <a:solidFill>
                  <a:srgbClr val="001F5F"/>
                </a:solidFill>
                <a:latin typeface="Arial"/>
                <a:ea typeface="Arial"/>
                <a:cs typeface="Arial"/>
                <a:sym typeface="Arial"/>
              </a:rPr>
              <a:t>𝑗</a:t>
            </a:r>
            <a:r>
              <a:rPr b="0" i="0" lang="en-US" sz="2100" u="none" cap="none" strike="noStrike">
                <a:solidFill>
                  <a:srgbClr val="001F5F"/>
                </a:solidFill>
                <a:latin typeface="Arial"/>
                <a:ea typeface="Arial"/>
                <a:cs typeface="Arial"/>
                <a:sym typeface="Arial"/>
              </a:rPr>
              <a:t>) is the odds ratio of feature 𝑗</a:t>
            </a:r>
            <a:endParaRPr b="0" i="0" sz="2100" u="none" cap="none" strike="noStrike">
              <a:solidFill>
                <a:srgbClr val="000000"/>
              </a:solidFill>
              <a:latin typeface="Arial"/>
              <a:ea typeface="Arial"/>
              <a:cs typeface="Arial"/>
              <a:sym typeface="Arial"/>
            </a:endParaRPr>
          </a:p>
          <a:p>
            <a:pPr indent="-172085" lvl="1" marL="1070610" marR="0" rtl="0" algn="l">
              <a:lnSpc>
                <a:spcPct val="100000"/>
              </a:lnSpc>
              <a:spcBef>
                <a:spcPts val="49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Odds ratio means the change in odds if we increase 𝑥</a:t>
            </a:r>
            <a:r>
              <a:rPr b="0" baseline="-25000" i="0" lang="en-US" sz="1950" u="none" cap="none" strike="noStrike">
                <a:solidFill>
                  <a:srgbClr val="001F5F"/>
                </a:solidFill>
                <a:latin typeface="Arial"/>
                <a:ea typeface="Arial"/>
                <a:cs typeface="Arial"/>
                <a:sym typeface="Arial"/>
              </a:rPr>
              <a:t>𝑗 </a:t>
            </a:r>
            <a:r>
              <a:rPr b="0" i="0" lang="en-US" sz="1800" u="none" cap="none" strike="noStrike">
                <a:solidFill>
                  <a:srgbClr val="001F5F"/>
                </a:solidFill>
                <a:latin typeface="Arial"/>
                <a:ea typeface="Arial"/>
                <a:cs typeface="Arial"/>
                <a:sym typeface="Arial"/>
              </a:rPr>
              <a:t>by one.</a:t>
            </a:r>
            <a:endParaRPr b="0" i="0" sz="1800" u="none" cap="none" strike="noStrike">
              <a:solidFill>
                <a:srgbClr val="000000"/>
              </a:solidFill>
              <a:latin typeface="Arial"/>
              <a:ea typeface="Arial"/>
              <a:cs typeface="Arial"/>
              <a:sym typeface="Arial"/>
            </a:endParaRPr>
          </a:p>
          <a:p>
            <a:pPr indent="-172085" lvl="1" marL="1070610" marR="0" rtl="0" algn="l">
              <a:lnSpc>
                <a:spcPct val="100000"/>
              </a:lnSpc>
              <a:spcBef>
                <a:spcPts val="335"/>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Odds ratio greater than one means increased odds</a:t>
            </a:r>
            <a:endParaRPr b="0" i="0" sz="1800" u="none" cap="none" strike="noStrike">
              <a:solidFill>
                <a:srgbClr val="000000"/>
              </a:solidFill>
              <a:latin typeface="Arial"/>
              <a:ea typeface="Arial"/>
              <a:cs typeface="Arial"/>
              <a:sym typeface="Arial"/>
            </a:endParaRPr>
          </a:p>
          <a:p>
            <a:pPr indent="-172085" lvl="1" marL="1070610" marR="0" rtl="0" algn="l">
              <a:lnSpc>
                <a:spcPct val="100000"/>
              </a:lnSpc>
              <a:spcBef>
                <a:spcPts val="240"/>
              </a:spcBef>
              <a:spcAft>
                <a:spcPts val="0"/>
              </a:spcAft>
              <a:buClr>
                <a:srgbClr val="001F5F"/>
              </a:buClr>
              <a:buSzPts val="1800"/>
              <a:buFont typeface="Arial"/>
              <a:buChar char="•"/>
            </a:pPr>
            <a:r>
              <a:rPr b="0" i="0" lang="en-US" sz="1800" u="none" cap="none" strike="noStrike">
                <a:solidFill>
                  <a:srgbClr val="001F5F"/>
                </a:solidFill>
                <a:latin typeface="Arial"/>
                <a:ea typeface="Arial"/>
                <a:cs typeface="Arial"/>
                <a:sym typeface="Arial"/>
              </a:rPr>
              <a:t>Odds ratio less than one mean decreased odds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p40"/>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4" name="Google Shape;844;p40"/>
          <p:cNvSpPr/>
          <p:nvPr/>
        </p:nvSpPr>
        <p:spPr>
          <a:xfrm flipH="1" rot="10800000">
            <a:off x="2" y="0"/>
            <a:ext cx="13004798" cy="2241358"/>
          </a:xfrm>
          <a:prstGeom prst="rect">
            <a:avLst/>
          </a:prstGeom>
          <a:gradFill>
            <a:gsLst>
              <a:gs pos="0">
                <a:srgbClr val="000000">
                  <a:alpha val="96078"/>
                </a:srgbClr>
              </a:gs>
              <a:gs pos="100000">
                <a:srgbClr val="366092"/>
              </a:gs>
            </a:gsLst>
            <a:lin ang="6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5" name="Google Shape;845;p40"/>
          <p:cNvSpPr/>
          <p:nvPr/>
        </p:nvSpPr>
        <p:spPr>
          <a:xfrm>
            <a:off x="0" y="0"/>
            <a:ext cx="8670779" cy="2240655"/>
          </a:xfrm>
          <a:prstGeom prst="rect">
            <a:avLst/>
          </a:prstGeom>
          <a:gradFill>
            <a:gsLst>
              <a:gs pos="0">
                <a:srgbClr val="4F81BD">
                  <a:alpha val="41176"/>
                </a:srgbClr>
              </a:gs>
              <a:gs pos="74000">
                <a:srgbClr val="93B3D7">
                  <a:alpha val="0"/>
                </a:srgbClr>
              </a:gs>
              <a:gs pos="100000">
                <a:srgbClr val="93B3D7">
                  <a:alpha val="0"/>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6" name="Google Shape;846;p40"/>
          <p:cNvSpPr/>
          <p:nvPr/>
        </p:nvSpPr>
        <p:spPr>
          <a:xfrm flipH="1">
            <a:off x="-3" y="-1"/>
            <a:ext cx="13004801" cy="2239019"/>
          </a:xfrm>
          <a:prstGeom prst="rect">
            <a:avLst/>
          </a:prstGeom>
          <a:gradFill>
            <a:gsLst>
              <a:gs pos="0">
                <a:srgbClr val="000000">
                  <a:alpha val="63137"/>
                </a:srgbClr>
              </a:gs>
              <a:gs pos="78000">
                <a:srgbClr val="4F81BD">
                  <a:alpha val="14901"/>
                </a:srgbClr>
              </a:gs>
              <a:gs pos="100000">
                <a:srgbClr val="4F81BD">
                  <a:alpha val="14901"/>
                </a:srgbClr>
              </a:gs>
            </a:gsLst>
            <a:lin ang="15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847" name="Google Shape;847;p40"/>
          <p:cNvSpPr txBox="1"/>
          <p:nvPr>
            <p:ph type="title"/>
          </p:nvPr>
        </p:nvSpPr>
        <p:spPr>
          <a:xfrm>
            <a:off x="746360" y="352765"/>
            <a:ext cx="7534636" cy="1648640"/>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SzPts val="1400"/>
              <a:buNone/>
            </a:pPr>
            <a:r>
              <a:rPr lang="en-US" sz="5000">
                <a:solidFill>
                  <a:srgbClr val="FFFFFF"/>
                </a:solidFill>
                <a:latin typeface="Arial"/>
                <a:ea typeface="Arial"/>
                <a:cs typeface="Arial"/>
                <a:sym typeface="Arial"/>
              </a:rPr>
              <a:t>Type 1 Error Theorem</a:t>
            </a:r>
            <a:endParaRPr sz="5000">
              <a:solidFill>
                <a:srgbClr val="FFFFFF"/>
              </a:solidFill>
              <a:latin typeface="Arial"/>
              <a:ea typeface="Arial"/>
              <a:cs typeface="Arial"/>
              <a:sym typeface="Arial"/>
            </a:endParaRPr>
          </a:p>
        </p:txBody>
      </p:sp>
      <p:graphicFrame>
        <p:nvGraphicFramePr>
          <p:cNvPr id="848" name="Google Shape;848;p40"/>
          <p:cNvGraphicFramePr/>
          <p:nvPr/>
        </p:nvGraphicFramePr>
        <p:xfrm>
          <a:off x="461040" y="2985837"/>
          <a:ext cx="3000000" cy="3000000"/>
        </p:xfrm>
        <a:graphic>
          <a:graphicData uri="http://schemas.openxmlformats.org/drawingml/2006/table">
            <a:tbl>
              <a:tblPr bandRow="1" firstRow="1">
                <a:noFill/>
                <a:tableStyleId>{42223116-3C84-4EE4-85F8-6DDD05C4C417}</a:tableStyleId>
              </a:tblPr>
              <a:tblGrid>
                <a:gridCol w="6399575"/>
                <a:gridCol w="5683150"/>
              </a:tblGrid>
              <a:tr h="972250">
                <a:tc>
                  <a:txBody>
                    <a:bodyPr/>
                    <a:lstStyle/>
                    <a:p>
                      <a:pPr indent="0" lvl="0" marL="0" marR="0" rtl="0" algn="ctr">
                        <a:lnSpc>
                          <a:spcPct val="100000"/>
                        </a:lnSpc>
                        <a:spcBef>
                          <a:spcPts val="0"/>
                        </a:spcBef>
                        <a:spcAft>
                          <a:spcPts val="0"/>
                        </a:spcAft>
                        <a:buClr>
                          <a:srgbClr val="000000"/>
                        </a:buClr>
                        <a:buSzPts val="3300"/>
                        <a:buFont typeface="Arial"/>
                        <a:buNone/>
                      </a:pPr>
                      <a:r>
                        <a:rPr b="0" lang="en-US" sz="3300" u="none" cap="none" strike="noStrike">
                          <a:solidFill>
                            <a:schemeClr val="dk1"/>
                          </a:solidFill>
                          <a:latin typeface="Helvetica Neue"/>
                          <a:ea typeface="Helvetica Neue"/>
                          <a:cs typeface="Helvetica Neue"/>
                          <a:sym typeface="Helvetica Neue"/>
                        </a:rPr>
                        <a:t>Metric</a:t>
                      </a:r>
                      <a:endParaRPr/>
                    </a:p>
                  </a:txBody>
                  <a:tcPr marT="198250" marB="190325" marR="95175" marL="951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5080" marR="0" rtl="0" algn="ctr">
                        <a:lnSpc>
                          <a:spcPct val="100000"/>
                        </a:lnSpc>
                        <a:spcBef>
                          <a:spcPts val="0"/>
                        </a:spcBef>
                        <a:spcAft>
                          <a:spcPts val="0"/>
                        </a:spcAft>
                        <a:buClr>
                          <a:srgbClr val="000000"/>
                        </a:buClr>
                        <a:buSzPts val="3300"/>
                        <a:buFont typeface="Arial"/>
                        <a:buNone/>
                      </a:pPr>
                      <a:r>
                        <a:rPr b="0" lang="en-US" sz="3300" u="none" cap="none" strike="noStrike">
                          <a:solidFill>
                            <a:schemeClr val="dk1"/>
                          </a:solidFill>
                          <a:latin typeface="Helvetica Neue"/>
                          <a:ea typeface="Helvetica Neue"/>
                          <a:cs typeface="Helvetica Neue"/>
                          <a:sym typeface="Helvetica Neue"/>
                        </a:rPr>
                        <a:t>Equalized under</a:t>
                      </a:r>
                      <a:endParaRPr/>
                    </a:p>
                  </a:txBody>
                  <a:tcPr marT="198250" marB="190325" marR="95175" marL="9517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17625">
                <a:tc>
                  <a:txBody>
                    <a:bodyPr/>
                    <a:lstStyle/>
                    <a:p>
                      <a:pPr indent="0" lvl="0" marL="127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Selection probability</a:t>
                      </a:r>
                      <a:endParaRPr/>
                    </a:p>
                  </a:txBody>
                  <a:tcPr marT="17052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889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Demographic parity</a:t>
                      </a:r>
                      <a:endParaRPr/>
                    </a:p>
                  </a:txBody>
                  <a:tcPr marT="17052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r>
              <a:tr h="834800">
                <a:tc>
                  <a:txBody>
                    <a:bodyPr/>
                    <a:lstStyle/>
                    <a:p>
                      <a:pPr indent="0" lvl="0" marL="889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Positive predictive value</a:t>
                      </a:r>
                      <a:endParaRPr/>
                    </a:p>
                  </a:txBody>
                  <a:tcPr marT="18770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Predictive parity</a:t>
                      </a:r>
                      <a:endParaRPr/>
                    </a:p>
                  </a:txBody>
                  <a:tcPr marT="18770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826850">
                <a:tc>
                  <a:txBody>
                    <a:bodyPr/>
                    <a:lstStyle/>
                    <a:p>
                      <a:pPr indent="0" lvl="0" marL="1905"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Negative predictive value</a:t>
                      </a:r>
                      <a:endParaRPr/>
                    </a:p>
                  </a:txBody>
                  <a:tcPr marT="17972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Predictive parity</a:t>
                      </a:r>
                      <a:endParaRPr/>
                    </a:p>
                  </a:txBody>
                  <a:tcPr marT="17972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r>
              <a:tr h="844075">
                <a:tc>
                  <a:txBody>
                    <a:bodyPr/>
                    <a:lstStyle/>
                    <a:p>
                      <a:pPr indent="0" lvl="0" marL="889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False positive rates</a:t>
                      </a:r>
                      <a:endParaRPr/>
                    </a:p>
                  </a:txBody>
                  <a:tcPr marT="19695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635"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Error rate balance</a:t>
                      </a:r>
                      <a:endParaRPr/>
                    </a:p>
                  </a:txBody>
                  <a:tcPr marT="19695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836100">
                <a:tc>
                  <a:txBody>
                    <a:bodyPr/>
                    <a:lstStyle/>
                    <a:p>
                      <a:pPr indent="0" lvl="0" marL="254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False negative rate</a:t>
                      </a:r>
                      <a:endParaRPr/>
                    </a:p>
                  </a:txBody>
                  <a:tcPr marT="18900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Error rate balance</a:t>
                      </a:r>
                      <a:endParaRPr/>
                    </a:p>
                  </a:txBody>
                  <a:tcPr marT="189000"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1"/>
                      </a:solidFill>
                      <a:prstDash val="solid"/>
                      <a:round/>
                      <a:headEnd len="sm" w="sm" type="none"/>
                      <a:tailEnd len="sm" w="sm" type="none"/>
                    </a:lnB>
                  </a:tcPr>
                </a:tc>
              </a:tr>
              <a:tr h="821600">
                <a:tc>
                  <a:txBody>
                    <a:bodyPr/>
                    <a:lstStyle/>
                    <a:p>
                      <a:pPr indent="0" lvl="0" marL="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Accuracy</a:t>
                      </a:r>
                      <a:endParaRPr/>
                    </a:p>
                  </a:txBody>
                  <a:tcPr marT="17447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1270" marR="0" rtl="0" algn="ctr">
                        <a:lnSpc>
                          <a:spcPct val="100000"/>
                        </a:lnSpc>
                        <a:spcBef>
                          <a:spcPts val="0"/>
                        </a:spcBef>
                        <a:spcAft>
                          <a:spcPts val="0"/>
                        </a:spcAft>
                        <a:buClr>
                          <a:srgbClr val="000000"/>
                        </a:buClr>
                        <a:buSzPts val="2500"/>
                        <a:buFont typeface="Arial"/>
                        <a:buNone/>
                      </a:pPr>
                      <a:r>
                        <a:rPr lang="en-US" sz="2500" u="none" cap="none" strike="noStrike">
                          <a:solidFill>
                            <a:schemeClr val="dk1"/>
                          </a:solidFill>
                          <a:latin typeface="Helvetica Neue"/>
                          <a:ea typeface="Helvetica Neue"/>
                          <a:cs typeface="Helvetica Neue"/>
                          <a:sym typeface="Helvetica Neue"/>
                        </a:rPr>
                        <a:t>Accuracy equity</a:t>
                      </a:r>
                      <a:endParaRPr/>
                    </a:p>
                  </a:txBody>
                  <a:tcPr marT="174475" marB="190325" marR="95175" marL="951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2" name="Shape 852"/>
        <p:cNvGrpSpPr/>
        <p:nvPr/>
      </p:nvGrpSpPr>
      <p:grpSpPr>
        <a:xfrm>
          <a:off x="0" y="0"/>
          <a:ext cx="0" cy="0"/>
          <a:chOff x="0" y="0"/>
          <a:chExt cx="0" cy="0"/>
        </a:xfrm>
      </p:grpSpPr>
      <p:sp>
        <p:nvSpPr>
          <p:cNvPr descr="$PPTXTitle" id="853" name="Google Shape;853;p41"/>
          <p:cNvSpPr txBox="1"/>
          <p:nvPr>
            <p:ph type="title"/>
          </p:nvPr>
        </p:nvSpPr>
        <p:spPr>
          <a:xfrm>
            <a:off x="5765800" y="991107"/>
            <a:ext cx="1468755"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solidFill>
                  <a:srgbClr val="000000"/>
                </a:solidFill>
                <a:latin typeface="Helvetica Neue"/>
                <a:ea typeface="Helvetica Neue"/>
                <a:cs typeface="Helvetica Neue"/>
                <a:sym typeface="Helvetica Neue"/>
              </a:rPr>
              <a:t>Recall</a:t>
            </a:r>
            <a:endParaRPr/>
          </a:p>
        </p:txBody>
      </p:sp>
      <p:sp>
        <p:nvSpPr>
          <p:cNvPr id="854" name="Google Shape;854;p41"/>
          <p:cNvSpPr txBox="1"/>
          <p:nvPr/>
        </p:nvSpPr>
        <p:spPr>
          <a:xfrm>
            <a:off x="1099811" y="2141971"/>
            <a:ext cx="5619353"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 Positive predictive value (PPV)</a:t>
            </a:r>
            <a:endParaRPr b="0" i="0" sz="2400" u="none" cap="none" strike="noStrike">
              <a:solidFill>
                <a:srgbClr val="000000"/>
              </a:solidFill>
              <a:latin typeface="Arial"/>
              <a:ea typeface="Arial"/>
              <a:cs typeface="Arial"/>
              <a:sym typeface="Arial"/>
            </a:endParaRPr>
          </a:p>
        </p:txBody>
      </p:sp>
      <p:sp>
        <p:nvSpPr>
          <p:cNvPr id="855" name="Google Shape;855;p41"/>
          <p:cNvSpPr txBox="1"/>
          <p:nvPr/>
        </p:nvSpPr>
        <p:spPr>
          <a:xfrm>
            <a:off x="988060" y="3884140"/>
            <a:ext cx="513334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2. False discovery rate (FDR)</a:t>
            </a:r>
            <a:endParaRPr b="0" i="0" sz="2400" u="none" cap="none" strike="noStrike">
              <a:solidFill>
                <a:srgbClr val="000000"/>
              </a:solidFill>
              <a:latin typeface="Arial"/>
              <a:ea typeface="Arial"/>
              <a:cs typeface="Arial"/>
              <a:sym typeface="Arial"/>
            </a:endParaRPr>
          </a:p>
        </p:txBody>
      </p:sp>
      <p:sp>
        <p:nvSpPr>
          <p:cNvPr id="856" name="Google Shape;856;p41"/>
          <p:cNvSpPr txBox="1"/>
          <p:nvPr/>
        </p:nvSpPr>
        <p:spPr>
          <a:xfrm>
            <a:off x="885826" y="5639985"/>
            <a:ext cx="4848123"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3. False omission rate (FOR)</a:t>
            </a:r>
            <a:endParaRPr b="0" i="0" sz="2400" u="none" cap="none" strike="noStrike">
              <a:solidFill>
                <a:srgbClr val="000000"/>
              </a:solidFill>
              <a:latin typeface="Arial"/>
              <a:ea typeface="Arial"/>
              <a:cs typeface="Arial"/>
              <a:sym typeface="Arial"/>
            </a:endParaRPr>
          </a:p>
        </p:txBody>
      </p:sp>
      <p:sp>
        <p:nvSpPr>
          <p:cNvPr id="857" name="Google Shape;857;p41"/>
          <p:cNvSpPr txBox="1"/>
          <p:nvPr/>
        </p:nvSpPr>
        <p:spPr>
          <a:xfrm>
            <a:off x="861594" y="7327147"/>
            <a:ext cx="5133339"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4. Negative predictive value (NPV)</a:t>
            </a:r>
            <a:endParaRPr b="0" i="0" sz="2400" u="none" cap="none" strike="noStrike">
              <a:solidFill>
                <a:srgbClr val="000000"/>
              </a:solidFill>
              <a:latin typeface="Arial"/>
              <a:ea typeface="Arial"/>
              <a:cs typeface="Arial"/>
              <a:sym typeface="Arial"/>
            </a:endParaRPr>
          </a:p>
        </p:txBody>
      </p:sp>
      <p:pic>
        <p:nvPicPr>
          <p:cNvPr id="858" name="Google Shape;858;p41"/>
          <p:cNvPicPr preferRelativeResize="0"/>
          <p:nvPr/>
        </p:nvPicPr>
        <p:blipFill rotWithShape="1">
          <a:blip r:embed="rId3">
            <a:alphaModFix/>
          </a:blip>
          <a:srcRect b="0" l="0" r="0" t="0"/>
          <a:stretch/>
        </p:blipFill>
        <p:spPr>
          <a:xfrm>
            <a:off x="1473200" y="2848084"/>
            <a:ext cx="3400860" cy="523694"/>
          </a:xfrm>
          <a:prstGeom prst="rect">
            <a:avLst/>
          </a:prstGeom>
          <a:noFill/>
          <a:ln>
            <a:noFill/>
          </a:ln>
        </p:spPr>
      </p:pic>
      <p:pic>
        <p:nvPicPr>
          <p:cNvPr id="859" name="Google Shape;859;p41"/>
          <p:cNvPicPr preferRelativeResize="0"/>
          <p:nvPr/>
        </p:nvPicPr>
        <p:blipFill rotWithShape="1">
          <a:blip r:embed="rId4">
            <a:alphaModFix/>
          </a:blip>
          <a:srcRect b="0" l="0" r="0" t="0"/>
          <a:stretch/>
        </p:blipFill>
        <p:spPr>
          <a:xfrm>
            <a:off x="1300119" y="4776495"/>
            <a:ext cx="3293831" cy="507212"/>
          </a:xfrm>
          <a:prstGeom prst="rect">
            <a:avLst/>
          </a:prstGeom>
          <a:noFill/>
          <a:ln>
            <a:noFill/>
          </a:ln>
        </p:spPr>
      </p:pic>
      <p:pic>
        <p:nvPicPr>
          <p:cNvPr id="860" name="Google Shape;860;p41"/>
          <p:cNvPicPr preferRelativeResize="0"/>
          <p:nvPr/>
        </p:nvPicPr>
        <p:blipFill rotWithShape="1">
          <a:blip r:embed="rId5">
            <a:alphaModFix/>
          </a:blip>
          <a:srcRect b="0" l="0" r="0" t="0"/>
          <a:stretch/>
        </p:blipFill>
        <p:spPr>
          <a:xfrm>
            <a:off x="1341670" y="6426594"/>
            <a:ext cx="3293831" cy="507212"/>
          </a:xfrm>
          <a:prstGeom prst="rect">
            <a:avLst/>
          </a:prstGeom>
          <a:noFill/>
          <a:ln>
            <a:noFill/>
          </a:ln>
        </p:spPr>
      </p:pic>
      <p:pic>
        <p:nvPicPr>
          <p:cNvPr id="861" name="Google Shape;861;p41"/>
          <p:cNvPicPr preferRelativeResize="0"/>
          <p:nvPr/>
        </p:nvPicPr>
        <p:blipFill rotWithShape="1">
          <a:blip r:embed="rId6">
            <a:alphaModFix/>
          </a:blip>
          <a:srcRect b="0" l="0" r="0" t="0"/>
          <a:stretch/>
        </p:blipFill>
        <p:spPr>
          <a:xfrm>
            <a:off x="1582144" y="8102644"/>
            <a:ext cx="3182971" cy="490141"/>
          </a:xfrm>
          <a:prstGeom prst="rect">
            <a:avLst/>
          </a:prstGeom>
          <a:noFill/>
          <a:ln>
            <a:noFill/>
          </a:ln>
        </p:spPr>
      </p:pic>
      <p:sp>
        <p:nvSpPr>
          <p:cNvPr id="862" name="Google Shape;862;p41"/>
          <p:cNvSpPr txBox="1"/>
          <p:nvPr/>
        </p:nvSpPr>
        <p:spPr>
          <a:xfrm>
            <a:off x="8267700" y="6403436"/>
            <a:ext cx="3087923" cy="229293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True positive (TP)</a:t>
            </a:r>
            <a:endParaRPr b="0" i="0" sz="2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False positive(FP)</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True negative (TN)</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False negative (FN)</a:t>
            </a:r>
            <a:endParaRPr b="0" i="0" sz="2400" u="none" cap="none" strike="noStrike">
              <a:solidFill>
                <a:srgbClr val="000000"/>
              </a:solidFill>
              <a:latin typeface="Arial"/>
              <a:ea typeface="Arial"/>
              <a:cs typeface="Arial"/>
              <a:sym typeface="Arial"/>
            </a:endParaRPr>
          </a:p>
          <a:p>
            <a:pPr indent="-190500" lvl="0" marL="355600" marR="0" rtl="0" algn="l">
              <a:lnSpc>
                <a:spcPct val="100000"/>
              </a:lnSpc>
              <a:spcBef>
                <a:spcPts val="1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190500" lvl="0" marL="355600" marR="0" rtl="0" algn="l">
              <a:lnSpc>
                <a:spcPct val="100000"/>
              </a:lnSpc>
              <a:spcBef>
                <a:spcPts val="1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863" name="Google Shape;863;p41"/>
          <p:cNvPicPr preferRelativeResize="0"/>
          <p:nvPr/>
        </p:nvPicPr>
        <p:blipFill rotWithShape="1">
          <a:blip r:embed="rId7">
            <a:alphaModFix/>
          </a:blip>
          <a:srcRect b="0" l="0" r="0" t="0"/>
          <a:stretch/>
        </p:blipFill>
        <p:spPr>
          <a:xfrm>
            <a:off x="10102904" y="1914671"/>
            <a:ext cx="374438" cy="356024"/>
          </a:xfrm>
          <a:prstGeom prst="rect">
            <a:avLst/>
          </a:prstGeom>
          <a:noFill/>
          <a:ln>
            <a:noFill/>
          </a:ln>
        </p:spPr>
      </p:pic>
      <p:pic>
        <p:nvPicPr>
          <p:cNvPr id="864" name="Google Shape;864;p41"/>
          <p:cNvPicPr preferRelativeResize="0"/>
          <p:nvPr/>
        </p:nvPicPr>
        <p:blipFill rotWithShape="1">
          <a:blip r:embed="rId8">
            <a:alphaModFix/>
          </a:blip>
          <a:srcRect b="0" l="0" r="0" t="0"/>
          <a:stretch/>
        </p:blipFill>
        <p:spPr>
          <a:xfrm>
            <a:off x="8255771" y="1916776"/>
            <a:ext cx="310526" cy="458026"/>
          </a:xfrm>
          <a:prstGeom prst="rect">
            <a:avLst/>
          </a:prstGeom>
          <a:noFill/>
          <a:ln>
            <a:noFill/>
          </a:ln>
        </p:spPr>
      </p:pic>
      <p:sp>
        <p:nvSpPr>
          <p:cNvPr id="865" name="Google Shape;865;p41"/>
          <p:cNvSpPr txBox="1"/>
          <p:nvPr/>
        </p:nvSpPr>
        <p:spPr>
          <a:xfrm>
            <a:off x="7873364" y="2559303"/>
            <a:ext cx="1516791" cy="761491"/>
          </a:xfrm>
          <a:prstGeom prst="rect">
            <a:avLst/>
          </a:prstGeom>
          <a:noFill/>
          <a:ln>
            <a:noFill/>
          </a:ln>
        </p:spPr>
        <p:txBody>
          <a:bodyPr anchorCtr="0" anchor="t" bIns="0" lIns="0" spcFirstLastPara="1" rIns="0" wrap="square" tIns="12700">
            <a:spAutoFit/>
          </a:bodyPr>
          <a:lstStyle/>
          <a:p>
            <a:pPr indent="-101600" lvl="0" marL="114300" marR="5080" rtl="0" algn="l">
              <a:lnSpc>
                <a:spcPct val="1053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Prediction decision</a:t>
            </a:r>
            <a:endParaRPr b="0" i="0" sz="2400" u="none" cap="none" strike="noStrike">
              <a:solidFill>
                <a:srgbClr val="000000"/>
              </a:solidFill>
              <a:latin typeface="Arial"/>
              <a:ea typeface="Arial"/>
              <a:cs typeface="Arial"/>
              <a:sym typeface="Arial"/>
            </a:endParaRPr>
          </a:p>
        </p:txBody>
      </p:sp>
      <p:sp>
        <p:nvSpPr>
          <p:cNvPr id="866" name="Google Shape;866;p41"/>
          <p:cNvSpPr txBox="1"/>
          <p:nvPr/>
        </p:nvSpPr>
        <p:spPr>
          <a:xfrm>
            <a:off x="9714834" y="2575557"/>
            <a:ext cx="2186889" cy="761491"/>
          </a:xfrm>
          <a:prstGeom prst="rect">
            <a:avLst/>
          </a:prstGeom>
          <a:noFill/>
          <a:ln>
            <a:noFill/>
          </a:ln>
        </p:spPr>
        <p:txBody>
          <a:bodyPr anchorCtr="0" anchor="t" bIns="0" lIns="0" spcFirstLastPara="1" rIns="0" wrap="square" tIns="12700">
            <a:spAutoFit/>
          </a:bodyPr>
          <a:lstStyle/>
          <a:p>
            <a:pPr indent="164465" lvl="0" marL="12700" marR="5080" rtl="0" algn="l">
              <a:lnSpc>
                <a:spcPct val="1053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Actual Outcome</a:t>
            </a:r>
            <a:endParaRPr b="0" i="0" sz="2400" u="none" cap="none" strike="noStrike">
              <a:solidFill>
                <a:srgbClr val="000000"/>
              </a:solidFill>
              <a:latin typeface="Arial"/>
              <a:ea typeface="Arial"/>
              <a:cs typeface="Arial"/>
              <a:sym typeface="Arial"/>
            </a:endParaRPr>
          </a:p>
        </p:txBody>
      </p:sp>
      <p:graphicFrame>
        <p:nvGraphicFramePr>
          <p:cNvPr id="867" name="Google Shape;867;p41"/>
          <p:cNvGraphicFramePr/>
          <p:nvPr/>
        </p:nvGraphicFramePr>
        <p:xfrm>
          <a:off x="8267700" y="4529835"/>
          <a:ext cx="3000000" cy="3000000"/>
        </p:xfrm>
        <a:graphic>
          <a:graphicData uri="http://schemas.openxmlformats.org/drawingml/2006/table">
            <a:tbl>
              <a:tblPr bandRow="1" firstRow="1">
                <a:noFill/>
                <a:tableStyleId>{42223116-3C84-4EE4-85F8-6DDD05C4C417}</a:tableStyleId>
              </a:tblPr>
              <a:tblGrid>
                <a:gridCol w="1429850"/>
                <a:gridCol w="1429850"/>
              </a:tblGrid>
              <a:tr h="770875">
                <a:tc>
                  <a:txBody>
                    <a:bodyPr/>
                    <a:lstStyle/>
                    <a:p>
                      <a:pPr indent="0" lvl="0" marL="4445"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TP</a:t>
                      </a:r>
                      <a:endParaRPr sz="2400" u="none" cap="none" strike="noStrike">
                        <a:latin typeface="Arial"/>
                        <a:ea typeface="Arial"/>
                        <a:cs typeface="Arial"/>
                        <a:sym typeface="Arial"/>
                      </a:endParaRPr>
                    </a:p>
                  </a:txBody>
                  <a:tcPr marT="1816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FP</a:t>
                      </a:r>
                      <a:endParaRPr sz="2400" u="none" cap="none" strike="noStrike">
                        <a:latin typeface="Arial"/>
                        <a:ea typeface="Arial"/>
                        <a:cs typeface="Arial"/>
                        <a:sym typeface="Arial"/>
                      </a:endParaRPr>
                    </a:p>
                  </a:txBody>
                  <a:tcPr marT="1816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r>
              <a:tr h="7708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FN</a:t>
                      </a:r>
                      <a:endParaRPr sz="2400" u="none" cap="none" strike="noStrike">
                        <a:latin typeface="Arial"/>
                        <a:ea typeface="Arial"/>
                        <a:cs typeface="Arial"/>
                        <a:sym typeface="Arial"/>
                      </a:endParaRPr>
                    </a:p>
                  </a:txBody>
                  <a:tcPr marT="1778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c>
                  <a:txBody>
                    <a:bodyPr/>
                    <a:lstStyle/>
                    <a:p>
                      <a:pPr indent="0" lvl="0" marL="12065"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TN</a:t>
                      </a:r>
                      <a:endParaRPr sz="2400" u="none" cap="none" strike="noStrike">
                        <a:latin typeface="Arial"/>
                        <a:ea typeface="Arial"/>
                        <a:cs typeface="Arial"/>
                        <a:sym typeface="Arial"/>
                      </a:endParaRPr>
                    </a:p>
                  </a:txBody>
                  <a:tcPr marT="1778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r>
            </a:tbl>
          </a:graphicData>
        </a:graphic>
      </p:graphicFrame>
      <p:sp>
        <p:nvSpPr>
          <p:cNvPr id="868" name="Google Shape;868;p41"/>
          <p:cNvSpPr txBox="1"/>
          <p:nvPr/>
        </p:nvSpPr>
        <p:spPr>
          <a:xfrm>
            <a:off x="8178800" y="3437635"/>
            <a:ext cx="2508885" cy="1026563"/>
          </a:xfrm>
          <a:prstGeom prst="rect">
            <a:avLst/>
          </a:prstGeom>
          <a:noFill/>
          <a:ln>
            <a:noFill/>
          </a:ln>
        </p:spPr>
        <p:txBody>
          <a:bodyPr anchorCtr="0" anchor="t" bIns="0" lIns="0" spcFirstLastPara="1" rIns="0" wrap="square" tIns="12700">
            <a:spAutoFit/>
          </a:bodyPr>
          <a:lstStyle/>
          <a:p>
            <a:pPr indent="-304800" lvl="0" marL="317500" marR="5080" rtl="0" algn="l">
              <a:lnSpc>
                <a:spcPct val="1458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Confusion Matrix Y=1	Y=0</a:t>
            </a:r>
            <a:endParaRPr b="0" i="0" sz="2400" u="none" cap="none" strike="noStrike">
              <a:solidFill>
                <a:srgbClr val="000000"/>
              </a:solidFill>
              <a:latin typeface="Arial"/>
              <a:ea typeface="Arial"/>
              <a:cs typeface="Arial"/>
              <a:sym typeface="Arial"/>
            </a:endParaRPr>
          </a:p>
        </p:txBody>
      </p:sp>
      <p:sp>
        <p:nvSpPr>
          <p:cNvPr id="869" name="Google Shape;869;p41"/>
          <p:cNvSpPr txBox="1"/>
          <p:nvPr/>
        </p:nvSpPr>
        <p:spPr>
          <a:xfrm>
            <a:off x="7581900" y="4876291"/>
            <a:ext cx="557530" cy="102552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Helvetica Neue"/>
                <a:ea typeface="Helvetica Neue"/>
                <a:cs typeface="Helvetica Neue"/>
                <a:sym typeface="Helvetica Neue"/>
              </a:rPr>
              <a:t>d=1</a:t>
            </a:r>
            <a:endParaRPr b="0" i="0" sz="2400" u="none" cap="none" strike="noStrike">
              <a:solidFill>
                <a:srgbClr val="000000"/>
              </a:solidFill>
              <a:latin typeface="Helvetica Neue"/>
              <a:ea typeface="Helvetica Neue"/>
              <a:cs typeface="Helvetica Neue"/>
              <a:sym typeface="Helvetica Neue"/>
            </a:endParaRPr>
          </a:p>
          <a:p>
            <a:pPr indent="0" lvl="0" marL="12700" marR="0" rtl="0" algn="l">
              <a:lnSpc>
                <a:spcPct val="100000"/>
              </a:lnSpc>
              <a:spcBef>
                <a:spcPts val="2110"/>
              </a:spcBef>
              <a:spcAft>
                <a:spcPts val="0"/>
              </a:spcAft>
              <a:buClr>
                <a:srgbClr val="000000"/>
              </a:buClr>
              <a:buSzPts val="2400"/>
              <a:buFont typeface="Arial"/>
              <a:buNone/>
            </a:pPr>
            <a:r>
              <a:rPr b="1" i="0" lang="en-US" sz="2400" u="none" cap="none" strike="noStrike">
                <a:solidFill>
                  <a:srgbClr val="000000"/>
                </a:solidFill>
                <a:latin typeface="Helvetica Neue"/>
                <a:ea typeface="Helvetica Neue"/>
                <a:cs typeface="Helvetica Neue"/>
                <a:sym typeface="Helvetica Neue"/>
              </a:rPr>
              <a:t>d=0</a:t>
            </a:r>
            <a:endParaRPr b="0" i="0" sz="2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3" name="Shape 873"/>
        <p:cNvGrpSpPr/>
        <p:nvPr/>
      </p:nvGrpSpPr>
      <p:grpSpPr>
        <a:xfrm>
          <a:off x="0" y="0"/>
          <a:ext cx="0" cy="0"/>
          <a:chOff x="0" y="0"/>
          <a:chExt cx="0" cy="0"/>
        </a:xfrm>
      </p:grpSpPr>
      <p:sp>
        <p:nvSpPr>
          <p:cNvPr descr="$PPTXTitle" id="874" name="Google Shape;874;p42"/>
          <p:cNvSpPr txBox="1"/>
          <p:nvPr>
            <p:ph type="title"/>
          </p:nvPr>
        </p:nvSpPr>
        <p:spPr>
          <a:xfrm>
            <a:off x="5765800" y="991107"/>
            <a:ext cx="1468755"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solidFill>
                  <a:srgbClr val="000000"/>
                </a:solidFill>
                <a:latin typeface="Helvetica Neue"/>
                <a:ea typeface="Helvetica Neue"/>
                <a:cs typeface="Helvetica Neue"/>
                <a:sym typeface="Helvetica Neue"/>
              </a:rPr>
              <a:t>Recall</a:t>
            </a:r>
            <a:endParaRPr/>
          </a:p>
        </p:txBody>
      </p:sp>
      <p:sp>
        <p:nvSpPr>
          <p:cNvPr id="875" name="Google Shape;875;p42"/>
          <p:cNvSpPr txBox="1"/>
          <p:nvPr/>
        </p:nvSpPr>
        <p:spPr>
          <a:xfrm>
            <a:off x="1016000" y="2706116"/>
            <a:ext cx="51816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5. True positive rate (TPR)</a:t>
            </a:r>
            <a:endParaRPr b="0" i="0" sz="2400" u="none" cap="none" strike="noStrike">
              <a:solidFill>
                <a:srgbClr val="000000"/>
              </a:solidFill>
              <a:latin typeface="Arial"/>
              <a:ea typeface="Arial"/>
              <a:cs typeface="Arial"/>
              <a:sym typeface="Arial"/>
            </a:endParaRPr>
          </a:p>
        </p:txBody>
      </p:sp>
      <p:sp>
        <p:nvSpPr>
          <p:cNvPr id="876" name="Google Shape;876;p42"/>
          <p:cNvSpPr txBox="1"/>
          <p:nvPr/>
        </p:nvSpPr>
        <p:spPr>
          <a:xfrm>
            <a:off x="1016000" y="4342891"/>
            <a:ext cx="51816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6. False positive rate (FPR)</a:t>
            </a:r>
            <a:endParaRPr b="0" i="0" sz="2400" u="none" cap="none" strike="noStrike">
              <a:solidFill>
                <a:srgbClr val="000000"/>
              </a:solidFill>
              <a:latin typeface="Arial"/>
              <a:ea typeface="Arial"/>
              <a:cs typeface="Arial"/>
              <a:sym typeface="Arial"/>
            </a:endParaRPr>
          </a:p>
        </p:txBody>
      </p:sp>
      <p:sp>
        <p:nvSpPr>
          <p:cNvPr id="877" name="Google Shape;877;p42"/>
          <p:cNvSpPr txBox="1"/>
          <p:nvPr/>
        </p:nvSpPr>
        <p:spPr>
          <a:xfrm>
            <a:off x="1016000" y="5982715"/>
            <a:ext cx="47498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7. False negative rate (FNR)</a:t>
            </a:r>
            <a:endParaRPr b="0" i="0" sz="2400" u="none" cap="none" strike="noStrike">
              <a:solidFill>
                <a:srgbClr val="000000"/>
              </a:solidFill>
              <a:latin typeface="Arial"/>
              <a:ea typeface="Arial"/>
              <a:cs typeface="Arial"/>
              <a:sym typeface="Arial"/>
            </a:endParaRPr>
          </a:p>
        </p:txBody>
      </p:sp>
      <p:sp>
        <p:nvSpPr>
          <p:cNvPr id="878" name="Google Shape;878;p42"/>
          <p:cNvSpPr txBox="1"/>
          <p:nvPr/>
        </p:nvSpPr>
        <p:spPr>
          <a:xfrm>
            <a:off x="1016000" y="7619492"/>
            <a:ext cx="51816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8. True negative rate (TNR)</a:t>
            </a:r>
            <a:endParaRPr b="0" i="0" sz="2400" u="none" cap="none" strike="noStrike">
              <a:solidFill>
                <a:srgbClr val="000000"/>
              </a:solidFill>
              <a:latin typeface="Arial"/>
              <a:ea typeface="Arial"/>
              <a:cs typeface="Arial"/>
              <a:sym typeface="Arial"/>
            </a:endParaRPr>
          </a:p>
        </p:txBody>
      </p:sp>
      <p:pic>
        <p:nvPicPr>
          <p:cNvPr id="879" name="Google Shape;879;p42"/>
          <p:cNvPicPr preferRelativeResize="0"/>
          <p:nvPr/>
        </p:nvPicPr>
        <p:blipFill rotWithShape="1">
          <a:blip r:embed="rId3">
            <a:alphaModFix/>
          </a:blip>
          <a:srcRect b="0" l="0" r="0" t="0"/>
          <a:stretch/>
        </p:blipFill>
        <p:spPr>
          <a:xfrm>
            <a:off x="2211123" y="3428354"/>
            <a:ext cx="3396736" cy="523058"/>
          </a:xfrm>
          <a:prstGeom prst="rect">
            <a:avLst/>
          </a:prstGeom>
          <a:noFill/>
          <a:ln>
            <a:noFill/>
          </a:ln>
        </p:spPr>
      </p:pic>
      <p:pic>
        <p:nvPicPr>
          <p:cNvPr id="880" name="Google Shape;880;p42"/>
          <p:cNvPicPr preferRelativeResize="0"/>
          <p:nvPr/>
        </p:nvPicPr>
        <p:blipFill rotWithShape="1">
          <a:blip r:embed="rId4">
            <a:alphaModFix/>
          </a:blip>
          <a:srcRect b="0" l="0" r="0" t="0"/>
          <a:stretch/>
        </p:blipFill>
        <p:spPr>
          <a:xfrm>
            <a:off x="2211123" y="5108240"/>
            <a:ext cx="3396736" cy="523059"/>
          </a:xfrm>
          <a:prstGeom prst="rect">
            <a:avLst/>
          </a:prstGeom>
          <a:noFill/>
          <a:ln>
            <a:noFill/>
          </a:ln>
        </p:spPr>
      </p:pic>
      <p:pic>
        <p:nvPicPr>
          <p:cNvPr id="881" name="Google Shape;881;p42"/>
          <p:cNvPicPr preferRelativeResize="0"/>
          <p:nvPr/>
        </p:nvPicPr>
        <p:blipFill rotWithShape="1">
          <a:blip r:embed="rId5">
            <a:alphaModFix/>
          </a:blip>
          <a:srcRect b="0" l="0" r="0" t="0"/>
          <a:stretch/>
        </p:blipFill>
        <p:spPr>
          <a:xfrm>
            <a:off x="2107153" y="6788125"/>
            <a:ext cx="3494143" cy="538058"/>
          </a:xfrm>
          <a:prstGeom prst="rect">
            <a:avLst/>
          </a:prstGeom>
          <a:noFill/>
          <a:ln>
            <a:noFill/>
          </a:ln>
        </p:spPr>
      </p:pic>
      <p:pic>
        <p:nvPicPr>
          <p:cNvPr id="882" name="Google Shape;882;p42"/>
          <p:cNvPicPr preferRelativeResize="0"/>
          <p:nvPr/>
        </p:nvPicPr>
        <p:blipFill rotWithShape="1">
          <a:blip r:embed="rId6">
            <a:alphaModFix/>
          </a:blip>
          <a:srcRect b="0" l="0" r="0" t="0"/>
          <a:stretch/>
        </p:blipFill>
        <p:spPr>
          <a:xfrm>
            <a:off x="1883346" y="8468009"/>
            <a:ext cx="3494143" cy="538058"/>
          </a:xfrm>
          <a:prstGeom prst="rect">
            <a:avLst/>
          </a:prstGeom>
          <a:noFill/>
          <a:ln>
            <a:noFill/>
          </a:ln>
        </p:spPr>
      </p:pic>
      <p:sp>
        <p:nvSpPr>
          <p:cNvPr id="883" name="Google Shape;883;p42"/>
          <p:cNvSpPr txBox="1"/>
          <p:nvPr/>
        </p:nvSpPr>
        <p:spPr>
          <a:xfrm>
            <a:off x="8124203" y="6461122"/>
            <a:ext cx="4169397" cy="2292935"/>
          </a:xfrm>
          <a:prstGeom prst="rect">
            <a:avLst/>
          </a:prstGeom>
          <a:noFill/>
          <a:ln>
            <a:noFill/>
          </a:ln>
        </p:spPr>
        <p:txBody>
          <a:bodyPr anchorCtr="0" anchor="t" bIns="0" lIns="0" spcFirstLastPara="1" rIns="0" wrap="square" tIns="12700">
            <a:spAutoFit/>
          </a:bodyPr>
          <a:lstStyle/>
          <a:p>
            <a:pPr indent="-342900" lvl="0" marL="3556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True positive (TP)</a:t>
            </a:r>
            <a:endParaRPr b="0" i="0" sz="2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False positive(FP)</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True negative (TN)</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1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False negative (FN)</a:t>
            </a:r>
            <a:endParaRPr b="0" i="0" sz="2400" u="none" cap="none" strike="noStrike">
              <a:solidFill>
                <a:srgbClr val="000000"/>
              </a:solidFill>
              <a:latin typeface="Arial"/>
              <a:ea typeface="Arial"/>
              <a:cs typeface="Arial"/>
              <a:sym typeface="Arial"/>
            </a:endParaRPr>
          </a:p>
          <a:p>
            <a:pPr indent="-190500" lvl="0" marL="355600" marR="0" rtl="0" algn="l">
              <a:lnSpc>
                <a:spcPct val="100000"/>
              </a:lnSpc>
              <a:spcBef>
                <a:spcPts val="1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190500" lvl="0" marL="355600" marR="0" rtl="0" algn="l">
              <a:lnSpc>
                <a:spcPct val="100000"/>
              </a:lnSpc>
              <a:spcBef>
                <a:spcPts val="10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pic>
        <p:nvPicPr>
          <p:cNvPr id="884" name="Google Shape;884;p42"/>
          <p:cNvPicPr preferRelativeResize="0"/>
          <p:nvPr/>
        </p:nvPicPr>
        <p:blipFill rotWithShape="1">
          <a:blip r:embed="rId7">
            <a:alphaModFix/>
          </a:blip>
          <a:srcRect b="0" l="0" r="0" t="0"/>
          <a:stretch/>
        </p:blipFill>
        <p:spPr>
          <a:xfrm>
            <a:off x="10102904" y="1914671"/>
            <a:ext cx="374438" cy="356024"/>
          </a:xfrm>
          <a:prstGeom prst="rect">
            <a:avLst/>
          </a:prstGeom>
          <a:noFill/>
          <a:ln>
            <a:noFill/>
          </a:ln>
        </p:spPr>
      </p:pic>
      <p:pic>
        <p:nvPicPr>
          <p:cNvPr id="885" name="Google Shape;885;p42"/>
          <p:cNvPicPr preferRelativeResize="0"/>
          <p:nvPr/>
        </p:nvPicPr>
        <p:blipFill rotWithShape="1">
          <a:blip r:embed="rId8">
            <a:alphaModFix/>
          </a:blip>
          <a:srcRect b="0" l="0" r="0" t="0"/>
          <a:stretch/>
        </p:blipFill>
        <p:spPr>
          <a:xfrm>
            <a:off x="8255771" y="1916776"/>
            <a:ext cx="310526" cy="458026"/>
          </a:xfrm>
          <a:prstGeom prst="rect">
            <a:avLst/>
          </a:prstGeom>
          <a:noFill/>
          <a:ln>
            <a:noFill/>
          </a:ln>
        </p:spPr>
      </p:pic>
      <p:sp>
        <p:nvSpPr>
          <p:cNvPr id="886" name="Google Shape;886;p42"/>
          <p:cNvSpPr txBox="1"/>
          <p:nvPr/>
        </p:nvSpPr>
        <p:spPr>
          <a:xfrm>
            <a:off x="7873365" y="2559303"/>
            <a:ext cx="1956486" cy="761491"/>
          </a:xfrm>
          <a:prstGeom prst="rect">
            <a:avLst/>
          </a:prstGeom>
          <a:noFill/>
          <a:ln>
            <a:noFill/>
          </a:ln>
        </p:spPr>
        <p:txBody>
          <a:bodyPr anchorCtr="0" anchor="t" bIns="0" lIns="0" spcFirstLastPara="1" rIns="0" wrap="square" tIns="12700">
            <a:spAutoFit/>
          </a:bodyPr>
          <a:lstStyle/>
          <a:p>
            <a:pPr indent="-101600" lvl="0" marL="114300" marR="5080" rtl="0" algn="l">
              <a:lnSpc>
                <a:spcPct val="1053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Prediction decision</a:t>
            </a:r>
            <a:endParaRPr b="0" i="0" sz="2400" u="none" cap="none" strike="noStrike">
              <a:solidFill>
                <a:srgbClr val="000000"/>
              </a:solidFill>
              <a:latin typeface="Arial"/>
              <a:ea typeface="Arial"/>
              <a:cs typeface="Arial"/>
              <a:sym typeface="Arial"/>
            </a:endParaRPr>
          </a:p>
        </p:txBody>
      </p:sp>
      <p:sp>
        <p:nvSpPr>
          <p:cNvPr id="887" name="Google Shape;887;p42"/>
          <p:cNvSpPr txBox="1"/>
          <p:nvPr/>
        </p:nvSpPr>
        <p:spPr>
          <a:xfrm>
            <a:off x="9829851" y="2593377"/>
            <a:ext cx="1981200" cy="699102"/>
          </a:xfrm>
          <a:prstGeom prst="rect">
            <a:avLst/>
          </a:prstGeom>
          <a:noFill/>
          <a:ln>
            <a:noFill/>
          </a:ln>
        </p:spPr>
        <p:txBody>
          <a:bodyPr anchorCtr="0" anchor="t" bIns="0" lIns="0" spcFirstLastPara="1" rIns="0" wrap="square" tIns="12700">
            <a:spAutoFit/>
          </a:bodyPr>
          <a:lstStyle/>
          <a:p>
            <a:pPr indent="164465" lvl="0" marL="12700" marR="5080" rtl="0" algn="l">
              <a:lnSpc>
                <a:spcPct val="105300"/>
              </a:lnSpc>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Actual Outcome</a:t>
            </a:r>
            <a:endParaRPr b="0" i="0" sz="2200" u="none" cap="none" strike="noStrike">
              <a:solidFill>
                <a:srgbClr val="000000"/>
              </a:solidFill>
              <a:latin typeface="Arial"/>
              <a:ea typeface="Arial"/>
              <a:cs typeface="Arial"/>
              <a:sym typeface="Arial"/>
            </a:endParaRPr>
          </a:p>
        </p:txBody>
      </p:sp>
      <p:graphicFrame>
        <p:nvGraphicFramePr>
          <p:cNvPr id="888" name="Google Shape;888;p42"/>
          <p:cNvGraphicFramePr/>
          <p:nvPr/>
        </p:nvGraphicFramePr>
        <p:xfrm>
          <a:off x="8267700" y="4529835"/>
          <a:ext cx="3000000" cy="3000000"/>
        </p:xfrm>
        <a:graphic>
          <a:graphicData uri="http://schemas.openxmlformats.org/drawingml/2006/table">
            <a:tbl>
              <a:tblPr bandRow="1" firstRow="1">
                <a:noFill/>
                <a:tableStyleId>{42223116-3C84-4EE4-85F8-6DDD05C4C417}</a:tableStyleId>
              </a:tblPr>
              <a:tblGrid>
                <a:gridCol w="1327150"/>
                <a:gridCol w="1327150"/>
              </a:tblGrid>
              <a:tr h="770875">
                <a:tc>
                  <a:txBody>
                    <a:bodyPr/>
                    <a:lstStyle/>
                    <a:p>
                      <a:pPr indent="0" lvl="0" marL="4445"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TP</a:t>
                      </a:r>
                      <a:endParaRPr sz="2400" u="none" cap="none" strike="noStrike">
                        <a:latin typeface="Arial"/>
                        <a:ea typeface="Arial"/>
                        <a:cs typeface="Arial"/>
                        <a:sym typeface="Arial"/>
                      </a:endParaRPr>
                    </a:p>
                  </a:txBody>
                  <a:tcPr marT="1816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FP</a:t>
                      </a:r>
                      <a:endParaRPr sz="2400" u="none" cap="none" strike="noStrike">
                        <a:latin typeface="Arial"/>
                        <a:ea typeface="Arial"/>
                        <a:cs typeface="Arial"/>
                        <a:sym typeface="Arial"/>
                      </a:endParaRPr>
                    </a:p>
                  </a:txBody>
                  <a:tcPr marT="1816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r>
              <a:tr h="770875">
                <a:tc>
                  <a:txBody>
                    <a:bodyPr/>
                    <a:lstStyle/>
                    <a:p>
                      <a:pPr indent="0" lvl="0" marL="0"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FN</a:t>
                      </a:r>
                      <a:endParaRPr sz="2400" u="none" cap="none" strike="noStrike">
                        <a:latin typeface="Arial"/>
                        <a:ea typeface="Arial"/>
                        <a:cs typeface="Arial"/>
                        <a:sym typeface="Arial"/>
                      </a:endParaRPr>
                    </a:p>
                  </a:txBody>
                  <a:tcPr marT="1778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c>
                  <a:txBody>
                    <a:bodyPr/>
                    <a:lstStyle/>
                    <a:p>
                      <a:pPr indent="0" lvl="0" marL="12065" marR="0" rtl="0" algn="ctr">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TN</a:t>
                      </a:r>
                      <a:endParaRPr sz="2400" u="none" cap="none" strike="noStrike">
                        <a:latin typeface="Arial"/>
                        <a:ea typeface="Arial"/>
                        <a:cs typeface="Arial"/>
                        <a:sym typeface="Arial"/>
                      </a:endParaRPr>
                    </a:p>
                  </a:txBody>
                  <a:tcPr marT="177800" marB="0" marR="0" marL="0">
                    <a:lnL cap="flat" cmpd="sng" w="12700">
                      <a:solidFill>
                        <a:srgbClr val="A7AAA9"/>
                      </a:solidFill>
                      <a:prstDash val="solid"/>
                      <a:round/>
                      <a:headEnd len="sm" w="sm" type="none"/>
                      <a:tailEnd len="sm" w="sm" type="none"/>
                    </a:lnL>
                    <a:lnR cap="flat" cmpd="sng" w="12700">
                      <a:solidFill>
                        <a:srgbClr val="A7AAA9"/>
                      </a:solidFill>
                      <a:prstDash val="solid"/>
                      <a:round/>
                      <a:headEnd len="sm" w="sm" type="none"/>
                      <a:tailEnd len="sm" w="sm" type="none"/>
                    </a:lnR>
                    <a:lnT cap="flat" cmpd="sng" w="12700">
                      <a:solidFill>
                        <a:srgbClr val="A7AAA9"/>
                      </a:solidFill>
                      <a:prstDash val="solid"/>
                      <a:round/>
                      <a:headEnd len="sm" w="sm" type="none"/>
                      <a:tailEnd len="sm" w="sm" type="none"/>
                    </a:lnT>
                    <a:lnB cap="flat" cmpd="sng" w="12700">
                      <a:solidFill>
                        <a:srgbClr val="A7AAA9"/>
                      </a:solidFill>
                      <a:prstDash val="solid"/>
                      <a:round/>
                      <a:headEnd len="sm" w="sm" type="none"/>
                      <a:tailEnd len="sm" w="sm" type="none"/>
                    </a:lnB>
                    <a:solidFill>
                      <a:srgbClr val="EBEBEB"/>
                    </a:solidFill>
                  </a:tcPr>
                </a:tc>
              </a:tr>
            </a:tbl>
          </a:graphicData>
        </a:graphic>
      </p:graphicFrame>
      <p:sp>
        <p:nvSpPr>
          <p:cNvPr id="889" name="Google Shape;889;p42"/>
          <p:cNvSpPr txBox="1"/>
          <p:nvPr/>
        </p:nvSpPr>
        <p:spPr>
          <a:xfrm>
            <a:off x="8178800" y="3437635"/>
            <a:ext cx="2508885" cy="1092200"/>
          </a:xfrm>
          <a:prstGeom prst="rect">
            <a:avLst/>
          </a:prstGeom>
          <a:noFill/>
          <a:ln>
            <a:noFill/>
          </a:ln>
        </p:spPr>
        <p:txBody>
          <a:bodyPr anchorCtr="0" anchor="t" bIns="0" lIns="0" spcFirstLastPara="1" rIns="0" wrap="square" tIns="12700">
            <a:spAutoFit/>
          </a:bodyPr>
          <a:lstStyle/>
          <a:p>
            <a:pPr indent="-304800" lvl="0" marL="317500" marR="5080" rtl="0" algn="l">
              <a:lnSpc>
                <a:spcPct val="145800"/>
              </a:lnSpc>
              <a:spcBef>
                <a:spcPts val="0"/>
              </a:spcBef>
              <a:spcAft>
                <a:spcPts val="0"/>
              </a:spcAft>
              <a:buClr>
                <a:srgbClr val="000000"/>
              </a:buClr>
              <a:buSzPts val="2400"/>
              <a:buFont typeface="Arial"/>
              <a:buNone/>
            </a:pPr>
            <a:r>
              <a:rPr b="1" i="0" lang="en-US" sz="2400" u="none" cap="none" strike="noStrike">
                <a:solidFill>
                  <a:srgbClr val="000000"/>
                </a:solidFill>
                <a:latin typeface="Helvetica Neue"/>
                <a:ea typeface="Helvetica Neue"/>
                <a:cs typeface="Helvetica Neue"/>
                <a:sym typeface="Helvetica Neue"/>
              </a:rPr>
              <a:t>Confusion Matrix Y=1	Y=0</a:t>
            </a:r>
            <a:endParaRPr b="0" i="0" sz="2400" u="none" cap="none" strike="noStrike">
              <a:solidFill>
                <a:srgbClr val="000000"/>
              </a:solidFill>
              <a:latin typeface="Helvetica Neue"/>
              <a:ea typeface="Helvetica Neue"/>
              <a:cs typeface="Helvetica Neue"/>
              <a:sym typeface="Helvetica Neue"/>
            </a:endParaRPr>
          </a:p>
        </p:txBody>
      </p:sp>
      <p:sp>
        <p:nvSpPr>
          <p:cNvPr id="890" name="Google Shape;890;p42"/>
          <p:cNvSpPr txBox="1"/>
          <p:nvPr/>
        </p:nvSpPr>
        <p:spPr>
          <a:xfrm>
            <a:off x="7581900" y="4876291"/>
            <a:ext cx="557530" cy="102552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Helvetica Neue"/>
                <a:ea typeface="Helvetica Neue"/>
                <a:cs typeface="Helvetica Neue"/>
                <a:sym typeface="Helvetica Neue"/>
              </a:rPr>
              <a:t>d=1</a:t>
            </a:r>
            <a:endParaRPr b="0" i="0" sz="2400" u="none" cap="none" strike="noStrike">
              <a:solidFill>
                <a:srgbClr val="000000"/>
              </a:solidFill>
              <a:latin typeface="Helvetica Neue"/>
              <a:ea typeface="Helvetica Neue"/>
              <a:cs typeface="Helvetica Neue"/>
              <a:sym typeface="Helvetica Neue"/>
            </a:endParaRPr>
          </a:p>
          <a:p>
            <a:pPr indent="0" lvl="0" marL="12700" marR="0" rtl="0" algn="l">
              <a:lnSpc>
                <a:spcPct val="100000"/>
              </a:lnSpc>
              <a:spcBef>
                <a:spcPts val="2110"/>
              </a:spcBef>
              <a:spcAft>
                <a:spcPts val="0"/>
              </a:spcAft>
              <a:buClr>
                <a:srgbClr val="000000"/>
              </a:buClr>
              <a:buSzPts val="2400"/>
              <a:buFont typeface="Arial"/>
              <a:buNone/>
            </a:pPr>
            <a:r>
              <a:rPr b="1" i="0" lang="en-US" sz="2400" u="none" cap="none" strike="noStrike">
                <a:solidFill>
                  <a:srgbClr val="000000"/>
                </a:solidFill>
                <a:latin typeface="Helvetica Neue"/>
                <a:ea typeface="Helvetica Neue"/>
                <a:cs typeface="Helvetica Neue"/>
                <a:sym typeface="Helvetica Neue"/>
              </a:rPr>
              <a:t>d=0</a:t>
            </a:r>
            <a:endParaRPr b="0" i="0" sz="24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4" name="Shape 894"/>
        <p:cNvGrpSpPr/>
        <p:nvPr/>
      </p:nvGrpSpPr>
      <p:grpSpPr>
        <a:xfrm>
          <a:off x="0" y="0"/>
          <a:ext cx="0" cy="0"/>
          <a:chOff x="0" y="0"/>
          <a:chExt cx="0" cy="0"/>
        </a:xfrm>
      </p:grpSpPr>
      <p:sp>
        <p:nvSpPr>
          <p:cNvPr descr="$PPTXTitle" id="895" name="Google Shape;895;p45"/>
          <p:cNvSpPr txBox="1"/>
          <p:nvPr>
            <p:ph type="title"/>
          </p:nvPr>
        </p:nvSpPr>
        <p:spPr>
          <a:xfrm>
            <a:off x="707543" y="494791"/>
            <a:ext cx="5794858"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The Confusion Matrix</a:t>
            </a:r>
            <a:endParaRPr b="1" sz="3400">
              <a:solidFill>
                <a:srgbClr val="0070C0"/>
              </a:solidFill>
            </a:endParaRPr>
          </a:p>
        </p:txBody>
      </p:sp>
      <p:graphicFrame>
        <p:nvGraphicFramePr>
          <p:cNvPr id="896" name="Google Shape;896;p45"/>
          <p:cNvGraphicFramePr/>
          <p:nvPr/>
        </p:nvGraphicFramePr>
        <p:xfrm>
          <a:off x="1559882" y="2920492"/>
          <a:ext cx="3000000" cy="3000000"/>
        </p:xfrm>
        <a:graphic>
          <a:graphicData uri="http://schemas.openxmlformats.org/drawingml/2006/table">
            <a:tbl>
              <a:tblPr bandRow="1" firstRow="1">
                <a:noFill/>
                <a:tableStyleId>{42223116-3C84-4EE4-85F8-6DDD05C4C417}</a:tableStyleId>
              </a:tblPr>
              <a:tblGrid>
                <a:gridCol w="2073175"/>
                <a:gridCol w="1490100"/>
                <a:gridCol w="1611025"/>
                <a:gridCol w="3121000"/>
              </a:tblGrid>
              <a:tr h="838425">
                <a:tc>
                  <a:txBody>
                    <a:bodyPr/>
                    <a:lstStyle/>
                    <a:p>
                      <a:pPr indent="0" lvl="0" marL="0" marR="0" rtl="0" algn="l">
                        <a:lnSpc>
                          <a:spcPct val="100000"/>
                        </a:lnSpc>
                        <a:spcBef>
                          <a:spcPts val="0"/>
                        </a:spcBef>
                        <a:spcAft>
                          <a:spcPts val="0"/>
                        </a:spcAft>
                        <a:buClr>
                          <a:srgbClr val="000000"/>
                        </a:buClr>
                        <a:buSzPts val="2600"/>
                        <a:buFont typeface="Arial"/>
                        <a:buNone/>
                      </a:pPr>
                      <a:r>
                        <a:t/>
                      </a:r>
                      <a:endParaRPr sz="2600" u="none" cap="none" strike="noStrike">
                        <a:solidFill>
                          <a:schemeClr val="dk1"/>
                        </a:solidFill>
                        <a:latin typeface="Arial"/>
                        <a:ea typeface="Arial"/>
                        <a:cs typeface="Arial"/>
                        <a:sym typeface="Arial"/>
                      </a:endParaRPr>
                    </a:p>
                  </a:txBody>
                  <a:tcPr marT="0" marB="0" marR="0" marL="0">
                    <a:lnB cap="flat" cmpd="sng" w="12700">
                      <a:solidFill>
                        <a:srgbClr val="0581B7"/>
                      </a:solidFill>
                      <a:prstDash val="solid"/>
                      <a:round/>
                      <a:headEnd len="sm" w="sm" type="none"/>
                      <a:tailEnd len="sm" w="sm" type="none"/>
                    </a:lnB>
                    <a:solidFill>
                      <a:srgbClr val="FFF9EA"/>
                    </a:solidFill>
                  </a:tcPr>
                </a:tc>
                <a:tc>
                  <a:txBody>
                    <a:bodyPr/>
                    <a:lstStyle/>
                    <a:p>
                      <a:pPr indent="0" lvl="0" marL="83185"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whale</a:t>
                      </a:r>
                      <a:endParaRPr sz="2600" u="none" cap="none" strike="noStrike">
                        <a:solidFill>
                          <a:schemeClr val="dk1"/>
                        </a:solidFill>
                        <a:latin typeface="Arial"/>
                        <a:ea typeface="Arial"/>
                        <a:cs typeface="Arial"/>
                        <a:sym typeface="Arial"/>
                      </a:endParaRPr>
                    </a:p>
                  </a:txBody>
                  <a:tcPr marT="27300"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c>
                  <a:txBody>
                    <a:bodyPr/>
                    <a:lstStyle/>
                    <a:p>
                      <a:pPr indent="0" lvl="0" marL="520700"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bear</a:t>
                      </a:r>
                      <a:endParaRPr sz="2600" u="none" cap="none" strike="noStrike">
                        <a:solidFill>
                          <a:schemeClr val="dk1"/>
                        </a:solidFill>
                        <a:latin typeface="Arial"/>
                        <a:ea typeface="Arial"/>
                        <a:cs typeface="Arial"/>
                        <a:sym typeface="Arial"/>
                      </a:endParaRPr>
                    </a:p>
                  </a:txBody>
                  <a:tcPr marT="27300"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c>
                  <a:txBody>
                    <a:bodyPr/>
                    <a:lstStyle/>
                    <a:p>
                      <a:pPr indent="0" lvl="0" marL="861060"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other</a:t>
                      </a:r>
                      <a:endParaRPr sz="2600" u="none" cap="none" strike="noStrike">
                        <a:solidFill>
                          <a:schemeClr val="dk1"/>
                        </a:solidFill>
                        <a:latin typeface="Arial"/>
                        <a:ea typeface="Arial"/>
                        <a:cs typeface="Arial"/>
                        <a:sym typeface="Arial"/>
                      </a:endParaRPr>
                    </a:p>
                  </a:txBody>
                  <a:tcPr marT="27300" marB="0" marR="0" marL="0">
                    <a:lnR cap="flat" cmpd="sng" w="12700">
                      <a:solidFill>
                        <a:srgbClr val="0581B7"/>
                      </a:solidFill>
                      <a:prstDash val="solid"/>
                      <a:round/>
                      <a:headEnd len="sm" w="sm" type="none"/>
                      <a:tailEnd len="sm" w="sm" type="none"/>
                    </a:lnR>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r>
              <a:tr h="838425">
                <a:tc>
                  <a:txBody>
                    <a:bodyPr/>
                    <a:lstStyle/>
                    <a:p>
                      <a:pPr indent="0" lvl="0" marL="90805"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whale</a:t>
                      </a:r>
                      <a:endParaRPr sz="2600" u="none" cap="none" strike="noStrike">
                        <a:solidFill>
                          <a:schemeClr val="dk1"/>
                        </a:solidFill>
                        <a:latin typeface="Arial"/>
                        <a:ea typeface="Arial"/>
                        <a:cs typeface="Arial"/>
                        <a:sym typeface="Arial"/>
                      </a:endParaRPr>
                    </a:p>
                  </a:txBody>
                  <a:tcPr marT="28575" marB="0" marR="0" marL="0">
                    <a:lnL cap="flat" cmpd="sng" w="12700">
                      <a:solidFill>
                        <a:srgbClr val="0581B7"/>
                      </a:solidFill>
                      <a:prstDash val="solid"/>
                      <a:round/>
                      <a:headEnd len="sm" w="sm" type="none"/>
                      <a:tailEnd len="sm" w="sm" type="none"/>
                    </a:lnL>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c>
                  <a:txBody>
                    <a:bodyPr/>
                    <a:lstStyle/>
                    <a:p>
                      <a:pPr indent="0" lvl="0" marL="83185"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29</a:t>
                      </a:r>
                      <a:endParaRPr sz="2600" u="none" cap="none" strike="noStrike">
                        <a:solidFill>
                          <a:schemeClr val="dk1"/>
                        </a:solidFill>
                        <a:latin typeface="Arial"/>
                        <a:ea typeface="Arial"/>
                        <a:cs typeface="Arial"/>
                        <a:sym typeface="Arial"/>
                      </a:endParaRPr>
                    </a:p>
                  </a:txBody>
                  <a:tcPr marT="28575"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E7ECF3"/>
                    </a:solidFill>
                  </a:tcPr>
                </a:tc>
                <a:tc>
                  <a:txBody>
                    <a:bodyPr/>
                    <a:lstStyle/>
                    <a:p>
                      <a:pPr indent="0" lvl="0" marL="52070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1</a:t>
                      </a:r>
                      <a:endParaRPr sz="2600" u="none" cap="none" strike="noStrike">
                        <a:solidFill>
                          <a:schemeClr val="dk1"/>
                        </a:solidFill>
                        <a:latin typeface="Arial"/>
                        <a:ea typeface="Arial"/>
                        <a:cs typeface="Arial"/>
                        <a:sym typeface="Arial"/>
                      </a:endParaRPr>
                    </a:p>
                  </a:txBody>
                  <a:tcPr marT="28575"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E7ECF3"/>
                    </a:solidFill>
                  </a:tcPr>
                </a:tc>
                <a:tc>
                  <a:txBody>
                    <a:bodyPr/>
                    <a:lstStyle/>
                    <a:p>
                      <a:pPr indent="0" lvl="0" marL="86106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3</a:t>
                      </a:r>
                      <a:endParaRPr sz="2600" u="none" cap="none" strike="noStrike">
                        <a:solidFill>
                          <a:schemeClr val="dk1"/>
                        </a:solidFill>
                        <a:latin typeface="Arial"/>
                        <a:ea typeface="Arial"/>
                        <a:cs typeface="Arial"/>
                        <a:sym typeface="Arial"/>
                      </a:endParaRPr>
                    </a:p>
                  </a:txBody>
                  <a:tcPr marT="28575" marB="0" marR="0" marL="0">
                    <a:lnR cap="flat" cmpd="sng" w="12700">
                      <a:solidFill>
                        <a:srgbClr val="0581B7"/>
                      </a:solidFill>
                      <a:prstDash val="solid"/>
                      <a:round/>
                      <a:headEnd len="sm" w="sm" type="none"/>
                      <a:tailEnd len="sm" w="sm" type="none"/>
                    </a:lnR>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E7ECF3"/>
                    </a:solidFill>
                  </a:tcPr>
                </a:tc>
              </a:tr>
              <a:tr h="839850">
                <a:tc>
                  <a:txBody>
                    <a:bodyPr/>
                    <a:lstStyle/>
                    <a:p>
                      <a:pPr indent="0" lvl="0" marL="90805"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bear</a:t>
                      </a:r>
                      <a:endParaRPr sz="2600" u="none" cap="none" strike="noStrike">
                        <a:solidFill>
                          <a:schemeClr val="dk1"/>
                        </a:solidFill>
                        <a:latin typeface="Arial"/>
                        <a:ea typeface="Arial"/>
                        <a:cs typeface="Arial"/>
                        <a:sym typeface="Arial"/>
                      </a:endParaRPr>
                    </a:p>
                  </a:txBody>
                  <a:tcPr marT="27300" marB="0" marR="0" marL="0">
                    <a:lnL cap="flat" cmpd="sng" w="12700">
                      <a:solidFill>
                        <a:srgbClr val="0581B7"/>
                      </a:solidFill>
                      <a:prstDash val="solid"/>
                      <a:round/>
                      <a:headEnd len="sm" w="sm" type="none"/>
                      <a:tailEnd len="sm" w="sm" type="none"/>
                    </a:lnL>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c>
                  <a:txBody>
                    <a:bodyPr/>
                    <a:lstStyle/>
                    <a:p>
                      <a:pPr indent="0" lvl="0" marL="83185"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2</a:t>
                      </a:r>
                      <a:endParaRPr sz="2600" u="none" cap="none" strike="noStrike">
                        <a:solidFill>
                          <a:schemeClr val="dk1"/>
                        </a:solidFill>
                        <a:latin typeface="Arial"/>
                        <a:ea typeface="Arial"/>
                        <a:cs typeface="Arial"/>
                        <a:sym typeface="Arial"/>
                      </a:endParaRPr>
                    </a:p>
                  </a:txBody>
                  <a:tcPr marT="27300"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FFF9EA"/>
                    </a:solidFill>
                  </a:tcPr>
                </a:tc>
                <a:tc>
                  <a:txBody>
                    <a:bodyPr/>
                    <a:lstStyle/>
                    <a:p>
                      <a:pPr indent="0" lvl="0" marL="52070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22</a:t>
                      </a:r>
                      <a:endParaRPr sz="2600" u="none" cap="none" strike="noStrike">
                        <a:solidFill>
                          <a:schemeClr val="dk1"/>
                        </a:solidFill>
                        <a:latin typeface="Arial"/>
                        <a:ea typeface="Arial"/>
                        <a:cs typeface="Arial"/>
                        <a:sym typeface="Arial"/>
                      </a:endParaRPr>
                    </a:p>
                  </a:txBody>
                  <a:tcPr marT="27300"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FFF9EA"/>
                    </a:solidFill>
                  </a:tcPr>
                </a:tc>
                <a:tc>
                  <a:txBody>
                    <a:bodyPr/>
                    <a:lstStyle/>
                    <a:p>
                      <a:pPr indent="0" lvl="0" marL="86106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13</a:t>
                      </a:r>
                      <a:endParaRPr sz="2600" u="none" cap="none" strike="noStrike">
                        <a:solidFill>
                          <a:schemeClr val="dk1"/>
                        </a:solidFill>
                        <a:latin typeface="Arial"/>
                        <a:ea typeface="Arial"/>
                        <a:cs typeface="Arial"/>
                        <a:sym typeface="Arial"/>
                      </a:endParaRPr>
                    </a:p>
                  </a:txBody>
                  <a:tcPr marT="27300" marB="0" marR="0" marL="0">
                    <a:lnR cap="flat" cmpd="sng" w="12700">
                      <a:solidFill>
                        <a:srgbClr val="0581B7"/>
                      </a:solidFill>
                      <a:prstDash val="solid"/>
                      <a:round/>
                      <a:headEnd len="sm" w="sm" type="none"/>
                      <a:tailEnd len="sm" w="sm" type="none"/>
                    </a:lnR>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FFF9EA"/>
                    </a:solidFill>
                  </a:tcPr>
                </a:tc>
              </a:tr>
              <a:tr h="838425">
                <a:tc>
                  <a:txBody>
                    <a:bodyPr/>
                    <a:lstStyle/>
                    <a:p>
                      <a:pPr indent="0" lvl="0" marL="90805" marR="0" rtl="0" algn="l">
                        <a:lnSpc>
                          <a:spcPct val="100000"/>
                        </a:lnSpc>
                        <a:spcBef>
                          <a:spcPts val="0"/>
                        </a:spcBef>
                        <a:spcAft>
                          <a:spcPts val="0"/>
                        </a:spcAft>
                        <a:buClr>
                          <a:srgbClr val="000000"/>
                        </a:buClr>
                        <a:buSzPts val="2600"/>
                        <a:buFont typeface="Arial"/>
                        <a:buNone/>
                      </a:pPr>
                      <a:r>
                        <a:rPr b="1" lang="en-US" sz="2600" u="none" cap="none" strike="noStrike">
                          <a:solidFill>
                            <a:schemeClr val="dk1"/>
                          </a:solidFill>
                          <a:latin typeface="Arial"/>
                          <a:ea typeface="Arial"/>
                          <a:cs typeface="Arial"/>
                          <a:sym typeface="Arial"/>
                        </a:rPr>
                        <a:t>other</a:t>
                      </a:r>
                      <a:endParaRPr sz="2600" u="none" cap="none" strike="noStrike">
                        <a:solidFill>
                          <a:schemeClr val="dk1"/>
                        </a:solidFill>
                        <a:latin typeface="Arial"/>
                        <a:ea typeface="Arial"/>
                        <a:cs typeface="Arial"/>
                        <a:sym typeface="Arial"/>
                      </a:endParaRPr>
                    </a:p>
                  </a:txBody>
                  <a:tcPr marT="28575" marB="0" marR="0" marL="0">
                    <a:lnL cap="flat" cmpd="sng" w="12700">
                      <a:solidFill>
                        <a:srgbClr val="0581B7"/>
                      </a:solidFill>
                      <a:prstDash val="solid"/>
                      <a:round/>
                      <a:headEnd len="sm" w="sm" type="none"/>
                      <a:tailEnd len="sm" w="sm" type="none"/>
                    </a:lnL>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0581B7"/>
                    </a:solidFill>
                  </a:tcPr>
                </a:tc>
                <a:tc>
                  <a:txBody>
                    <a:bodyPr/>
                    <a:lstStyle/>
                    <a:p>
                      <a:pPr indent="0" lvl="0" marL="83185"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4</a:t>
                      </a:r>
                      <a:endParaRPr sz="2600" u="none" cap="none" strike="noStrike">
                        <a:solidFill>
                          <a:schemeClr val="dk1"/>
                        </a:solidFill>
                        <a:latin typeface="Arial"/>
                        <a:ea typeface="Arial"/>
                        <a:cs typeface="Arial"/>
                        <a:sym typeface="Arial"/>
                      </a:endParaRPr>
                    </a:p>
                  </a:txBody>
                  <a:tcPr marT="28575"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E7ECF3"/>
                    </a:solidFill>
                  </a:tcPr>
                </a:tc>
                <a:tc>
                  <a:txBody>
                    <a:bodyPr/>
                    <a:lstStyle/>
                    <a:p>
                      <a:pPr indent="0" lvl="0" marL="52070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11</a:t>
                      </a:r>
                      <a:endParaRPr sz="2600" u="none" cap="none" strike="noStrike">
                        <a:solidFill>
                          <a:schemeClr val="dk1"/>
                        </a:solidFill>
                        <a:latin typeface="Arial"/>
                        <a:ea typeface="Arial"/>
                        <a:cs typeface="Arial"/>
                        <a:sym typeface="Arial"/>
                      </a:endParaRPr>
                    </a:p>
                  </a:txBody>
                  <a:tcPr marT="28575" marB="0" marR="0" marL="0">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tcPr>
                </a:tc>
                <a:tc>
                  <a:txBody>
                    <a:bodyPr/>
                    <a:lstStyle/>
                    <a:p>
                      <a:pPr indent="0" lvl="0" marL="861060" marR="0" rtl="0" algn="l">
                        <a:lnSpc>
                          <a:spcPct val="100000"/>
                        </a:lnSpc>
                        <a:spcBef>
                          <a:spcPts val="0"/>
                        </a:spcBef>
                        <a:spcAft>
                          <a:spcPts val="0"/>
                        </a:spcAft>
                        <a:buClr>
                          <a:srgbClr val="000000"/>
                        </a:buClr>
                        <a:buSzPts val="2600"/>
                        <a:buFont typeface="Arial"/>
                        <a:buNone/>
                      </a:pPr>
                      <a:r>
                        <a:rPr lang="en-US" sz="2600" u="none" cap="none" strike="noStrike">
                          <a:solidFill>
                            <a:schemeClr val="dk1"/>
                          </a:solidFill>
                          <a:latin typeface="Arial"/>
                          <a:ea typeface="Arial"/>
                          <a:cs typeface="Arial"/>
                          <a:sym typeface="Arial"/>
                        </a:rPr>
                        <a:t>51</a:t>
                      </a:r>
                      <a:endParaRPr sz="2600" u="none" cap="none" strike="noStrike">
                        <a:solidFill>
                          <a:schemeClr val="dk1"/>
                        </a:solidFill>
                        <a:latin typeface="Arial"/>
                        <a:ea typeface="Arial"/>
                        <a:cs typeface="Arial"/>
                        <a:sym typeface="Arial"/>
                      </a:endParaRPr>
                    </a:p>
                  </a:txBody>
                  <a:tcPr marT="28575" marB="0" marR="0" marL="0">
                    <a:lnR cap="flat" cmpd="sng" w="12700">
                      <a:solidFill>
                        <a:srgbClr val="0581B7"/>
                      </a:solidFill>
                      <a:prstDash val="solid"/>
                      <a:round/>
                      <a:headEnd len="sm" w="sm" type="none"/>
                      <a:tailEnd len="sm" w="sm" type="none"/>
                    </a:lnR>
                    <a:lnT cap="flat" cmpd="sng" w="12700">
                      <a:solidFill>
                        <a:srgbClr val="0581B7"/>
                      </a:solidFill>
                      <a:prstDash val="solid"/>
                      <a:round/>
                      <a:headEnd len="sm" w="sm" type="none"/>
                      <a:tailEnd len="sm" w="sm" type="none"/>
                    </a:lnT>
                    <a:lnB cap="flat" cmpd="sng" w="12700">
                      <a:solidFill>
                        <a:srgbClr val="0581B7"/>
                      </a:solidFill>
                      <a:prstDash val="solid"/>
                      <a:round/>
                      <a:headEnd len="sm" w="sm" type="none"/>
                      <a:tailEnd len="sm" w="sm" type="none"/>
                    </a:lnB>
                    <a:solidFill>
                      <a:srgbClr val="E7ECF3"/>
                    </a:solidFill>
                  </a:tcPr>
                </a:tc>
              </a:tr>
            </a:tbl>
          </a:graphicData>
        </a:graphic>
      </p:graphicFrame>
      <p:sp>
        <p:nvSpPr>
          <p:cNvPr id="897" name="Google Shape;897;p45"/>
          <p:cNvSpPr/>
          <p:nvPr/>
        </p:nvSpPr>
        <p:spPr>
          <a:xfrm>
            <a:off x="1332738" y="3525772"/>
            <a:ext cx="227144" cy="2837922"/>
          </a:xfrm>
          <a:custGeom>
            <a:rect b="b" l="l" r="r" t="t"/>
            <a:pathLst>
              <a:path extrusionOk="0" h="1224279" w="184784">
                <a:moveTo>
                  <a:pt x="184404" y="1223772"/>
                </a:moveTo>
                <a:lnTo>
                  <a:pt x="148512" y="1222568"/>
                </a:lnTo>
                <a:lnTo>
                  <a:pt x="119205" y="1219280"/>
                </a:lnTo>
                <a:lnTo>
                  <a:pt x="99446" y="1214396"/>
                </a:lnTo>
                <a:lnTo>
                  <a:pt x="92201" y="1208406"/>
                </a:lnTo>
                <a:lnTo>
                  <a:pt x="92201" y="627252"/>
                </a:lnTo>
                <a:lnTo>
                  <a:pt x="84957" y="621262"/>
                </a:lnTo>
                <a:lnTo>
                  <a:pt x="65198" y="616378"/>
                </a:lnTo>
                <a:lnTo>
                  <a:pt x="35891" y="613090"/>
                </a:lnTo>
                <a:lnTo>
                  <a:pt x="0" y="611885"/>
                </a:lnTo>
                <a:lnTo>
                  <a:pt x="35891" y="610681"/>
                </a:lnTo>
                <a:lnTo>
                  <a:pt x="65198" y="607393"/>
                </a:lnTo>
                <a:lnTo>
                  <a:pt x="84957" y="602509"/>
                </a:lnTo>
                <a:lnTo>
                  <a:pt x="92201" y="596518"/>
                </a:lnTo>
                <a:lnTo>
                  <a:pt x="92201" y="15366"/>
                </a:lnTo>
                <a:lnTo>
                  <a:pt x="99446" y="9376"/>
                </a:lnTo>
                <a:lnTo>
                  <a:pt x="119205" y="4492"/>
                </a:lnTo>
                <a:lnTo>
                  <a:pt x="148512" y="1204"/>
                </a:lnTo>
                <a:lnTo>
                  <a:pt x="184404" y="0"/>
                </a:lnTo>
              </a:path>
            </a:pathLst>
          </a:custGeom>
          <a:noFill/>
          <a:ln cap="flat" cmpd="sng" w="19800">
            <a:solidFill>
              <a:srgbClr val="0581B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45"/>
          <p:cNvSpPr txBox="1"/>
          <p:nvPr/>
        </p:nvSpPr>
        <p:spPr>
          <a:xfrm>
            <a:off x="805688" y="1604770"/>
            <a:ext cx="10040112" cy="382156"/>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Table of actual values versus prediction</a:t>
            </a:r>
            <a:r>
              <a:rPr b="0" i="0" lang="en-US" sz="2400" u="none" cap="none" strike="noStrike">
                <a:solidFill>
                  <a:srgbClr val="000000"/>
                </a:solidFill>
                <a:latin typeface="Arial"/>
                <a:ea typeface="Arial"/>
                <a:cs typeface="Arial"/>
                <a:sym typeface="Arial"/>
              </a:rPr>
              <a:t> </a:t>
            </a:r>
            <a:r>
              <a:rPr b="0" i="0" lang="en-US" sz="2400" u="none" cap="none" strike="noStrike">
                <a:solidFill>
                  <a:srgbClr val="001F5F"/>
                </a:solidFill>
                <a:latin typeface="Arial"/>
                <a:ea typeface="Arial"/>
                <a:cs typeface="Arial"/>
                <a:sym typeface="Arial"/>
              </a:rPr>
              <a:t>Actual class</a:t>
            </a:r>
            <a:endParaRPr b="0" i="0" sz="2400" u="none" cap="none" strike="noStrike">
              <a:solidFill>
                <a:srgbClr val="000000"/>
              </a:solidFill>
              <a:latin typeface="Arial"/>
              <a:ea typeface="Arial"/>
              <a:cs typeface="Arial"/>
              <a:sym typeface="Arial"/>
            </a:endParaRPr>
          </a:p>
        </p:txBody>
      </p:sp>
      <p:sp>
        <p:nvSpPr>
          <p:cNvPr id="899" name="Google Shape;899;p45"/>
          <p:cNvSpPr txBox="1"/>
          <p:nvPr/>
        </p:nvSpPr>
        <p:spPr>
          <a:xfrm>
            <a:off x="1183533" y="2285255"/>
            <a:ext cx="2216511" cy="547137"/>
          </a:xfrm>
          <a:prstGeom prst="rect">
            <a:avLst/>
          </a:prstGeom>
          <a:noFill/>
          <a:ln>
            <a:noFill/>
          </a:ln>
        </p:spPr>
        <p:txBody>
          <a:bodyPr anchorCtr="0" anchor="t" bIns="0" lIns="0" spcFirstLastPara="1" rIns="0" wrap="square" tIns="0">
            <a:spAutoFit/>
          </a:bodyPr>
          <a:lstStyle/>
          <a:p>
            <a:pPr indent="0" lvl="0" marL="12700" marR="0" rtl="0" algn="l">
              <a:lnSpc>
                <a:spcPct val="80384"/>
              </a:lnSpc>
              <a:spcBef>
                <a:spcPts val="0"/>
              </a:spcBef>
              <a:spcAft>
                <a:spcPts val="0"/>
              </a:spcAft>
              <a:buClr>
                <a:srgbClr val="000000"/>
              </a:buClr>
              <a:buSzPts val="2600"/>
              <a:buFont typeface="Arial"/>
              <a:buNone/>
            </a:pPr>
            <a:r>
              <a:rPr b="0" i="0" lang="en-US" sz="2600" u="none" cap="none" strike="noStrike">
                <a:solidFill>
                  <a:srgbClr val="001F5F"/>
                </a:solidFill>
                <a:latin typeface="Arial"/>
                <a:ea typeface="Arial"/>
                <a:cs typeface="Arial"/>
                <a:sym typeface="Arial"/>
              </a:rPr>
              <a:t>Predicted Class</a:t>
            </a:r>
            <a:endParaRPr b="0" i="0" sz="2600" u="none" cap="none" strike="noStrike">
              <a:solidFill>
                <a:srgbClr val="000000"/>
              </a:solidFill>
              <a:latin typeface="Arial"/>
              <a:ea typeface="Arial"/>
              <a:cs typeface="Arial"/>
              <a:sym typeface="Arial"/>
            </a:endParaRPr>
          </a:p>
        </p:txBody>
      </p:sp>
      <p:grpSp>
        <p:nvGrpSpPr>
          <p:cNvPr id="900" name="Google Shape;900;p45"/>
          <p:cNvGrpSpPr/>
          <p:nvPr/>
        </p:nvGrpSpPr>
        <p:grpSpPr>
          <a:xfrm>
            <a:off x="4558473" y="6934200"/>
            <a:ext cx="4839321" cy="2614649"/>
            <a:chOff x="3400044" y="4114800"/>
            <a:chExt cx="3012947" cy="1368552"/>
          </a:xfrm>
        </p:grpSpPr>
        <p:pic>
          <p:nvPicPr>
            <p:cNvPr id="901" name="Google Shape;901;p45"/>
            <p:cNvPicPr preferRelativeResize="0"/>
            <p:nvPr/>
          </p:nvPicPr>
          <p:blipFill rotWithShape="1">
            <a:blip r:embed="rId3">
              <a:alphaModFix/>
            </a:blip>
            <a:srcRect b="0" l="0" r="0" t="0"/>
            <a:stretch/>
          </p:blipFill>
          <p:spPr>
            <a:xfrm>
              <a:off x="3400044" y="4114800"/>
              <a:ext cx="3012947" cy="1368552"/>
            </a:xfrm>
            <a:prstGeom prst="rect">
              <a:avLst/>
            </a:prstGeom>
            <a:noFill/>
            <a:ln>
              <a:noFill/>
            </a:ln>
          </p:spPr>
        </p:pic>
        <p:pic>
          <p:nvPicPr>
            <p:cNvPr id="902" name="Google Shape;902;p45"/>
            <p:cNvPicPr preferRelativeResize="0"/>
            <p:nvPr/>
          </p:nvPicPr>
          <p:blipFill rotWithShape="1">
            <a:blip r:embed="rId4">
              <a:alphaModFix/>
            </a:blip>
            <a:srcRect b="0" l="0" r="0" t="0"/>
            <a:stretch/>
          </p:blipFill>
          <p:spPr>
            <a:xfrm>
              <a:off x="3454908" y="4146929"/>
              <a:ext cx="2916936" cy="1275461"/>
            </a:xfrm>
            <a:prstGeom prst="rect">
              <a:avLst/>
            </a:prstGeom>
            <a:noFill/>
            <a:ln>
              <a:noFill/>
            </a:ln>
          </p:spPr>
        </p:pic>
        <p:sp>
          <p:nvSpPr>
            <p:cNvPr id="903" name="Google Shape;903;p45"/>
            <p:cNvSpPr/>
            <p:nvPr/>
          </p:nvSpPr>
          <p:spPr>
            <a:xfrm>
              <a:off x="3454908" y="4146929"/>
              <a:ext cx="2917190" cy="1275715"/>
            </a:xfrm>
            <a:custGeom>
              <a:rect b="b" l="l" r="r" t="t"/>
              <a:pathLst>
                <a:path extrusionOk="0" h="1275714" w="2917190">
                  <a:moveTo>
                    <a:pt x="109727" y="665861"/>
                  </a:moveTo>
                  <a:lnTo>
                    <a:pt x="577595" y="665861"/>
                  </a:lnTo>
                  <a:lnTo>
                    <a:pt x="0" y="0"/>
                  </a:lnTo>
                  <a:lnTo>
                    <a:pt x="1279397" y="665861"/>
                  </a:lnTo>
                  <a:lnTo>
                    <a:pt x="2916935" y="665861"/>
                  </a:lnTo>
                  <a:lnTo>
                    <a:pt x="2916935" y="767461"/>
                  </a:lnTo>
                  <a:lnTo>
                    <a:pt x="2916935" y="919861"/>
                  </a:lnTo>
                  <a:lnTo>
                    <a:pt x="2916935" y="1275462"/>
                  </a:lnTo>
                  <a:lnTo>
                    <a:pt x="1279397" y="1275462"/>
                  </a:lnTo>
                  <a:lnTo>
                    <a:pt x="577595" y="1275462"/>
                  </a:lnTo>
                  <a:lnTo>
                    <a:pt x="109727" y="1275462"/>
                  </a:lnTo>
                  <a:lnTo>
                    <a:pt x="109727" y="919861"/>
                  </a:lnTo>
                  <a:lnTo>
                    <a:pt x="109727" y="767461"/>
                  </a:lnTo>
                  <a:lnTo>
                    <a:pt x="109727" y="665861"/>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04" name="Google Shape;904;p45"/>
          <p:cNvSpPr txBox="1"/>
          <p:nvPr/>
        </p:nvSpPr>
        <p:spPr>
          <a:xfrm>
            <a:off x="5076901" y="8395892"/>
            <a:ext cx="4216974" cy="768800"/>
          </a:xfrm>
          <a:prstGeom prst="rect">
            <a:avLst/>
          </a:prstGeom>
          <a:noFill/>
          <a:ln>
            <a:noFill/>
          </a:ln>
        </p:spPr>
        <p:txBody>
          <a:bodyPr anchorCtr="0" anchor="t" bIns="0" lIns="0" spcFirstLastPara="1" rIns="0" wrap="square" tIns="29825">
            <a:spAutoFit/>
          </a:bodyPr>
          <a:lstStyle/>
          <a:p>
            <a:pPr indent="-384175" lvl="0" marL="396875" marR="508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Two whales were incorrectly predicted as bears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8" name="Shape 908"/>
        <p:cNvGrpSpPr/>
        <p:nvPr/>
      </p:nvGrpSpPr>
      <p:grpSpPr>
        <a:xfrm>
          <a:off x="0" y="0"/>
          <a:ext cx="0" cy="0"/>
          <a:chOff x="0" y="0"/>
          <a:chExt cx="0" cy="0"/>
        </a:xfrm>
      </p:grpSpPr>
      <p:sp>
        <p:nvSpPr>
          <p:cNvPr descr="$PPTXTitle" id="909" name="Google Shape;909;p47"/>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The Binary Confusion Matrix</a:t>
            </a:r>
            <a:endParaRPr b="1" sz="3400">
              <a:solidFill>
                <a:srgbClr val="0070C0"/>
              </a:solidFill>
            </a:endParaRPr>
          </a:p>
        </p:txBody>
      </p:sp>
      <p:sp>
        <p:nvSpPr>
          <p:cNvPr id="910" name="Google Shape;910;p47"/>
          <p:cNvSpPr txBox="1"/>
          <p:nvPr/>
        </p:nvSpPr>
        <p:spPr>
          <a:xfrm>
            <a:off x="2452176" y="6713884"/>
            <a:ext cx="6945823" cy="930383"/>
          </a:xfrm>
          <a:prstGeom prst="rect">
            <a:avLst/>
          </a:prstGeom>
          <a:noFill/>
          <a:ln>
            <a:noFill/>
          </a:ln>
        </p:spPr>
        <p:txBody>
          <a:bodyPr anchorCtr="0" anchor="t" bIns="0" lIns="0" spcFirstLastPara="1" rIns="0" wrap="square" tIns="100950">
            <a:spAutoFit/>
          </a:bodyPr>
          <a:lstStyle/>
          <a:p>
            <a:pPr indent="-172720" lvl="0" marL="18542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False positives are also called Type I error</a:t>
            </a:r>
            <a:endParaRPr b="0" i="0" sz="2400" u="none" cap="none" strike="noStrike">
              <a:solidFill>
                <a:schemeClr val="dk1"/>
              </a:solidFill>
              <a:latin typeface="Arial"/>
              <a:ea typeface="Arial"/>
              <a:cs typeface="Arial"/>
              <a:sym typeface="Arial"/>
            </a:endParaRPr>
          </a:p>
          <a:p>
            <a:pPr indent="-172720" lvl="0" marL="185420" marR="0" rtl="0" algn="l">
              <a:lnSpc>
                <a:spcPct val="100000"/>
              </a:lnSpc>
              <a:spcBef>
                <a:spcPts val="695"/>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False negatives are also called Type II error</a:t>
            </a:r>
            <a:endParaRPr b="0" i="0" sz="2400" u="none" cap="none" strike="noStrike">
              <a:solidFill>
                <a:schemeClr val="dk1"/>
              </a:solidFill>
              <a:latin typeface="Arial"/>
              <a:ea typeface="Arial"/>
              <a:cs typeface="Arial"/>
              <a:sym typeface="Arial"/>
            </a:endParaRPr>
          </a:p>
        </p:txBody>
      </p:sp>
      <p:graphicFrame>
        <p:nvGraphicFramePr>
          <p:cNvPr id="911" name="Google Shape;911;p47"/>
          <p:cNvGraphicFramePr/>
          <p:nvPr/>
        </p:nvGraphicFramePr>
        <p:xfrm>
          <a:off x="2094737" y="2323338"/>
          <a:ext cx="3000000" cy="3000000"/>
        </p:xfrm>
        <a:graphic>
          <a:graphicData uri="http://schemas.openxmlformats.org/drawingml/2006/table">
            <a:tbl>
              <a:tblPr bandRow="1" firstRow="1">
                <a:noFill/>
                <a:tableStyleId>{42223116-3C84-4EE4-85F8-6DDD05C4C417}</a:tableStyleId>
              </a:tblPr>
              <a:tblGrid>
                <a:gridCol w="1276000"/>
                <a:gridCol w="25400"/>
                <a:gridCol w="6001850"/>
              </a:tblGrid>
              <a:tr h="1282225">
                <a:tc gridSpan="2">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solidFill>
                          <a:schemeClr val="dk1"/>
                        </a:solidFill>
                        <a:latin typeface="Arial"/>
                        <a:ea typeface="Arial"/>
                        <a:cs typeface="Arial"/>
                        <a:sym typeface="Arial"/>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9EA"/>
                    </a:solidFill>
                  </a:tcPr>
                </a:tc>
                <a:tc hMerge="1"/>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Arial"/>
                          <a:ea typeface="Arial"/>
                          <a:cs typeface="Arial"/>
                          <a:sym typeface="Arial"/>
                        </a:rPr>
                        <a:t>true	false</a:t>
                      </a:r>
                      <a:endParaRPr sz="2400" u="none" cap="none" strike="noStrike">
                        <a:solidFill>
                          <a:schemeClr val="dk1"/>
                        </a:solidFill>
                        <a:latin typeface="Arial"/>
                        <a:ea typeface="Arial"/>
                        <a:cs typeface="Arial"/>
                        <a:sym typeface="Arial"/>
                      </a:endParaRPr>
                    </a:p>
                  </a:txBody>
                  <a:tcPr marT="279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581B7"/>
                    </a:solidFill>
                  </a:tcPr>
                </a:tc>
              </a:tr>
              <a:tr h="1284425">
                <a:tc gridSpan="2">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Arial"/>
                          <a:ea typeface="Arial"/>
                          <a:cs typeface="Arial"/>
                          <a:sym typeface="Arial"/>
                        </a:rPr>
                        <a:t>true</a:t>
                      </a:r>
                      <a:endParaRPr sz="2400" u="none" cap="none" strike="noStrike">
                        <a:solidFill>
                          <a:schemeClr val="dk1"/>
                        </a:solidFill>
                        <a:latin typeface="Arial"/>
                        <a:ea typeface="Arial"/>
                        <a:cs typeface="Arial"/>
                        <a:sym typeface="Arial"/>
                      </a:endParaRPr>
                    </a:p>
                  </a:txBody>
                  <a:tcPr marT="260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581B7"/>
                    </a:solidFill>
                  </a:tcPr>
                </a:tc>
                <a:tc hMerge="1"/>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Arial"/>
                          <a:ea typeface="Arial"/>
                          <a:cs typeface="Arial"/>
                          <a:sym typeface="Arial"/>
                        </a:rPr>
                        <a:t>True Positives (TP)	False Positives (FP)</a:t>
                      </a:r>
                      <a:endParaRPr sz="2400" u="none" cap="none" strike="noStrike">
                        <a:solidFill>
                          <a:schemeClr val="dk1"/>
                        </a:solidFill>
                        <a:latin typeface="Arial"/>
                        <a:ea typeface="Arial"/>
                        <a:cs typeface="Arial"/>
                        <a:sym typeface="Arial"/>
                      </a:endParaRPr>
                    </a:p>
                  </a:txBody>
                  <a:tcPr marT="26025"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7ECF3"/>
                    </a:solidFill>
                  </a:tcPr>
                </a:tc>
              </a:tr>
              <a:tr h="1282225">
                <a:tc>
                  <a:txBody>
                    <a:bodyPr/>
                    <a:lstStyle/>
                    <a:p>
                      <a:pPr indent="0" lvl="0" marL="91440" marR="0" rtl="0" algn="l">
                        <a:lnSpc>
                          <a:spcPct val="100000"/>
                        </a:lnSpc>
                        <a:spcBef>
                          <a:spcPts val="0"/>
                        </a:spcBef>
                        <a:spcAft>
                          <a:spcPts val="0"/>
                        </a:spcAft>
                        <a:buClr>
                          <a:srgbClr val="000000"/>
                        </a:buClr>
                        <a:buSzPts val="2400"/>
                        <a:buFont typeface="Arial"/>
                        <a:buNone/>
                      </a:pPr>
                      <a:r>
                        <a:rPr b="1" lang="en-US" sz="2400" u="none" cap="none" strike="noStrike">
                          <a:solidFill>
                            <a:schemeClr val="dk1"/>
                          </a:solidFill>
                          <a:latin typeface="Arial"/>
                          <a:ea typeface="Arial"/>
                          <a:cs typeface="Arial"/>
                          <a:sym typeface="Arial"/>
                        </a:rPr>
                        <a:t>false</a:t>
                      </a:r>
                      <a:endParaRPr sz="2400" u="none" cap="none" strike="noStrike">
                        <a:solidFill>
                          <a:schemeClr val="dk1"/>
                        </a:solidFill>
                        <a:latin typeface="Arial"/>
                        <a:ea typeface="Arial"/>
                        <a:cs typeface="Arial"/>
                        <a:sym typeface="Arial"/>
                      </a:endParaRPr>
                    </a:p>
                  </a:txBody>
                  <a:tcPr marT="15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581B7"/>
                    </a:solidFill>
                  </a:tcPr>
                </a:tc>
                <a:tc>
                  <a:txBody>
                    <a:bodyPr/>
                    <a:lstStyle/>
                    <a:p>
                      <a:pPr indent="0" lvl="0" marL="0" marR="0" rtl="0" algn="l">
                        <a:lnSpc>
                          <a:spcPct val="100000"/>
                        </a:lnSpc>
                        <a:spcBef>
                          <a:spcPts val="0"/>
                        </a:spcBef>
                        <a:spcAft>
                          <a:spcPts val="0"/>
                        </a:spcAft>
                        <a:buClr>
                          <a:srgbClr val="000000"/>
                        </a:buClr>
                        <a:buSzPts val="2200"/>
                        <a:buFont typeface="Arial"/>
                        <a:buNone/>
                      </a:pPr>
                      <a:r>
                        <a:t/>
                      </a:r>
                      <a:endParaRPr sz="2200" u="none" cap="none" strike="noStrike">
                        <a:solidFill>
                          <a:schemeClr val="dk1"/>
                        </a:solidFill>
                        <a:latin typeface="Arial"/>
                        <a:ea typeface="Arial"/>
                        <a:cs typeface="Arial"/>
                        <a:sym typeface="Arial"/>
                      </a:endParaRPr>
                    </a:p>
                  </a:txBody>
                  <a:tcPr marT="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9EA"/>
                    </a:solidFill>
                  </a:tcPr>
                </a:tc>
                <a:tc>
                  <a:txBody>
                    <a:bodyPr/>
                    <a:lstStyle/>
                    <a:p>
                      <a:pPr indent="0" lvl="0" marL="91440" marR="0" rtl="0" algn="l">
                        <a:lnSpc>
                          <a:spcPct val="100000"/>
                        </a:lnSpc>
                        <a:spcBef>
                          <a:spcPts val="0"/>
                        </a:spcBef>
                        <a:spcAft>
                          <a:spcPts val="0"/>
                        </a:spcAft>
                        <a:buClr>
                          <a:srgbClr val="000000"/>
                        </a:buClr>
                        <a:buSzPts val="2400"/>
                        <a:buFont typeface="Arial"/>
                        <a:buNone/>
                      </a:pPr>
                      <a:r>
                        <a:rPr lang="en-US" sz="2400" u="none" cap="none" strike="noStrike">
                          <a:solidFill>
                            <a:schemeClr val="dk1"/>
                          </a:solidFill>
                          <a:latin typeface="Arial"/>
                          <a:ea typeface="Arial"/>
                          <a:cs typeface="Arial"/>
                          <a:sym typeface="Arial"/>
                        </a:rPr>
                        <a:t>False Negatives (FN)	True Negatives (TN)</a:t>
                      </a:r>
                      <a:endParaRPr sz="2400" u="none" cap="none" strike="noStrike">
                        <a:solidFill>
                          <a:schemeClr val="dk1"/>
                        </a:solidFill>
                        <a:latin typeface="Arial"/>
                        <a:ea typeface="Arial"/>
                        <a:cs typeface="Arial"/>
                        <a:sym typeface="Arial"/>
                      </a:endParaRPr>
                    </a:p>
                  </a:txBody>
                  <a:tcPr marT="15250" marB="0" marR="0" marL="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F9EA"/>
                    </a:solidFill>
                  </a:tcPr>
                </a:tc>
              </a:tr>
            </a:tbl>
          </a:graphicData>
        </a:graphic>
      </p:graphicFrame>
      <p:sp>
        <p:nvSpPr>
          <p:cNvPr id="912" name="Google Shape;912;p47"/>
          <p:cNvSpPr/>
          <p:nvPr/>
        </p:nvSpPr>
        <p:spPr>
          <a:xfrm>
            <a:off x="1549400" y="2710432"/>
            <a:ext cx="348741" cy="3461768"/>
          </a:xfrm>
          <a:custGeom>
            <a:rect b="b" l="l" r="r" t="t"/>
            <a:pathLst>
              <a:path extrusionOk="0" h="733425" w="184785">
                <a:moveTo>
                  <a:pt x="184404" y="733044"/>
                </a:moveTo>
                <a:lnTo>
                  <a:pt x="148512" y="731839"/>
                </a:lnTo>
                <a:lnTo>
                  <a:pt x="119205" y="728551"/>
                </a:lnTo>
                <a:lnTo>
                  <a:pt x="99446" y="723667"/>
                </a:lnTo>
                <a:lnTo>
                  <a:pt x="92202" y="717677"/>
                </a:lnTo>
                <a:lnTo>
                  <a:pt x="92202" y="381889"/>
                </a:lnTo>
                <a:lnTo>
                  <a:pt x="84957" y="375898"/>
                </a:lnTo>
                <a:lnTo>
                  <a:pt x="65198" y="371014"/>
                </a:lnTo>
                <a:lnTo>
                  <a:pt x="35891" y="367726"/>
                </a:lnTo>
                <a:lnTo>
                  <a:pt x="0" y="366522"/>
                </a:lnTo>
                <a:lnTo>
                  <a:pt x="35891" y="365317"/>
                </a:lnTo>
                <a:lnTo>
                  <a:pt x="65198" y="362029"/>
                </a:lnTo>
                <a:lnTo>
                  <a:pt x="84957" y="357145"/>
                </a:lnTo>
                <a:lnTo>
                  <a:pt x="92202" y="351155"/>
                </a:lnTo>
                <a:lnTo>
                  <a:pt x="92202" y="15367"/>
                </a:lnTo>
                <a:lnTo>
                  <a:pt x="99446" y="9376"/>
                </a:lnTo>
                <a:lnTo>
                  <a:pt x="119205" y="4492"/>
                </a:lnTo>
                <a:lnTo>
                  <a:pt x="148512" y="1204"/>
                </a:lnTo>
                <a:lnTo>
                  <a:pt x="184404" y="0"/>
                </a:lnTo>
              </a:path>
            </a:pathLst>
          </a:custGeom>
          <a:noFill/>
          <a:ln cap="flat" cmpd="sng" w="19800">
            <a:solidFill>
              <a:srgbClr val="0581B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47"/>
          <p:cNvSpPr/>
          <p:nvPr/>
        </p:nvSpPr>
        <p:spPr>
          <a:xfrm>
            <a:off x="3454400" y="1853724"/>
            <a:ext cx="5715000" cy="469614"/>
          </a:xfrm>
          <a:custGeom>
            <a:rect b="b" l="l" r="r" t="t"/>
            <a:pathLst>
              <a:path extrusionOk="0" h="216535" w="3068320">
                <a:moveTo>
                  <a:pt x="0" y="216408"/>
                </a:moveTo>
                <a:lnTo>
                  <a:pt x="1424" y="174265"/>
                </a:lnTo>
                <a:lnTo>
                  <a:pt x="5302" y="139874"/>
                </a:lnTo>
                <a:lnTo>
                  <a:pt x="11037" y="116699"/>
                </a:lnTo>
                <a:lnTo>
                  <a:pt x="18034" y="108204"/>
                </a:lnTo>
                <a:lnTo>
                  <a:pt x="1515872" y="108204"/>
                </a:lnTo>
                <a:lnTo>
                  <a:pt x="1522868" y="99708"/>
                </a:lnTo>
                <a:lnTo>
                  <a:pt x="1528603" y="76533"/>
                </a:lnTo>
                <a:lnTo>
                  <a:pt x="1532481" y="42142"/>
                </a:lnTo>
                <a:lnTo>
                  <a:pt x="1533906" y="0"/>
                </a:lnTo>
                <a:lnTo>
                  <a:pt x="1535330" y="42142"/>
                </a:lnTo>
                <a:lnTo>
                  <a:pt x="1539208" y="76533"/>
                </a:lnTo>
                <a:lnTo>
                  <a:pt x="1544943" y="99708"/>
                </a:lnTo>
                <a:lnTo>
                  <a:pt x="1551940" y="108204"/>
                </a:lnTo>
                <a:lnTo>
                  <a:pt x="3049778" y="108204"/>
                </a:lnTo>
                <a:lnTo>
                  <a:pt x="3056774" y="116699"/>
                </a:lnTo>
                <a:lnTo>
                  <a:pt x="3062509" y="139874"/>
                </a:lnTo>
                <a:lnTo>
                  <a:pt x="3066387" y="174265"/>
                </a:lnTo>
                <a:lnTo>
                  <a:pt x="3067812" y="216408"/>
                </a:lnTo>
              </a:path>
            </a:pathLst>
          </a:custGeom>
          <a:noFill/>
          <a:ln cap="flat" cmpd="sng" w="19800">
            <a:solidFill>
              <a:srgbClr val="0581B7"/>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4" name="Google Shape;914;p47"/>
          <p:cNvSpPr txBox="1"/>
          <p:nvPr/>
        </p:nvSpPr>
        <p:spPr>
          <a:xfrm>
            <a:off x="5952108" y="1422132"/>
            <a:ext cx="3068320" cy="39754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rgbClr val="001F5F"/>
                </a:solidFill>
                <a:latin typeface="Arial"/>
                <a:ea typeface="Arial"/>
                <a:cs typeface="Arial"/>
                <a:sym typeface="Arial"/>
              </a:rPr>
              <a:t>Actual class</a:t>
            </a:r>
            <a:endParaRPr b="0" i="0" sz="2500" u="none" cap="none" strike="noStrike">
              <a:solidFill>
                <a:srgbClr val="000000"/>
              </a:solidFill>
              <a:latin typeface="Arial"/>
              <a:ea typeface="Arial"/>
              <a:cs typeface="Arial"/>
              <a:sym typeface="Arial"/>
            </a:endParaRPr>
          </a:p>
        </p:txBody>
      </p:sp>
      <p:sp>
        <p:nvSpPr>
          <p:cNvPr id="915" name="Google Shape;915;p47"/>
          <p:cNvSpPr txBox="1"/>
          <p:nvPr/>
        </p:nvSpPr>
        <p:spPr>
          <a:xfrm>
            <a:off x="243966" y="3977119"/>
            <a:ext cx="1608455" cy="541302"/>
          </a:xfrm>
          <a:prstGeom prst="rect">
            <a:avLst/>
          </a:prstGeom>
          <a:noFill/>
          <a:ln>
            <a:noFill/>
          </a:ln>
        </p:spPr>
        <p:txBody>
          <a:bodyPr anchorCtr="0" anchor="t" bIns="0" lIns="0" spcFirstLastPara="1" rIns="0" wrap="square" tIns="0">
            <a:spAutoFit/>
          </a:bodyPr>
          <a:lstStyle/>
          <a:p>
            <a:pPr indent="0" lvl="0" marL="12700" marR="0" rtl="0" algn="l">
              <a:lnSpc>
                <a:spcPct val="87083"/>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Predicted Class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9" name="Shape 919"/>
        <p:cNvGrpSpPr/>
        <p:nvPr/>
      </p:nvGrpSpPr>
      <p:grpSpPr>
        <a:xfrm>
          <a:off x="0" y="0"/>
          <a:ext cx="0" cy="0"/>
          <a:chOff x="0" y="0"/>
          <a:chExt cx="0" cy="0"/>
        </a:xfrm>
      </p:grpSpPr>
      <p:sp>
        <p:nvSpPr>
          <p:cNvPr descr="$PPTXTitle" id="920" name="Google Shape;920;p48"/>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Binary Performance Metrics (1)</a:t>
            </a:r>
            <a:endParaRPr b="1" sz="3400">
              <a:solidFill>
                <a:srgbClr val="0070C0"/>
              </a:solidFill>
            </a:endParaRPr>
          </a:p>
        </p:txBody>
      </p:sp>
      <p:sp>
        <p:nvSpPr>
          <p:cNvPr id="921" name="Google Shape;921;p48"/>
          <p:cNvSpPr txBox="1"/>
          <p:nvPr/>
        </p:nvSpPr>
        <p:spPr>
          <a:xfrm>
            <a:off x="706906" y="1764537"/>
            <a:ext cx="5493385" cy="1990288"/>
          </a:xfrm>
          <a:prstGeom prst="rect">
            <a:avLst/>
          </a:prstGeom>
          <a:noFill/>
          <a:ln>
            <a:noFill/>
          </a:ln>
        </p:spPr>
        <p:txBody>
          <a:bodyPr anchorCtr="0" anchor="t" bIns="0" lIns="0" spcFirstLastPara="1" rIns="0" wrap="square" tIns="53325">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Rates per actual class</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7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True positive rate, recall, sensitivity</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6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actually „True“ that is predicted correctly</a:t>
            </a:r>
            <a:endParaRPr b="0" i="0" sz="2400" u="none" cap="none" strike="noStrike">
              <a:solidFill>
                <a:srgbClr val="001F5F"/>
              </a:solidFill>
              <a:latin typeface="Arial"/>
              <a:ea typeface="Arial"/>
              <a:cs typeface="Arial"/>
              <a:sym typeface="Arial"/>
            </a:endParaRPr>
          </a:p>
          <a:p>
            <a:pPr indent="-19685" lvl="2" marL="869950" marR="0" rtl="0" algn="l">
              <a:lnSpc>
                <a:spcPct val="100000"/>
              </a:lnSpc>
              <a:spcBef>
                <a:spcPts val="160"/>
              </a:spcBef>
              <a:spcAft>
                <a:spcPts val="0"/>
              </a:spcAft>
              <a:buClr>
                <a:srgbClr val="000000"/>
              </a:buClr>
              <a:buSzPts val="2400"/>
              <a:buFont typeface="Arial"/>
              <a:buNone/>
            </a:pPr>
            <a:r>
              <a:t/>
            </a:r>
            <a:endParaRPr b="0" i="0" sz="2400" u="none" cap="none" strike="noStrike">
              <a:solidFill>
                <a:srgbClr val="001F5F"/>
              </a:solidFill>
              <a:latin typeface="Arial"/>
              <a:ea typeface="Arial"/>
              <a:cs typeface="Arial"/>
              <a:sym typeface="Arial"/>
            </a:endParaRPr>
          </a:p>
        </p:txBody>
      </p:sp>
      <p:sp>
        <p:nvSpPr>
          <p:cNvPr id="922" name="Google Shape;922;p48"/>
          <p:cNvSpPr txBox="1"/>
          <p:nvPr/>
        </p:nvSpPr>
        <p:spPr>
          <a:xfrm>
            <a:off x="620666" y="3554657"/>
            <a:ext cx="5224780" cy="1153520"/>
          </a:xfrm>
          <a:prstGeom prst="rect">
            <a:avLst/>
          </a:prstGeom>
          <a:noFill/>
          <a:ln>
            <a:noFill/>
          </a:ln>
        </p:spPr>
        <p:txBody>
          <a:bodyPr anchorCtr="0" anchor="t" bIns="0" lIns="0" spcFirstLastPara="1" rIns="0" wrap="square" tIns="323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True negative rate, specificity</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3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actually „False“ that is predicted correctly</a:t>
            </a:r>
            <a:endParaRPr b="0" i="0" sz="2400" u="none" cap="none" strike="noStrike">
              <a:solidFill>
                <a:srgbClr val="000000"/>
              </a:solidFill>
              <a:latin typeface="Arial"/>
              <a:ea typeface="Arial"/>
              <a:cs typeface="Arial"/>
              <a:sym typeface="Arial"/>
            </a:endParaRPr>
          </a:p>
        </p:txBody>
      </p:sp>
      <p:sp>
        <p:nvSpPr>
          <p:cNvPr id="923" name="Google Shape;923;p48"/>
          <p:cNvSpPr txBox="1"/>
          <p:nvPr/>
        </p:nvSpPr>
        <p:spPr>
          <a:xfrm>
            <a:off x="932815" y="4908086"/>
            <a:ext cx="1432007"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𝑇𝑁𝑅 =</a:t>
            </a:r>
            <a:endParaRPr b="0" i="0" sz="2400" u="none" cap="none" strike="noStrike">
              <a:solidFill>
                <a:srgbClr val="000000"/>
              </a:solidFill>
              <a:latin typeface="Arial"/>
              <a:ea typeface="Arial"/>
              <a:cs typeface="Arial"/>
              <a:sym typeface="Arial"/>
            </a:endParaRPr>
          </a:p>
        </p:txBody>
      </p:sp>
      <p:sp>
        <p:nvSpPr>
          <p:cNvPr id="924" name="Google Shape;924;p48"/>
          <p:cNvSpPr/>
          <p:nvPr/>
        </p:nvSpPr>
        <p:spPr>
          <a:xfrm>
            <a:off x="2877903" y="5185791"/>
            <a:ext cx="884852" cy="56180"/>
          </a:xfrm>
          <a:custGeom>
            <a:rect b="b" l="l" r="r" t="t"/>
            <a:pathLst>
              <a:path extrusionOk="0" h="12700" w="477519">
                <a:moveTo>
                  <a:pt x="477013" y="0"/>
                </a:moveTo>
                <a:lnTo>
                  <a:pt x="0" y="0"/>
                </a:lnTo>
                <a:lnTo>
                  <a:pt x="0" y="12191"/>
                </a:lnTo>
                <a:lnTo>
                  <a:pt x="477013" y="12191"/>
                </a:lnTo>
                <a:lnTo>
                  <a:pt x="47701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5" name="Google Shape;925;p48"/>
          <p:cNvSpPr txBox="1"/>
          <p:nvPr/>
        </p:nvSpPr>
        <p:spPr>
          <a:xfrm>
            <a:off x="2384766" y="4765559"/>
            <a:ext cx="1963846" cy="829713"/>
          </a:xfrm>
          <a:prstGeom prst="rect">
            <a:avLst/>
          </a:prstGeom>
          <a:noFill/>
          <a:ln>
            <a:noFill/>
          </a:ln>
        </p:spPr>
        <p:txBody>
          <a:bodyPr anchorCtr="0" anchor="t" bIns="0" lIns="0" spcFirstLastPara="1" rIns="0" wrap="square" tIns="52050">
            <a:spAutoFit/>
          </a:bodyPr>
          <a:lstStyle/>
          <a:p>
            <a:pPr indent="0" lvl="0" marL="13334" marR="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𝑇𝑁</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31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𝑇𝑁+𝐹𝑃</a:t>
            </a:r>
            <a:endParaRPr b="0" i="0" sz="2400" u="none" cap="none" strike="noStrike">
              <a:solidFill>
                <a:srgbClr val="000000"/>
              </a:solidFill>
              <a:latin typeface="Arial"/>
              <a:ea typeface="Arial"/>
              <a:cs typeface="Arial"/>
              <a:sym typeface="Arial"/>
            </a:endParaRPr>
          </a:p>
        </p:txBody>
      </p:sp>
      <p:sp>
        <p:nvSpPr>
          <p:cNvPr id="926" name="Google Shape;926;p48"/>
          <p:cNvSpPr txBox="1"/>
          <p:nvPr/>
        </p:nvSpPr>
        <p:spPr>
          <a:xfrm>
            <a:off x="689563" y="5921463"/>
            <a:ext cx="5086985" cy="1170192"/>
          </a:xfrm>
          <a:prstGeom prst="rect">
            <a:avLst/>
          </a:prstGeom>
          <a:noFill/>
          <a:ln>
            <a:noFill/>
          </a:ln>
        </p:spPr>
        <p:txBody>
          <a:bodyPr anchorCtr="0" anchor="t" bIns="0" lIns="0" spcFirstLastPara="1" rIns="0" wrap="square" tIns="361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False negative rate</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5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actually „True“ that is predicted wrongly</a:t>
            </a:r>
            <a:endParaRPr b="0" i="0" sz="2400" u="none" cap="none" strike="noStrike">
              <a:solidFill>
                <a:srgbClr val="000000"/>
              </a:solidFill>
              <a:latin typeface="Arial"/>
              <a:ea typeface="Arial"/>
              <a:cs typeface="Arial"/>
              <a:sym typeface="Arial"/>
            </a:endParaRPr>
          </a:p>
        </p:txBody>
      </p:sp>
      <p:sp>
        <p:nvSpPr>
          <p:cNvPr id="927" name="Google Shape;927;p48"/>
          <p:cNvSpPr txBox="1"/>
          <p:nvPr/>
        </p:nvSpPr>
        <p:spPr>
          <a:xfrm>
            <a:off x="541737" y="7709767"/>
            <a:ext cx="1570871"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𝐹𝑁𝑅 =</a:t>
            </a:r>
            <a:endParaRPr b="0" i="0" sz="2400" u="none" cap="none" strike="noStrike">
              <a:solidFill>
                <a:srgbClr val="000000"/>
              </a:solidFill>
              <a:latin typeface="Arial"/>
              <a:ea typeface="Arial"/>
              <a:cs typeface="Arial"/>
              <a:sym typeface="Arial"/>
            </a:endParaRPr>
          </a:p>
        </p:txBody>
      </p:sp>
      <p:sp>
        <p:nvSpPr>
          <p:cNvPr id="928" name="Google Shape;928;p48"/>
          <p:cNvSpPr/>
          <p:nvPr/>
        </p:nvSpPr>
        <p:spPr>
          <a:xfrm>
            <a:off x="2112608" y="7914953"/>
            <a:ext cx="2226555" cy="60789"/>
          </a:xfrm>
          <a:custGeom>
            <a:rect b="b" l="l" r="r" t="t"/>
            <a:pathLst>
              <a:path extrusionOk="0" h="12700" w="477519">
                <a:moveTo>
                  <a:pt x="477013" y="0"/>
                </a:moveTo>
                <a:lnTo>
                  <a:pt x="0" y="0"/>
                </a:lnTo>
                <a:lnTo>
                  <a:pt x="0" y="12191"/>
                </a:lnTo>
                <a:lnTo>
                  <a:pt x="477013" y="12191"/>
                </a:lnTo>
                <a:lnTo>
                  <a:pt x="47701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29" name="Google Shape;929;p48"/>
          <p:cNvSpPr txBox="1"/>
          <p:nvPr/>
        </p:nvSpPr>
        <p:spPr>
          <a:xfrm>
            <a:off x="2541852" y="7440063"/>
            <a:ext cx="2226556"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𝐹𝑁</a:t>
            </a:r>
            <a:endParaRPr b="0" i="0" sz="2400" u="none" cap="none" strike="noStrike">
              <a:solidFill>
                <a:srgbClr val="000000"/>
              </a:solidFill>
              <a:latin typeface="Arial"/>
              <a:ea typeface="Arial"/>
              <a:cs typeface="Arial"/>
              <a:sym typeface="Arial"/>
            </a:endParaRPr>
          </a:p>
        </p:txBody>
      </p:sp>
      <p:sp>
        <p:nvSpPr>
          <p:cNvPr id="930" name="Google Shape;930;p48"/>
          <p:cNvSpPr txBox="1"/>
          <p:nvPr/>
        </p:nvSpPr>
        <p:spPr>
          <a:xfrm>
            <a:off x="2129944" y="8093826"/>
            <a:ext cx="3357362"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𝐹𝑁+𝑇𝑃</a:t>
            </a:r>
            <a:endParaRPr b="0" i="0" sz="2400" u="none" cap="none" strike="noStrike">
              <a:solidFill>
                <a:srgbClr val="000000"/>
              </a:solidFill>
              <a:latin typeface="Arial"/>
              <a:ea typeface="Arial"/>
              <a:cs typeface="Arial"/>
              <a:sym typeface="Arial"/>
            </a:endParaRPr>
          </a:p>
        </p:txBody>
      </p:sp>
      <p:sp>
        <p:nvSpPr>
          <p:cNvPr id="931" name="Google Shape;931;p48"/>
          <p:cNvSpPr txBox="1"/>
          <p:nvPr/>
        </p:nvSpPr>
        <p:spPr>
          <a:xfrm>
            <a:off x="7569200" y="5880620"/>
            <a:ext cx="5165090" cy="1153520"/>
          </a:xfrm>
          <a:prstGeom prst="rect">
            <a:avLst/>
          </a:prstGeom>
          <a:noFill/>
          <a:ln>
            <a:noFill/>
          </a:ln>
        </p:spPr>
        <p:txBody>
          <a:bodyPr anchorCtr="0" anchor="t" bIns="0" lIns="0" spcFirstLastPara="1" rIns="0" wrap="square" tIns="323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False positive rate</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3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actually „False“ that is predicted wrongly</a:t>
            </a:r>
            <a:endParaRPr b="0" i="0" sz="2400" u="none" cap="none" strike="noStrike">
              <a:solidFill>
                <a:srgbClr val="000000"/>
              </a:solidFill>
              <a:latin typeface="Arial"/>
              <a:ea typeface="Arial"/>
              <a:cs typeface="Arial"/>
              <a:sym typeface="Arial"/>
            </a:endParaRPr>
          </a:p>
        </p:txBody>
      </p:sp>
      <p:sp>
        <p:nvSpPr>
          <p:cNvPr id="932" name="Google Shape;932;p48"/>
          <p:cNvSpPr txBox="1"/>
          <p:nvPr/>
        </p:nvSpPr>
        <p:spPr>
          <a:xfrm>
            <a:off x="7424208" y="7732747"/>
            <a:ext cx="2552112"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𝐹𝑃𝑅 =</a:t>
            </a:r>
            <a:endParaRPr b="0" i="0" sz="2400" u="none" cap="none" strike="noStrike">
              <a:solidFill>
                <a:srgbClr val="000000"/>
              </a:solidFill>
              <a:latin typeface="Arial"/>
              <a:ea typeface="Arial"/>
              <a:cs typeface="Arial"/>
              <a:sym typeface="Arial"/>
            </a:endParaRPr>
          </a:p>
        </p:txBody>
      </p:sp>
      <p:sp>
        <p:nvSpPr>
          <p:cNvPr id="933" name="Google Shape;933;p48"/>
          <p:cNvSpPr/>
          <p:nvPr/>
        </p:nvSpPr>
        <p:spPr>
          <a:xfrm>
            <a:off x="8700264" y="7856523"/>
            <a:ext cx="1356866" cy="101124"/>
          </a:xfrm>
          <a:custGeom>
            <a:rect b="b" l="l" r="r" t="t"/>
            <a:pathLst>
              <a:path extrusionOk="0" h="12700" w="477519">
                <a:moveTo>
                  <a:pt x="477013" y="0"/>
                </a:moveTo>
                <a:lnTo>
                  <a:pt x="0" y="0"/>
                </a:lnTo>
                <a:lnTo>
                  <a:pt x="0" y="12190"/>
                </a:lnTo>
                <a:lnTo>
                  <a:pt x="477013" y="12190"/>
                </a:lnTo>
                <a:lnTo>
                  <a:pt x="477013"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34" name="Google Shape;934;p48"/>
          <p:cNvSpPr txBox="1"/>
          <p:nvPr/>
        </p:nvSpPr>
        <p:spPr>
          <a:xfrm>
            <a:off x="9016262" y="7327611"/>
            <a:ext cx="1356866"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𝐹𝑃</a:t>
            </a:r>
            <a:endParaRPr b="0" i="0" sz="2400" u="none" cap="none" strike="noStrike">
              <a:solidFill>
                <a:srgbClr val="000000"/>
              </a:solidFill>
              <a:latin typeface="Arial"/>
              <a:ea typeface="Arial"/>
              <a:cs typeface="Arial"/>
              <a:sym typeface="Arial"/>
            </a:endParaRPr>
          </a:p>
        </p:txBody>
      </p:sp>
      <p:sp>
        <p:nvSpPr>
          <p:cNvPr id="935" name="Google Shape;935;p48"/>
          <p:cNvSpPr txBox="1"/>
          <p:nvPr/>
        </p:nvSpPr>
        <p:spPr>
          <a:xfrm>
            <a:off x="8776815" y="8104403"/>
            <a:ext cx="1733296"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𝐹𝑃+𝑇𝑁</a:t>
            </a:r>
            <a:endParaRPr b="0" i="0" sz="2400" u="none" cap="none" strike="noStrike">
              <a:solidFill>
                <a:srgbClr val="000000"/>
              </a:solidFill>
              <a:latin typeface="Arial"/>
              <a:ea typeface="Arial"/>
              <a:cs typeface="Arial"/>
              <a:sym typeface="Arial"/>
            </a:endParaRPr>
          </a:p>
        </p:txBody>
      </p:sp>
      <p:pic>
        <p:nvPicPr>
          <p:cNvPr id="936" name="Google Shape;936;p48"/>
          <p:cNvPicPr preferRelativeResize="0"/>
          <p:nvPr/>
        </p:nvPicPr>
        <p:blipFill rotWithShape="1">
          <a:blip r:embed="rId3">
            <a:alphaModFix/>
          </a:blip>
          <a:srcRect b="0" l="0" r="0" t="0"/>
          <a:stretch/>
        </p:blipFill>
        <p:spPr>
          <a:xfrm>
            <a:off x="7159356" y="1897076"/>
            <a:ext cx="4568077" cy="2979723"/>
          </a:xfrm>
          <a:prstGeom prst="rect">
            <a:avLst/>
          </a:prstGeom>
          <a:noFill/>
          <a:ln>
            <a:noFill/>
          </a:ln>
        </p:spPr>
      </p:pic>
      <p:grpSp>
        <p:nvGrpSpPr>
          <p:cNvPr id="937" name="Google Shape;937;p48"/>
          <p:cNvGrpSpPr/>
          <p:nvPr/>
        </p:nvGrpSpPr>
        <p:grpSpPr>
          <a:xfrm>
            <a:off x="12014154" y="3311976"/>
            <a:ext cx="304800" cy="885825"/>
            <a:chOff x="8516112" y="1557528"/>
            <a:chExt cx="304800" cy="885825"/>
          </a:xfrm>
        </p:grpSpPr>
        <p:sp>
          <p:nvSpPr>
            <p:cNvPr id="938" name="Google Shape;938;p48"/>
            <p:cNvSpPr/>
            <p:nvPr/>
          </p:nvSpPr>
          <p:spPr>
            <a:xfrm>
              <a:off x="8516112" y="1557528"/>
              <a:ext cx="304800" cy="885825"/>
            </a:xfrm>
            <a:custGeom>
              <a:rect b="b" l="l" r="r" t="t"/>
              <a:pathLst>
                <a:path extrusionOk="0" h="885825" w="304800">
                  <a:moveTo>
                    <a:pt x="228600" y="0"/>
                  </a:moveTo>
                  <a:lnTo>
                    <a:pt x="76200" y="0"/>
                  </a:lnTo>
                  <a:lnTo>
                    <a:pt x="76200" y="733044"/>
                  </a:lnTo>
                  <a:lnTo>
                    <a:pt x="0" y="733044"/>
                  </a:lnTo>
                  <a:lnTo>
                    <a:pt x="152400" y="885444"/>
                  </a:lnTo>
                  <a:lnTo>
                    <a:pt x="304800" y="733044"/>
                  </a:lnTo>
                  <a:lnTo>
                    <a:pt x="228600" y="733044"/>
                  </a:lnTo>
                  <a:lnTo>
                    <a:pt x="228600" y="0"/>
                  </a:lnTo>
                  <a:close/>
                </a:path>
              </a:pathLst>
            </a:custGeom>
            <a:solidFill>
              <a:srgbClr val="0581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48"/>
            <p:cNvSpPr/>
            <p:nvPr/>
          </p:nvSpPr>
          <p:spPr>
            <a:xfrm>
              <a:off x="8516112" y="1557528"/>
              <a:ext cx="304800" cy="885825"/>
            </a:xfrm>
            <a:custGeom>
              <a:rect b="b" l="l" r="r" t="t"/>
              <a:pathLst>
                <a:path extrusionOk="0" h="885825" w="304800">
                  <a:moveTo>
                    <a:pt x="0" y="733044"/>
                  </a:moveTo>
                  <a:lnTo>
                    <a:pt x="76200" y="733044"/>
                  </a:lnTo>
                  <a:lnTo>
                    <a:pt x="76200" y="0"/>
                  </a:lnTo>
                  <a:lnTo>
                    <a:pt x="228600" y="0"/>
                  </a:lnTo>
                  <a:lnTo>
                    <a:pt x="228600" y="733044"/>
                  </a:lnTo>
                  <a:lnTo>
                    <a:pt x="304800" y="733044"/>
                  </a:lnTo>
                  <a:lnTo>
                    <a:pt x="152400" y="885444"/>
                  </a:lnTo>
                  <a:lnTo>
                    <a:pt x="0" y="733044"/>
                  </a:lnTo>
                  <a:close/>
                </a:path>
              </a:pathLst>
            </a:custGeom>
            <a:noFill/>
            <a:ln cap="flat" cmpd="sng" w="12175">
              <a:solidFill>
                <a:srgbClr val="035D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3" name="Shape 943"/>
        <p:cNvGrpSpPr/>
        <p:nvPr/>
      </p:nvGrpSpPr>
      <p:grpSpPr>
        <a:xfrm>
          <a:off x="0" y="0"/>
          <a:ext cx="0" cy="0"/>
          <a:chOff x="0" y="0"/>
          <a:chExt cx="0" cy="0"/>
        </a:xfrm>
      </p:grpSpPr>
      <p:sp>
        <p:nvSpPr>
          <p:cNvPr descr="$PPTXTitle" id="944" name="Google Shape;944;p49"/>
          <p:cNvSpPr txBox="1"/>
          <p:nvPr>
            <p:ph type="title"/>
          </p:nvPr>
        </p:nvSpPr>
        <p:spPr>
          <a:xfrm>
            <a:off x="543228" y="685806"/>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Binary Performance Metrics (2)</a:t>
            </a:r>
            <a:endParaRPr b="1" sz="3400">
              <a:solidFill>
                <a:srgbClr val="0070C0"/>
              </a:solidFill>
            </a:endParaRPr>
          </a:p>
        </p:txBody>
      </p:sp>
      <p:sp>
        <p:nvSpPr>
          <p:cNvPr id="945" name="Google Shape;945;p49"/>
          <p:cNvSpPr txBox="1"/>
          <p:nvPr/>
        </p:nvSpPr>
        <p:spPr>
          <a:xfrm>
            <a:off x="706906" y="1764537"/>
            <a:ext cx="5631180" cy="1595309"/>
          </a:xfrm>
          <a:prstGeom prst="rect">
            <a:avLst/>
          </a:prstGeom>
          <a:noFill/>
          <a:ln>
            <a:noFill/>
          </a:ln>
        </p:spPr>
        <p:txBody>
          <a:bodyPr anchorCtr="0" anchor="t" bIns="0" lIns="0" spcFirstLastPara="1" rIns="0" wrap="square" tIns="53325">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Rates per predicted class</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7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Positive predictive value, precision</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6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predicted „True“ that is predicted correctly</a:t>
            </a:r>
            <a:endParaRPr b="0" i="0" sz="2400" u="none" cap="none" strike="noStrike">
              <a:solidFill>
                <a:srgbClr val="000000"/>
              </a:solidFill>
              <a:latin typeface="Arial"/>
              <a:ea typeface="Arial"/>
              <a:cs typeface="Arial"/>
              <a:sym typeface="Arial"/>
            </a:endParaRPr>
          </a:p>
        </p:txBody>
      </p:sp>
      <p:sp>
        <p:nvSpPr>
          <p:cNvPr id="946" name="Google Shape;946;p49"/>
          <p:cNvSpPr txBox="1"/>
          <p:nvPr/>
        </p:nvSpPr>
        <p:spPr>
          <a:xfrm>
            <a:off x="1280573" y="3694649"/>
            <a:ext cx="2273808"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𝑃𝑃𝑉 =</a:t>
            </a:r>
            <a:endParaRPr b="0" i="0" sz="2400" u="none" cap="none" strike="noStrike">
              <a:solidFill>
                <a:srgbClr val="000000"/>
              </a:solidFill>
              <a:latin typeface="Arial"/>
              <a:ea typeface="Arial"/>
              <a:cs typeface="Arial"/>
              <a:sym typeface="Arial"/>
            </a:endParaRPr>
          </a:p>
        </p:txBody>
      </p:sp>
      <p:sp>
        <p:nvSpPr>
          <p:cNvPr id="947" name="Google Shape;947;p49"/>
          <p:cNvSpPr/>
          <p:nvPr/>
        </p:nvSpPr>
        <p:spPr>
          <a:xfrm>
            <a:off x="2578674" y="3944901"/>
            <a:ext cx="2273808" cy="45719"/>
          </a:xfrm>
          <a:custGeom>
            <a:rect b="b" l="l" r="r" t="t"/>
            <a:pathLst>
              <a:path extrusionOk="0" h="12700" w="462280">
                <a:moveTo>
                  <a:pt x="461772" y="0"/>
                </a:moveTo>
                <a:lnTo>
                  <a:pt x="0" y="0"/>
                </a:lnTo>
                <a:lnTo>
                  <a:pt x="0" y="12190"/>
                </a:lnTo>
                <a:lnTo>
                  <a:pt x="461772" y="12190"/>
                </a:lnTo>
                <a:lnTo>
                  <a:pt x="461772"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48" name="Google Shape;948;p49"/>
          <p:cNvSpPr txBox="1"/>
          <p:nvPr/>
        </p:nvSpPr>
        <p:spPr>
          <a:xfrm>
            <a:off x="3199607" y="3444397"/>
            <a:ext cx="1671249"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a:t>
            </a:r>
            <a:endParaRPr b="0" i="0" sz="2400" u="none" cap="none" strike="noStrike">
              <a:solidFill>
                <a:srgbClr val="000000"/>
              </a:solidFill>
              <a:latin typeface="Arial"/>
              <a:ea typeface="Arial"/>
              <a:cs typeface="Arial"/>
              <a:sym typeface="Arial"/>
            </a:endParaRPr>
          </a:p>
        </p:txBody>
      </p:sp>
      <p:sp>
        <p:nvSpPr>
          <p:cNvPr id="949" name="Google Shape;949;p49"/>
          <p:cNvSpPr txBox="1"/>
          <p:nvPr/>
        </p:nvSpPr>
        <p:spPr>
          <a:xfrm>
            <a:off x="2921001" y="4154689"/>
            <a:ext cx="19812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𝑇𝑃+𝐹𝑃</a:t>
            </a:r>
            <a:endParaRPr b="0" i="0" sz="2400" u="none" cap="none" strike="noStrike">
              <a:solidFill>
                <a:srgbClr val="000000"/>
              </a:solidFill>
              <a:latin typeface="Arial"/>
              <a:ea typeface="Arial"/>
              <a:cs typeface="Arial"/>
              <a:sym typeface="Arial"/>
            </a:endParaRPr>
          </a:p>
        </p:txBody>
      </p:sp>
      <p:sp>
        <p:nvSpPr>
          <p:cNvPr id="950" name="Google Shape;950;p49"/>
          <p:cNvSpPr txBox="1"/>
          <p:nvPr/>
        </p:nvSpPr>
        <p:spPr>
          <a:xfrm>
            <a:off x="840891" y="4785463"/>
            <a:ext cx="6689802" cy="1153520"/>
          </a:xfrm>
          <a:prstGeom prst="rect">
            <a:avLst/>
          </a:prstGeom>
          <a:noFill/>
          <a:ln>
            <a:noFill/>
          </a:ln>
        </p:spPr>
        <p:txBody>
          <a:bodyPr anchorCtr="0" anchor="t" bIns="0" lIns="0" spcFirstLastPara="1" rIns="0" wrap="square" tIns="323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Negative predictive value</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3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predicted „False“ that is predicted correctly</a:t>
            </a:r>
            <a:endParaRPr b="0" i="0" sz="2400" u="none" cap="none" strike="noStrike">
              <a:solidFill>
                <a:srgbClr val="000000"/>
              </a:solidFill>
              <a:latin typeface="Arial"/>
              <a:ea typeface="Arial"/>
              <a:cs typeface="Arial"/>
              <a:sym typeface="Arial"/>
            </a:endParaRPr>
          </a:p>
        </p:txBody>
      </p:sp>
      <p:sp>
        <p:nvSpPr>
          <p:cNvPr id="951" name="Google Shape;951;p49"/>
          <p:cNvSpPr txBox="1"/>
          <p:nvPr/>
        </p:nvSpPr>
        <p:spPr>
          <a:xfrm>
            <a:off x="1092200" y="6123318"/>
            <a:ext cx="1344384"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𝑁𝑃𝑉 =</a:t>
            </a:r>
            <a:endParaRPr b="0" i="0" sz="2400" u="none" cap="none" strike="noStrike">
              <a:solidFill>
                <a:srgbClr val="000000"/>
              </a:solidFill>
              <a:latin typeface="Arial"/>
              <a:ea typeface="Arial"/>
              <a:cs typeface="Arial"/>
              <a:sym typeface="Arial"/>
            </a:endParaRPr>
          </a:p>
        </p:txBody>
      </p:sp>
      <p:sp>
        <p:nvSpPr>
          <p:cNvPr id="952" name="Google Shape;952;p49"/>
          <p:cNvSpPr/>
          <p:nvPr/>
        </p:nvSpPr>
        <p:spPr>
          <a:xfrm flipH="1" rot="10800000">
            <a:off x="2213582" y="6380834"/>
            <a:ext cx="2052734" cy="55256"/>
          </a:xfrm>
          <a:custGeom>
            <a:rect b="b" l="l" r="r" t="t"/>
            <a:pathLst>
              <a:path extrusionOk="0" h="12700" w="490855">
                <a:moveTo>
                  <a:pt x="490726" y="0"/>
                </a:moveTo>
                <a:lnTo>
                  <a:pt x="0" y="0"/>
                </a:lnTo>
                <a:lnTo>
                  <a:pt x="0" y="12191"/>
                </a:lnTo>
                <a:lnTo>
                  <a:pt x="490726" y="12191"/>
                </a:lnTo>
                <a:lnTo>
                  <a:pt x="490726"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49"/>
          <p:cNvSpPr txBox="1"/>
          <p:nvPr/>
        </p:nvSpPr>
        <p:spPr>
          <a:xfrm>
            <a:off x="2667669" y="5962462"/>
            <a:ext cx="1367562" cy="829713"/>
          </a:xfrm>
          <a:prstGeom prst="rect">
            <a:avLst/>
          </a:prstGeom>
          <a:noFill/>
          <a:ln>
            <a:noFill/>
          </a:ln>
        </p:spPr>
        <p:txBody>
          <a:bodyPr anchorCtr="0" anchor="t" bIns="0" lIns="0" spcFirstLastPara="1" rIns="0" wrap="square" tIns="52050">
            <a:spAutoFit/>
          </a:bodyPr>
          <a:lstStyle/>
          <a:p>
            <a:pPr indent="0" lvl="0" marL="1016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𝑇𝑁</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31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𝑇𝑁+𝐹𝑁</a:t>
            </a:r>
            <a:endParaRPr b="0" i="0" sz="2400" u="none" cap="none" strike="noStrike">
              <a:solidFill>
                <a:srgbClr val="000000"/>
              </a:solidFill>
              <a:latin typeface="Arial"/>
              <a:ea typeface="Arial"/>
              <a:cs typeface="Arial"/>
              <a:sym typeface="Arial"/>
            </a:endParaRPr>
          </a:p>
        </p:txBody>
      </p:sp>
      <p:sp>
        <p:nvSpPr>
          <p:cNvPr id="954" name="Google Shape;954;p49"/>
          <p:cNvSpPr txBox="1"/>
          <p:nvPr/>
        </p:nvSpPr>
        <p:spPr>
          <a:xfrm>
            <a:off x="941038" y="6967905"/>
            <a:ext cx="5226685" cy="1170192"/>
          </a:xfrm>
          <a:prstGeom prst="rect">
            <a:avLst/>
          </a:prstGeom>
          <a:noFill/>
          <a:ln>
            <a:noFill/>
          </a:ln>
        </p:spPr>
        <p:txBody>
          <a:bodyPr anchorCtr="0" anchor="t" bIns="0" lIns="0" spcFirstLastPara="1" rIns="0" wrap="square" tIns="361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False discovery rate</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5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predicted „True“ that is predicted wrongly</a:t>
            </a:r>
            <a:endParaRPr b="0" i="0" sz="2400" u="none" cap="none" strike="noStrike">
              <a:solidFill>
                <a:srgbClr val="000000"/>
              </a:solidFill>
              <a:latin typeface="Arial"/>
              <a:ea typeface="Arial"/>
              <a:cs typeface="Arial"/>
              <a:sym typeface="Arial"/>
            </a:endParaRPr>
          </a:p>
        </p:txBody>
      </p:sp>
      <p:sp>
        <p:nvSpPr>
          <p:cNvPr id="955" name="Google Shape;955;p49"/>
          <p:cNvSpPr txBox="1"/>
          <p:nvPr/>
        </p:nvSpPr>
        <p:spPr>
          <a:xfrm>
            <a:off x="1134972" y="8449980"/>
            <a:ext cx="1263295"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𝐹𝐷𝑅 =</a:t>
            </a:r>
            <a:endParaRPr b="0" i="0" sz="2400" u="none" cap="none" strike="noStrike">
              <a:solidFill>
                <a:srgbClr val="000000"/>
              </a:solidFill>
              <a:latin typeface="Arial"/>
              <a:ea typeface="Arial"/>
              <a:cs typeface="Arial"/>
              <a:sym typeface="Arial"/>
            </a:endParaRPr>
          </a:p>
        </p:txBody>
      </p:sp>
      <p:sp>
        <p:nvSpPr>
          <p:cNvPr id="956" name="Google Shape;956;p49"/>
          <p:cNvSpPr/>
          <p:nvPr/>
        </p:nvSpPr>
        <p:spPr>
          <a:xfrm flipH="1" rot="10800000">
            <a:off x="2550410" y="8660321"/>
            <a:ext cx="1970790" cy="45719"/>
          </a:xfrm>
          <a:custGeom>
            <a:rect b="b" l="l" r="r" t="t"/>
            <a:pathLst>
              <a:path extrusionOk="0" h="12700" w="462280">
                <a:moveTo>
                  <a:pt x="461770" y="0"/>
                </a:moveTo>
                <a:lnTo>
                  <a:pt x="0" y="0"/>
                </a:lnTo>
                <a:lnTo>
                  <a:pt x="0" y="12191"/>
                </a:lnTo>
                <a:lnTo>
                  <a:pt x="461770" y="12191"/>
                </a:lnTo>
                <a:lnTo>
                  <a:pt x="461770"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57" name="Google Shape;957;p49"/>
          <p:cNvSpPr txBox="1"/>
          <p:nvPr/>
        </p:nvSpPr>
        <p:spPr>
          <a:xfrm>
            <a:off x="2890848" y="8196011"/>
            <a:ext cx="1263296" cy="382156"/>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𝐹𝑃</a:t>
            </a:r>
            <a:endParaRPr b="0" i="0" sz="2400" u="none" cap="none" strike="noStrike">
              <a:solidFill>
                <a:srgbClr val="000000"/>
              </a:solidFill>
              <a:latin typeface="Arial"/>
              <a:ea typeface="Arial"/>
              <a:cs typeface="Arial"/>
              <a:sym typeface="Arial"/>
            </a:endParaRPr>
          </a:p>
        </p:txBody>
      </p:sp>
      <p:sp>
        <p:nvSpPr>
          <p:cNvPr id="958" name="Google Shape;958;p49"/>
          <p:cNvSpPr txBox="1"/>
          <p:nvPr/>
        </p:nvSpPr>
        <p:spPr>
          <a:xfrm>
            <a:off x="2670925" y="8838495"/>
            <a:ext cx="2089306" cy="382156"/>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𝑇𝑃+𝐹𝑃</a:t>
            </a:r>
            <a:endParaRPr b="0" i="0" sz="2400" u="none" cap="none" strike="noStrike">
              <a:solidFill>
                <a:srgbClr val="000000"/>
              </a:solidFill>
              <a:latin typeface="Arial"/>
              <a:ea typeface="Arial"/>
              <a:cs typeface="Arial"/>
              <a:sym typeface="Arial"/>
            </a:endParaRPr>
          </a:p>
        </p:txBody>
      </p:sp>
      <p:sp>
        <p:nvSpPr>
          <p:cNvPr id="959" name="Google Shape;959;p49"/>
          <p:cNvSpPr txBox="1"/>
          <p:nvPr/>
        </p:nvSpPr>
        <p:spPr>
          <a:xfrm>
            <a:off x="7170904" y="6970826"/>
            <a:ext cx="5303520" cy="1153520"/>
          </a:xfrm>
          <a:prstGeom prst="rect">
            <a:avLst/>
          </a:prstGeom>
          <a:noFill/>
          <a:ln>
            <a:noFill/>
          </a:ln>
        </p:spPr>
        <p:txBody>
          <a:bodyPr anchorCtr="0" anchor="t" bIns="0" lIns="0" spcFirstLastPara="1" rIns="0" wrap="square" tIns="32375">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False omission rate</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3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predicted „False“ that is predicted wrongly</a:t>
            </a:r>
            <a:endParaRPr b="0" i="0" sz="2400" u="none" cap="none" strike="noStrike">
              <a:solidFill>
                <a:srgbClr val="000000"/>
              </a:solidFill>
              <a:latin typeface="Arial"/>
              <a:ea typeface="Arial"/>
              <a:cs typeface="Arial"/>
              <a:sym typeface="Arial"/>
            </a:endParaRPr>
          </a:p>
        </p:txBody>
      </p:sp>
      <p:sp>
        <p:nvSpPr>
          <p:cNvPr id="960" name="Google Shape;960;p49"/>
          <p:cNvSpPr txBox="1"/>
          <p:nvPr/>
        </p:nvSpPr>
        <p:spPr>
          <a:xfrm>
            <a:off x="7530693" y="8456339"/>
            <a:ext cx="1295528"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𝐹𝑂𝑅 =</a:t>
            </a:r>
            <a:endParaRPr b="0" i="0" sz="2400" u="none" cap="none" strike="noStrike">
              <a:solidFill>
                <a:srgbClr val="000000"/>
              </a:solidFill>
              <a:latin typeface="Arial"/>
              <a:ea typeface="Arial"/>
              <a:cs typeface="Arial"/>
              <a:sym typeface="Arial"/>
            </a:endParaRPr>
          </a:p>
        </p:txBody>
      </p:sp>
      <p:sp>
        <p:nvSpPr>
          <p:cNvPr id="961" name="Google Shape;961;p49"/>
          <p:cNvSpPr/>
          <p:nvPr/>
        </p:nvSpPr>
        <p:spPr>
          <a:xfrm>
            <a:off x="8878014" y="8730644"/>
            <a:ext cx="2015236" cy="45719"/>
          </a:xfrm>
          <a:custGeom>
            <a:rect b="b" l="l" r="r" t="t"/>
            <a:pathLst>
              <a:path extrusionOk="0" h="12700" w="490855">
                <a:moveTo>
                  <a:pt x="490727" y="0"/>
                </a:moveTo>
                <a:lnTo>
                  <a:pt x="0" y="0"/>
                </a:lnTo>
                <a:lnTo>
                  <a:pt x="0" y="12190"/>
                </a:lnTo>
                <a:lnTo>
                  <a:pt x="490727" y="12190"/>
                </a:lnTo>
                <a:lnTo>
                  <a:pt x="490727"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2" name="Google Shape;962;p49"/>
          <p:cNvSpPr txBox="1"/>
          <p:nvPr/>
        </p:nvSpPr>
        <p:spPr>
          <a:xfrm>
            <a:off x="9715130" y="8356977"/>
            <a:ext cx="1041398"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𝐹𝑁</a:t>
            </a:r>
            <a:endParaRPr b="0" i="0" sz="2400" u="none" cap="none" strike="noStrike">
              <a:solidFill>
                <a:srgbClr val="000000"/>
              </a:solidFill>
              <a:latin typeface="Arial"/>
              <a:ea typeface="Arial"/>
              <a:cs typeface="Arial"/>
              <a:sym typeface="Arial"/>
            </a:endParaRPr>
          </a:p>
        </p:txBody>
      </p:sp>
      <p:sp>
        <p:nvSpPr>
          <p:cNvPr id="963" name="Google Shape;963;p49"/>
          <p:cNvSpPr txBox="1"/>
          <p:nvPr/>
        </p:nvSpPr>
        <p:spPr>
          <a:xfrm>
            <a:off x="9442882" y="8859313"/>
            <a:ext cx="1263296"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𝐹𝑁+𝑇𝑁</a:t>
            </a:r>
            <a:endParaRPr b="0" i="0" sz="2400" u="none" cap="none" strike="noStrike">
              <a:solidFill>
                <a:srgbClr val="000000"/>
              </a:solidFill>
              <a:latin typeface="Arial"/>
              <a:ea typeface="Arial"/>
              <a:cs typeface="Arial"/>
              <a:sym typeface="Arial"/>
            </a:endParaRPr>
          </a:p>
        </p:txBody>
      </p:sp>
      <p:grpSp>
        <p:nvGrpSpPr>
          <p:cNvPr id="964" name="Google Shape;964;p49"/>
          <p:cNvGrpSpPr/>
          <p:nvPr/>
        </p:nvGrpSpPr>
        <p:grpSpPr>
          <a:xfrm>
            <a:off x="7678662" y="2114966"/>
            <a:ext cx="4483535" cy="3524832"/>
            <a:chOff x="6228588" y="1412746"/>
            <a:chExt cx="2228469" cy="1341120"/>
          </a:xfrm>
        </p:grpSpPr>
        <p:pic>
          <p:nvPicPr>
            <p:cNvPr id="965" name="Google Shape;965;p49"/>
            <p:cNvPicPr preferRelativeResize="0"/>
            <p:nvPr/>
          </p:nvPicPr>
          <p:blipFill rotWithShape="1">
            <a:blip r:embed="rId3">
              <a:alphaModFix/>
            </a:blip>
            <a:srcRect b="0" l="0" r="0" t="0"/>
            <a:stretch/>
          </p:blipFill>
          <p:spPr>
            <a:xfrm>
              <a:off x="6228588" y="1412746"/>
              <a:ext cx="2228088" cy="1030224"/>
            </a:xfrm>
            <a:prstGeom prst="rect">
              <a:avLst/>
            </a:prstGeom>
            <a:noFill/>
            <a:ln>
              <a:noFill/>
            </a:ln>
          </p:spPr>
        </p:pic>
        <p:sp>
          <p:nvSpPr>
            <p:cNvPr id="966" name="Google Shape;966;p49"/>
            <p:cNvSpPr/>
            <p:nvPr/>
          </p:nvSpPr>
          <p:spPr>
            <a:xfrm>
              <a:off x="6588252" y="2449066"/>
              <a:ext cx="1868805" cy="304800"/>
            </a:xfrm>
            <a:custGeom>
              <a:rect b="b" l="l" r="r" t="t"/>
              <a:pathLst>
                <a:path extrusionOk="0" h="304800" w="1868804">
                  <a:moveTo>
                    <a:pt x="1716025" y="0"/>
                  </a:moveTo>
                  <a:lnTo>
                    <a:pt x="1716025" y="76200"/>
                  </a:lnTo>
                  <a:lnTo>
                    <a:pt x="0" y="76200"/>
                  </a:lnTo>
                  <a:lnTo>
                    <a:pt x="0" y="228600"/>
                  </a:lnTo>
                  <a:lnTo>
                    <a:pt x="1716025" y="228600"/>
                  </a:lnTo>
                  <a:lnTo>
                    <a:pt x="1716025" y="304800"/>
                  </a:lnTo>
                  <a:lnTo>
                    <a:pt x="1868425" y="152400"/>
                  </a:lnTo>
                  <a:lnTo>
                    <a:pt x="1716025" y="0"/>
                  </a:lnTo>
                  <a:close/>
                </a:path>
              </a:pathLst>
            </a:custGeom>
            <a:solidFill>
              <a:srgbClr val="0581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7" name="Google Shape;967;p49"/>
            <p:cNvSpPr/>
            <p:nvPr/>
          </p:nvSpPr>
          <p:spPr>
            <a:xfrm>
              <a:off x="6588252" y="2449066"/>
              <a:ext cx="1868805" cy="304800"/>
            </a:xfrm>
            <a:custGeom>
              <a:rect b="b" l="l" r="r" t="t"/>
              <a:pathLst>
                <a:path extrusionOk="0" h="304800" w="1868804">
                  <a:moveTo>
                    <a:pt x="1716025" y="304800"/>
                  </a:moveTo>
                  <a:lnTo>
                    <a:pt x="1716025" y="228600"/>
                  </a:lnTo>
                  <a:lnTo>
                    <a:pt x="0" y="228600"/>
                  </a:lnTo>
                  <a:lnTo>
                    <a:pt x="0" y="76200"/>
                  </a:lnTo>
                  <a:lnTo>
                    <a:pt x="1716025" y="76200"/>
                  </a:lnTo>
                  <a:lnTo>
                    <a:pt x="1716025" y="0"/>
                  </a:lnTo>
                  <a:lnTo>
                    <a:pt x="1868425" y="152400"/>
                  </a:lnTo>
                  <a:lnTo>
                    <a:pt x="1716025" y="304800"/>
                  </a:lnTo>
                  <a:close/>
                </a:path>
              </a:pathLst>
            </a:custGeom>
            <a:noFill/>
            <a:ln cap="flat" cmpd="sng" w="12175">
              <a:solidFill>
                <a:srgbClr val="035D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1" name="Shape 971"/>
        <p:cNvGrpSpPr/>
        <p:nvPr/>
      </p:nvGrpSpPr>
      <p:grpSpPr>
        <a:xfrm>
          <a:off x="0" y="0"/>
          <a:ext cx="0" cy="0"/>
          <a:chOff x="0" y="0"/>
          <a:chExt cx="0" cy="0"/>
        </a:xfrm>
      </p:grpSpPr>
      <p:sp>
        <p:nvSpPr>
          <p:cNvPr descr="$PPTXTitle" id="972" name="Google Shape;972;p50"/>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Binary Performance Metrics (3)</a:t>
            </a:r>
            <a:endParaRPr b="1" sz="3400">
              <a:solidFill>
                <a:srgbClr val="0070C0"/>
              </a:solidFill>
            </a:endParaRPr>
          </a:p>
        </p:txBody>
      </p:sp>
      <p:sp>
        <p:nvSpPr>
          <p:cNvPr id="973" name="Google Shape;973;p50"/>
          <p:cNvSpPr txBox="1"/>
          <p:nvPr/>
        </p:nvSpPr>
        <p:spPr>
          <a:xfrm>
            <a:off x="706906" y="1764537"/>
            <a:ext cx="5566894" cy="1964640"/>
          </a:xfrm>
          <a:prstGeom prst="rect">
            <a:avLst/>
          </a:prstGeom>
          <a:noFill/>
          <a:ln>
            <a:noFill/>
          </a:ln>
        </p:spPr>
        <p:txBody>
          <a:bodyPr anchorCtr="0" anchor="t" bIns="0" lIns="0" spcFirstLastPara="1" rIns="0" wrap="square" tIns="53325">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Metrics that take „everything“ into account</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7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Accuracy</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6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Percentage of data that is predicted correctly</a:t>
            </a:r>
            <a:endParaRPr b="0" i="0" sz="2400" u="none" cap="none" strike="noStrike">
              <a:solidFill>
                <a:srgbClr val="000000"/>
              </a:solidFill>
              <a:latin typeface="Arial"/>
              <a:ea typeface="Arial"/>
              <a:cs typeface="Arial"/>
              <a:sym typeface="Arial"/>
            </a:endParaRPr>
          </a:p>
        </p:txBody>
      </p:sp>
      <p:sp>
        <p:nvSpPr>
          <p:cNvPr id="974" name="Google Shape;974;p50"/>
          <p:cNvSpPr/>
          <p:nvPr/>
        </p:nvSpPr>
        <p:spPr>
          <a:xfrm flipH="1" rot="10800000">
            <a:off x="2647613" y="4518380"/>
            <a:ext cx="2350539" cy="48056"/>
          </a:xfrm>
          <a:custGeom>
            <a:rect b="b" l="l" r="r" t="t"/>
            <a:pathLst>
              <a:path extrusionOk="0" h="12700" w="1054735">
                <a:moveTo>
                  <a:pt x="1054608" y="0"/>
                </a:moveTo>
                <a:lnTo>
                  <a:pt x="0" y="0"/>
                </a:lnTo>
                <a:lnTo>
                  <a:pt x="0" y="12190"/>
                </a:lnTo>
                <a:lnTo>
                  <a:pt x="1054608" y="12190"/>
                </a:lnTo>
                <a:lnTo>
                  <a:pt x="1054608"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5" name="Google Shape;975;p50"/>
          <p:cNvSpPr txBox="1"/>
          <p:nvPr/>
        </p:nvSpPr>
        <p:spPr>
          <a:xfrm>
            <a:off x="2792331" y="4026497"/>
            <a:ext cx="2205821" cy="382156"/>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𝑇𝑃+𝑇𝑁</a:t>
            </a:r>
            <a:endParaRPr b="0" i="0" sz="2400" u="none" cap="none" strike="noStrike">
              <a:solidFill>
                <a:srgbClr val="000000"/>
              </a:solidFill>
              <a:latin typeface="Arial"/>
              <a:ea typeface="Arial"/>
              <a:cs typeface="Arial"/>
              <a:sym typeface="Arial"/>
            </a:endParaRPr>
          </a:p>
        </p:txBody>
      </p:sp>
      <p:sp>
        <p:nvSpPr>
          <p:cNvPr id="976" name="Google Shape;976;p50"/>
          <p:cNvSpPr txBox="1"/>
          <p:nvPr/>
        </p:nvSpPr>
        <p:spPr>
          <a:xfrm>
            <a:off x="2647613" y="4653432"/>
            <a:ext cx="2952581"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𝑇𝑃+𝑇𝑁+𝐹𝑃+𝐹𝑁</a:t>
            </a:r>
            <a:endParaRPr b="0" i="0" sz="2400" u="none" cap="none" strike="noStrike">
              <a:solidFill>
                <a:srgbClr val="000000"/>
              </a:solidFill>
              <a:latin typeface="Arial"/>
              <a:ea typeface="Arial"/>
              <a:cs typeface="Arial"/>
              <a:sym typeface="Arial"/>
            </a:endParaRPr>
          </a:p>
        </p:txBody>
      </p:sp>
      <p:sp>
        <p:nvSpPr>
          <p:cNvPr id="977" name="Google Shape;977;p50"/>
          <p:cNvSpPr txBox="1"/>
          <p:nvPr/>
        </p:nvSpPr>
        <p:spPr>
          <a:xfrm>
            <a:off x="761961" y="4413655"/>
            <a:ext cx="1648314" cy="751488"/>
          </a:xfrm>
          <a:prstGeom prst="rect">
            <a:avLst/>
          </a:prstGeom>
          <a:noFill/>
          <a:ln>
            <a:noFill/>
          </a:ln>
        </p:spPr>
        <p:txBody>
          <a:bodyPr anchorCtr="0" anchor="t" bIns="0" lIns="0" spcFirstLastPara="1" rIns="0" wrap="square" tIns="12700">
            <a:spAutoFit/>
          </a:bodyPr>
          <a:lstStyle/>
          <a:p>
            <a:pPr indent="-172085" lvl="0" marL="184785"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𝑎𝑐𝑐𝑢𝑟𝑎𝑐𝑦</a:t>
            </a:r>
            <a:endParaRPr b="0" i="0" sz="2400" u="none" cap="none" strike="noStrike">
              <a:solidFill>
                <a:srgbClr val="000000"/>
              </a:solidFill>
              <a:latin typeface="Arial"/>
              <a:ea typeface="Arial"/>
              <a:cs typeface="Arial"/>
              <a:sym typeface="Arial"/>
            </a:endParaRPr>
          </a:p>
          <a:p>
            <a:pPr indent="0" lvl="0" marL="186055"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978" name="Google Shape;978;p50"/>
          <p:cNvSpPr txBox="1"/>
          <p:nvPr/>
        </p:nvSpPr>
        <p:spPr>
          <a:xfrm>
            <a:off x="1320800" y="7834828"/>
            <a:ext cx="1491600"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𝐹1 –=2 X</a:t>
            </a:r>
            <a:endParaRPr b="0" i="0" sz="2400" u="none" cap="none" strike="noStrike">
              <a:solidFill>
                <a:srgbClr val="000000"/>
              </a:solidFill>
              <a:latin typeface="Arial"/>
              <a:ea typeface="Arial"/>
              <a:cs typeface="Arial"/>
              <a:sym typeface="Arial"/>
            </a:endParaRPr>
          </a:p>
        </p:txBody>
      </p:sp>
      <p:sp>
        <p:nvSpPr>
          <p:cNvPr id="979" name="Google Shape;979;p50"/>
          <p:cNvSpPr/>
          <p:nvPr/>
        </p:nvSpPr>
        <p:spPr>
          <a:xfrm flipH="1" rot="10800000">
            <a:off x="2774955" y="7781270"/>
            <a:ext cx="2834687" cy="45719"/>
          </a:xfrm>
          <a:custGeom>
            <a:rect b="b" l="l" r="r" t="t"/>
            <a:pathLst>
              <a:path extrusionOk="0" h="12700" w="1216660">
                <a:moveTo>
                  <a:pt x="1216152" y="0"/>
                </a:moveTo>
                <a:lnTo>
                  <a:pt x="0" y="0"/>
                </a:lnTo>
                <a:lnTo>
                  <a:pt x="0" y="12190"/>
                </a:lnTo>
                <a:lnTo>
                  <a:pt x="1216152" y="12190"/>
                </a:lnTo>
                <a:lnTo>
                  <a:pt x="1216152"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50"/>
          <p:cNvSpPr txBox="1"/>
          <p:nvPr/>
        </p:nvSpPr>
        <p:spPr>
          <a:xfrm>
            <a:off x="2841818" y="7891718"/>
            <a:ext cx="3812982" cy="382156"/>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Pr𝑒𝑐𝑖𝑠𝑖𝑜𝑛+𝑟𝑒𝑐𝑎l𝑙</a:t>
            </a:r>
            <a:endParaRPr b="0" i="0" sz="2400" u="none" cap="none" strike="noStrike">
              <a:solidFill>
                <a:srgbClr val="000000"/>
              </a:solidFill>
              <a:latin typeface="Arial"/>
              <a:ea typeface="Arial"/>
              <a:cs typeface="Arial"/>
              <a:sym typeface="Arial"/>
            </a:endParaRPr>
          </a:p>
        </p:txBody>
      </p:sp>
      <p:sp>
        <p:nvSpPr>
          <p:cNvPr id="981" name="Google Shape;981;p50"/>
          <p:cNvSpPr txBox="1"/>
          <p:nvPr/>
        </p:nvSpPr>
        <p:spPr>
          <a:xfrm>
            <a:off x="2812400" y="7339020"/>
            <a:ext cx="3812981" cy="382156"/>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baseline="-25000" i="0" lang="en-US" sz="2400" u="none" cap="none" strike="noStrike">
                <a:solidFill>
                  <a:srgbClr val="001F5F"/>
                </a:solidFill>
                <a:latin typeface="Arial"/>
                <a:ea typeface="Arial"/>
                <a:cs typeface="Arial"/>
                <a:sym typeface="Arial"/>
              </a:rPr>
              <a:t> </a:t>
            </a:r>
            <a:r>
              <a:rPr b="0" i="0" lang="en-US" sz="2400" u="none" cap="none" strike="noStrike">
                <a:solidFill>
                  <a:srgbClr val="001F5F"/>
                </a:solidFill>
                <a:latin typeface="Arial"/>
                <a:ea typeface="Arial"/>
                <a:cs typeface="Arial"/>
                <a:sym typeface="Arial"/>
              </a:rPr>
              <a:t>𝑝𝑟𝑒𝑐𝑖𝑠𝑖𝑜𝑛 × Recall</a:t>
            </a:r>
            <a:endParaRPr b="0" i="0" sz="2400" u="none" cap="none" strike="noStrike">
              <a:solidFill>
                <a:srgbClr val="000000"/>
              </a:solidFill>
              <a:latin typeface="Arial"/>
              <a:ea typeface="Arial"/>
              <a:cs typeface="Arial"/>
              <a:sym typeface="Arial"/>
            </a:endParaRPr>
          </a:p>
        </p:txBody>
      </p:sp>
      <p:sp>
        <p:nvSpPr>
          <p:cNvPr id="982" name="Google Shape;982;p50"/>
          <p:cNvSpPr txBox="1"/>
          <p:nvPr/>
        </p:nvSpPr>
        <p:spPr>
          <a:xfrm>
            <a:off x="6888210" y="6172979"/>
            <a:ext cx="5607447" cy="1153520"/>
          </a:xfrm>
          <a:prstGeom prst="rect">
            <a:avLst/>
          </a:prstGeom>
          <a:noFill/>
          <a:ln>
            <a:noFill/>
          </a:ln>
        </p:spPr>
        <p:txBody>
          <a:bodyPr anchorCtr="0" anchor="t" bIns="0" lIns="0" spcFirstLastPara="1" rIns="0" wrap="square" tIns="32375">
            <a:spAutoFit/>
          </a:bodyPr>
          <a:lstStyle/>
          <a:p>
            <a:pPr indent="-172084" lvl="0" marL="210184"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Matthews</a:t>
            </a:r>
            <a:r>
              <a:rPr b="0" baseline="30000" i="0" lang="en-US" sz="2400" u="none" cap="none" strike="noStrike">
                <a:solidFill>
                  <a:srgbClr val="001F5F"/>
                </a:solidFill>
                <a:latin typeface="Arial"/>
                <a:ea typeface="Arial"/>
                <a:cs typeface="Arial"/>
                <a:sym typeface="Arial"/>
              </a:rPr>
              <a:t>𝑙 </a:t>
            </a:r>
            <a:r>
              <a:rPr b="0" i="0" lang="en-US" sz="2400" u="none" cap="none" strike="noStrike">
                <a:solidFill>
                  <a:srgbClr val="001F5F"/>
                </a:solidFill>
                <a:latin typeface="Arial"/>
                <a:ea typeface="Arial"/>
                <a:cs typeface="Arial"/>
                <a:sym typeface="Arial"/>
              </a:rPr>
              <a:t>correlation coefficient (MCC)</a:t>
            </a:r>
            <a:endParaRPr b="0" i="0" sz="2400" u="none" cap="none" strike="noStrike">
              <a:solidFill>
                <a:srgbClr val="000000"/>
              </a:solidFill>
              <a:latin typeface="Arial"/>
              <a:ea typeface="Arial"/>
              <a:cs typeface="Arial"/>
              <a:sym typeface="Arial"/>
            </a:endParaRPr>
          </a:p>
          <a:p>
            <a:pPr indent="-172084" lvl="1" marL="552450" marR="0" rtl="0" algn="l">
              <a:lnSpc>
                <a:spcPct val="100000"/>
              </a:lnSpc>
              <a:spcBef>
                <a:spcPts val="13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Chi-squared correlation between prediction and actual values</a:t>
            </a:r>
            <a:endParaRPr b="0" i="0" sz="2400" u="none" cap="none" strike="noStrike">
              <a:solidFill>
                <a:srgbClr val="000000"/>
              </a:solidFill>
              <a:latin typeface="Arial"/>
              <a:ea typeface="Arial"/>
              <a:cs typeface="Arial"/>
              <a:sym typeface="Arial"/>
            </a:endParaRPr>
          </a:p>
        </p:txBody>
      </p:sp>
      <p:sp>
        <p:nvSpPr>
          <p:cNvPr id="983" name="Google Shape;983;p50"/>
          <p:cNvSpPr txBox="1"/>
          <p:nvPr/>
        </p:nvSpPr>
        <p:spPr>
          <a:xfrm>
            <a:off x="6273800" y="7580828"/>
            <a:ext cx="2451481" cy="382156"/>
          </a:xfrm>
          <a:prstGeom prst="rect">
            <a:avLst/>
          </a:prstGeom>
          <a:noFill/>
          <a:ln>
            <a:noFill/>
          </a:ln>
        </p:spPr>
        <p:txBody>
          <a:bodyPr anchorCtr="0" anchor="t" bIns="0" lIns="0" spcFirstLastPara="1" rIns="0" wrap="square" tIns="12700">
            <a:spAutoFit/>
          </a:bodyPr>
          <a:lstStyle/>
          <a:p>
            <a:pPr indent="-171450" lvl="0" marL="18415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𝑀𝐶𝐶 =</a:t>
            </a:r>
            <a:endParaRPr b="0" i="0" sz="2400" u="none" cap="none" strike="noStrike">
              <a:solidFill>
                <a:srgbClr val="000000"/>
              </a:solidFill>
              <a:latin typeface="Arial"/>
              <a:ea typeface="Arial"/>
              <a:cs typeface="Arial"/>
              <a:sym typeface="Arial"/>
            </a:endParaRPr>
          </a:p>
        </p:txBody>
      </p:sp>
      <p:sp>
        <p:nvSpPr>
          <p:cNvPr id="984" name="Google Shape;984;p50"/>
          <p:cNvSpPr/>
          <p:nvPr/>
        </p:nvSpPr>
        <p:spPr>
          <a:xfrm flipH="1" rot="10800000">
            <a:off x="7493000" y="7866504"/>
            <a:ext cx="5045263" cy="45719"/>
          </a:xfrm>
          <a:custGeom>
            <a:rect b="b" l="l" r="r" t="t"/>
            <a:pathLst>
              <a:path extrusionOk="0" h="12700" w="2455545">
                <a:moveTo>
                  <a:pt x="2455164" y="0"/>
                </a:moveTo>
                <a:lnTo>
                  <a:pt x="0" y="0"/>
                </a:lnTo>
                <a:lnTo>
                  <a:pt x="0" y="12190"/>
                </a:lnTo>
                <a:lnTo>
                  <a:pt x="2455164" y="12190"/>
                </a:lnTo>
                <a:lnTo>
                  <a:pt x="2455164" y="0"/>
                </a:lnTo>
                <a:close/>
              </a:path>
            </a:pathLst>
          </a:custGeom>
          <a:solidFill>
            <a:srgbClr val="001F5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985" name="Google Shape;985;p50"/>
          <p:cNvSpPr txBox="1"/>
          <p:nvPr/>
        </p:nvSpPr>
        <p:spPr>
          <a:xfrm>
            <a:off x="8070358" y="7421974"/>
            <a:ext cx="3515358"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𝑇𝑃×𝑇𝑁−𝐹𝑃×𝐹𝑁</a:t>
            </a:r>
            <a:endParaRPr b="0" i="0" sz="2400" u="none" cap="none" strike="noStrike">
              <a:solidFill>
                <a:srgbClr val="000000"/>
              </a:solidFill>
              <a:latin typeface="Arial"/>
              <a:ea typeface="Arial"/>
              <a:cs typeface="Arial"/>
              <a:sym typeface="Arial"/>
            </a:endParaRPr>
          </a:p>
        </p:txBody>
      </p:sp>
      <p:sp>
        <p:nvSpPr>
          <p:cNvPr id="986" name="Google Shape;986;p50"/>
          <p:cNvSpPr txBox="1"/>
          <p:nvPr/>
        </p:nvSpPr>
        <p:spPr>
          <a:xfrm>
            <a:off x="7264400" y="8117597"/>
            <a:ext cx="5231257"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√(𝑇𝑃+𝐹𝑃)(𝑇𝑃+𝐹𝑁)(𝑇𝑁+𝐹𝑃)(𝑇𝑁+𝐹𝑁)</a:t>
            </a:r>
            <a:endParaRPr b="0" i="0" sz="2400" u="none" cap="none" strike="noStrike">
              <a:solidFill>
                <a:srgbClr val="000000"/>
              </a:solidFill>
              <a:latin typeface="Arial"/>
              <a:ea typeface="Arial"/>
              <a:cs typeface="Arial"/>
              <a:sym typeface="Arial"/>
            </a:endParaRPr>
          </a:p>
        </p:txBody>
      </p:sp>
      <p:grpSp>
        <p:nvGrpSpPr>
          <p:cNvPr id="987" name="Google Shape;987;p50"/>
          <p:cNvGrpSpPr/>
          <p:nvPr/>
        </p:nvGrpSpPr>
        <p:grpSpPr>
          <a:xfrm>
            <a:off x="12190857" y="3274166"/>
            <a:ext cx="304800" cy="885825"/>
            <a:chOff x="8516112" y="1557528"/>
            <a:chExt cx="304800" cy="885825"/>
          </a:xfrm>
        </p:grpSpPr>
        <p:sp>
          <p:nvSpPr>
            <p:cNvPr id="988" name="Google Shape;988;p50"/>
            <p:cNvSpPr/>
            <p:nvPr/>
          </p:nvSpPr>
          <p:spPr>
            <a:xfrm>
              <a:off x="8516112" y="1557528"/>
              <a:ext cx="304800" cy="885825"/>
            </a:xfrm>
            <a:custGeom>
              <a:rect b="b" l="l" r="r" t="t"/>
              <a:pathLst>
                <a:path extrusionOk="0" h="885825" w="304800">
                  <a:moveTo>
                    <a:pt x="228600" y="0"/>
                  </a:moveTo>
                  <a:lnTo>
                    <a:pt x="76200" y="0"/>
                  </a:lnTo>
                  <a:lnTo>
                    <a:pt x="76200" y="733044"/>
                  </a:lnTo>
                  <a:lnTo>
                    <a:pt x="0" y="733044"/>
                  </a:lnTo>
                  <a:lnTo>
                    <a:pt x="152400" y="885444"/>
                  </a:lnTo>
                  <a:lnTo>
                    <a:pt x="304800" y="733044"/>
                  </a:lnTo>
                  <a:lnTo>
                    <a:pt x="228600" y="733044"/>
                  </a:lnTo>
                  <a:lnTo>
                    <a:pt x="228600" y="0"/>
                  </a:lnTo>
                  <a:close/>
                </a:path>
              </a:pathLst>
            </a:custGeom>
            <a:solidFill>
              <a:srgbClr val="0581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9" name="Google Shape;989;p50"/>
            <p:cNvSpPr/>
            <p:nvPr/>
          </p:nvSpPr>
          <p:spPr>
            <a:xfrm>
              <a:off x="8516112" y="1557528"/>
              <a:ext cx="304800" cy="885825"/>
            </a:xfrm>
            <a:custGeom>
              <a:rect b="b" l="l" r="r" t="t"/>
              <a:pathLst>
                <a:path extrusionOk="0" h="885825" w="304800">
                  <a:moveTo>
                    <a:pt x="0" y="733044"/>
                  </a:moveTo>
                  <a:lnTo>
                    <a:pt x="76200" y="733044"/>
                  </a:lnTo>
                  <a:lnTo>
                    <a:pt x="76200" y="0"/>
                  </a:lnTo>
                  <a:lnTo>
                    <a:pt x="228600" y="0"/>
                  </a:lnTo>
                  <a:lnTo>
                    <a:pt x="228600" y="733044"/>
                  </a:lnTo>
                  <a:lnTo>
                    <a:pt x="304800" y="733044"/>
                  </a:lnTo>
                  <a:lnTo>
                    <a:pt x="152400" y="885444"/>
                  </a:lnTo>
                  <a:lnTo>
                    <a:pt x="0" y="733044"/>
                  </a:lnTo>
                  <a:close/>
                </a:path>
              </a:pathLst>
            </a:custGeom>
            <a:noFill/>
            <a:ln cap="flat" cmpd="sng" w="12175">
              <a:solidFill>
                <a:srgbClr val="035D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90" name="Google Shape;990;p50"/>
          <p:cNvGrpSpPr/>
          <p:nvPr/>
        </p:nvGrpSpPr>
        <p:grpSpPr>
          <a:xfrm>
            <a:off x="6875780" y="1764537"/>
            <a:ext cx="4975938" cy="3413599"/>
            <a:chOff x="6228588" y="1412746"/>
            <a:chExt cx="2228469" cy="1341120"/>
          </a:xfrm>
        </p:grpSpPr>
        <p:pic>
          <p:nvPicPr>
            <p:cNvPr id="991" name="Google Shape;991;p50"/>
            <p:cNvPicPr preferRelativeResize="0"/>
            <p:nvPr/>
          </p:nvPicPr>
          <p:blipFill rotWithShape="1">
            <a:blip r:embed="rId3">
              <a:alphaModFix/>
            </a:blip>
            <a:srcRect b="0" l="0" r="0" t="0"/>
            <a:stretch/>
          </p:blipFill>
          <p:spPr>
            <a:xfrm>
              <a:off x="6228588" y="1412746"/>
              <a:ext cx="2228088" cy="1030224"/>
            </a:xfrm>
            <a:prstGeom prst="rect">
              <a:avLst/>
            </a:prstGeom>
            <a:noFill/>
            <a:ln>
              <a:noFill/>
            </a:ln>
          </p:spPr>
        </p:pic>
        <p:sp>
          <p:nvSpPr>
            <p:cNvPr id="992" name="Google Shape;992;p50"/>
            <p:cNvSpPr/>
            <p:nvPr/>
          </p:nvSpPr>
          <p:spPr>
            <a:xfrm>
              <a:off x="6588252" y="2449066"/>
              <a:ext cx="1868805" cy="304800"/>
            </a:xfrm>
            <a:custGeom>
              <a:rect b="b" l="l" r="r" t="t"/>
              <a:pathLst>
                <a:path extrusionOk="0" h="304800" w="1868804">
                  <a:moveTo>
                    <a:pt x="1716025" y="0"/>
                  </a:moveTo>
                  <a:lnTo>
                    <a:pt x="1716025" y="76200"/>
                  </a:lnTo>
                  <a:lnTo>
                    <a:pt x="0" y="76200"/>
                  </a:lnTo>
                  <a:lnTo>
                    <a:pt x="0" y="228600"/>
                  </a:lnTo>
                  <a:lnTo>
                    <a:pt x="1716025" y="228600"/>
                  </a:lnTo>
                  <a:lnTo>
                    <a:pt x="1716025" y="304800"/>
                  </a:lnTo>
                  <a:lnTo>
                    <a:pt x="1868425" y="152400"/>
                  </a:lnTo>
                  <a:lnTo>
                    <a:pt x="1716025" y="0"/>
                  </a:lnTo>
                  <a:close/>
                </a:path>
              </a:pathLst>
            </a:custGeom>
            <a:solidFill>
              <a:srgbClr val="0581B7"/>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3" name="Google Shape;993;p50"/>
            <p:cNvSpPr/>
            <p:nvPr/>
          </p:nvSpPr>
          <p:spPr>
            <a:xfrm>
              <a:off x="6588252" y="2449066"/>
              <a:ext cx="1868805" cy="304800"/>
            </a:xfrm>
            <a:custGeom>
              <a:rect b="b" l="l" r="r" t="t"/>
              <a:pathLst>
                <a:path extrusionOk="0" h="304800" w="1868804">
                  <a:moveTo>
                    <a:pt x="1716025" y="304800"/>
                  </a:moveTo>
                  <a:lnTo>
                    <a:pt x="1716025" y="228600"/>
                  </a:lnTo>
                  <a:lnTo>
                    <a:pt x="0" y="228600"/>
                  </a:lnTo>
                  <a:lnTo>
                    <a:pt x="0" y="76200"/>
                  </a:lnTo>
                  <a:lnTo>
                    <a:pt x="1716025" y="76200"/>
                  </a:lnTo>
                  <a:lnTo>
                    <a:pt x="1716025" y="0"/>
                  </a:lnTo>
                  <a:lnTo>
                    <a:pt x="1868425" y="152400"/>
                  </a:lnTo>
                  <a:lnTo>
                    <a:pt x="1716025" y="304800"/>
                  </a:lnTo>
                  <a:close/>
                </a:path>
              </a:pathLst>
            </a:custGeom>
            <a:noFill/>
            <a:ln cap="flat" cmpd="sng" w="12175">
              <a:solidFill>
                <a:srgbClr val="035D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94" name="Google Shape;994;p50"/>
          <p:cNvSpPr txBox="1"/>
          <p:nvPr/>
        </p:nvSpPr>
        <p:spPr>
          <a:xfrm>
            <a:off x="870001" y="6195901"/>
            <a:ext cx="524659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F1 score is harmonic mean of precision and recall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8" name="Shape 998"/>
        <p:cNvGrpSpPr/>
        <p:nvPr/>
      </p:nvGrpSpPr>
      <p:grpSpPr>
        <a:xfrm>
          <a:off x="0" y="0"/>
          <a:ext cx="0" cy="0"/>
          <a:chOff x="0" y="0"/>
          <a:chExt cx="0" cy="0"/>
        </a:xfrm>
      </p:grpSpPr>
      <p:sp>
        <p:nvSpPr>
          <p:cNvPr descr="$PPTXTitle" id="999" name="Google Shape;999;p51"/>
          <p:cNvSpPr txBox="1"/>
          <p:nvPr>
            <p:ph type="title"/>
          </p:nvPr>
        </p:nvSpPr>
        <p:spPr>
          <a:xfrm>
            <a:off x="707542" y="494791"/>
            <a:ext cx="11589715" cy="742254"/>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300">
                <a:solidFill>
                  <a:srgbClr val="0070C0"/>
                </a:solidFill>
              </a:rPr>
              <a:t>Receiver Operator Characteristics (ROC)</a:t>
            </a:r>
            <a:endParaRPr b="1" sz="3300">
              <a:solidFill>
                <a:srgbClr val="0070C0"/>
              </a:solidFill>
            </a:endParaRPr>
          </a:p>
        </p:txBody>
      </p:sp>
      <p:sp>
        <p:nvSpPr>
          <p:cNvPr id="1000" name="Google Shape;1000;p51"/>
          <p:cNvSpPr txBox="1"/>
          <p:nvPr/>
        </p:nvSpPr>
        <p:spPr>
          <a:xfrm>
            <a:off x="706906" y="1805431"/>
            <a:ext cx="9621750" cy="751488"/>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Plot of true positive rate (TPR) versus false positive rate (FPR)</a:t>
            </a:r>
            <a:endParaRPr b="0" i="0" sz="2400" u="none" cap="none" strike="noStrike">
              <a:solidFill>
                <a:schemeClr val="dk1"/>
              </a:solidFill>
              <a:latin typeface="Arial"/>
              <a:ea typeface="Arial"/>
              <a:cs typeface="Arial"/>
              <a:sym typeface="Arial"/>
            </a:endParaRPr>
          </a:p>
          <a:p>
            <a:pPr indent="-172720" lvl="0" marL="18542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Different TPR/FPR values possible due to thresholds for scores</a:t>
            </a:r>
            <a:endParaRPr b="0" i="0" sz="2400" u="none" cap="none" strike="noStrike">
              <a:solidFill>
                <a:schemeClr val="dk1"/>
              </a:solidFill>
              <a:latin typeface="Arial"/>
              <a:ea typeface="Arial"/>
              <a:cs typeface="Arial"/>
              <a:sym typeface="Arial"/>
            </a:endParaRPr>
          </a:p>
        </p:txBody>
      </p:sp>
      <p:grpSp>
        <p:nvGrpSpPr>
          <p:cNvPr id="1001" name="Google Shape;1001;p51"/>
          <p:cNvGrpSpPr/>
          <p:nvPr/>
        </p:nvGrpSpPr>
        <p:grpSpPr>
          <a:xfrm>
            <a:off x="1559482" y="2830021"/>
            <a:ext cx="8362396" cy="6150072"/>
            <a:chOff x="2676144" y="3233926"/>
            <a:chExt cx="3792220" cy="2647315"/>
          </a:xfrm>
        </p:grpSpPr>
        <p:pic>
          <p:nvPicPr>
            <p:cNvPr id="1002" name="Google Shape;1002;p51"/>
            <p:cNvPicPr preferRelativeResize="0"/>
            <p:nvPr/>
          </p:nvPicPr>
          <p:blipFill rotWithShape="1">
            <a:blip r:embed="rId3">
              <a:alphaModFix/>
            </a:blip>
            <a:srcRect b="0" l="0" r="0" t="0"/>
            <a:stretch/>
          </p:blipFill>
          <p:spPr>
            <a:xfrm>
              <a:off x="2756939" y="3238498"/>
              <a:ext cx="3658704" cy="2590425"/>
            </a:xfrm>
            <a:prstGeom prst="rect">
              <a:avLst/>
            </a:prstGeom>
            <a:noFill/>
            <a:ln>
              <a:noFill/>
            </a:ln>
          </p:spPr>
        </p:pic>
        <p:sp>
          <p:nvSpPr>
            <p:cNvPr id="1003" name="Google Shape;1003;p51"/>
            <p:cNvSpPr/>
            <p:nvPr/>
          </p:nvSpPr>
          <p:spPr>
            <a:xfrm>
              <a:off x="2676144" y="3233926"/>
              <a:ext cx="3792220" cy="2647315"/>
            </a:xfrm>
            <a:custGeom>
              <a:rect b="b" l="l" r="r" t="t"/>
              <a:pathLst>
                <a:path extrusionOk="0" h="2647315" w="3792220">
                  <a:moveTo>
                    <a:pt x="0" y="0"/>
                  </a:moveTo>
                  <a:lnTo>
                    <a:pt x="3791711" y="0"/>
                  </a:lnTo>
                  <a:lnTo>
                    <a:pt x="3791711" y="2647188"/>
                  </a:lnTo>
                  <a:lnTo>
                    <a:pt x="0" y="2647188"/>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7" name="Shape 1007"/>
        <p:cNvGrpSpPr/>
        <p:nvPr/>
      </p:nvGrpSpPr>
      <p:grpSpPr>
        <a:xfrm>
          <a:off x="0" y="0"/>
          <a:ext cx="0" cy="0"/>
          <a:chOff x="0" y="0"/>
          <a:chExt cx="0" cy="0"/>
        </a:xfrm>
      </p:grpSpPr>
      <p:sp>
        <p:nvSpPr>
          <p:cNvPr descr="$PPTXTitle" id="1008" name="Google Shape;1008;p52"/>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lang="en-US" sz="3400">
                <a:solidFill>
                  <a:srgbClr val="0070C0"/>
                </a:solidFill>
              </a:rPr>
              <a:t>Area Under the Curve (AUC)</a:t>
            </a:r>
            <a:endParaRPr sz="3400">
              <a:solidFill>
                <a:srgbClr val="0070C0"/>
              </a:solidFill>
            </a:endParaRPr>
          </a:p>
        </p:txBody>
      </p:sp>
      <p:sp>
        <p:nvSpPr>
          <p:cNvPr id="1009" name="Google Shape;1009;p52"/>
          <p:cNvSpPr txBox="1"/>
          <p:nvPr/>
        </p:nvSpPr>
        <p:spPr>
          <a:xfrm>
            <a:off x="706906" y="1805431"/>
            <a:ext cx="11434294" cy="813043"/>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rgbClr val="001F5F"/>
              </a:buClr>
              <a:buSzPts val="2600"/>
              <a:buFont typeface="Arial"/>
              <a:buChar char="•"/>
            </a:pPr>
            <a:r>
              <a:rPr b="0" i="0" lang="en-US" sz="2600" u="none" cap="none" strike="noStrike">
                <a:solidFill>
                  <a:srgbClr val="001F5F"/>
                </a:solidFill>
                <a:latin typeface="Arial"/>
                <a:ea typeface="Arial"/>
                <a:cs typeface="Arial"/>
                <a:sym typeface="Arial"/>
              </a:rPr>
              <a:t>Large Area = Good Performance</a:t>
            </a:r>
            <a:endParaRPr b="0" i="0" sz="2600" u="none" cap="none" strike="noStrike">
              <a:solidFill>
                <a:srgbClr val="000000"/>
              </a:solidFill>
              <a:latin typeface="Arial"/>
              <a:ea typeface="Arial"/>
              <a:cs typeface="Arial"/>
              <a:sym typeface="Arial"/>
            </a:endParaRPr>
          </a:p>
          <a:p>
            <a:pPr indent="-172720" lvl="0" marL="185420" marR="0" rtl="0" algn="l">
              <a:lnSpc>
                <a:spcPct val="100000"/>
              </a:lnSpc>
              <a:spcBef>
                <a:spcPts val="0"/>
              </a:spcBef>
              <a:spcAft>
                <a:spcPts val="0"/>
              </a:spcAft>
              <a:buClr>
                <a:srgbClr val="001F5F"/>
              </a:buClr>
              <a:buSzPts val="2600"/>
              <a:buFont typeface="Arial"/>
              <a:buChar char="•"/>
            </a:pPr>
            <a:r>
              <a:rPr b="0" i="0" lang="en-US" sz="2600" u="none" cap="none" strike="noStrike">
                <a:solidFill>
                  <a:srgbClr val="001F5F"/>
                </a:solidFill>
                <a:latin typeface="Arial"/>
                <a:ea typeface="Arial"/>
                <a:cs typeface="Arial"/>
                <a:sym typeface="Arial"/>
              </a:rPr>
              <a:t>Accounts for tradeoffs between TPR and FPR</a:t>
            </a:r>
            <a:endParaRPr b="0" i="0" sz="2600" u="none" cap="none" strike="noStrike">
              <a:solidFill>
                <a:srgbClr val="000000"/>
              </a:solidFill>
              <a:latin typeface="Arial"/>
              <a:ea typeface="Arial"/>
              <a:cs typeface="Arial"/>
              <a:sym typeface="Arial"/>
            </a:endParaRPr>
          </a:p>
        </p:txBody>
      </p:sp>
      <p:grpSp>
        <p:nvGrpSpPr>
          <p:cNvPr id="1010" name="Google Shape;1010;p52"/>
          <p:cNvGrpSpPr/>
          <p:nvPr/>
        </p:nvGrpSpPr>
        <p:grpSpPr>
          <a:xfrm>
            <a:off x="2710381" y="3228671"/>
            <a:ext cx="8048542" cy="4916738"/>
            <a:chOff x="2705098" y="3224782"/>
            <a:chExt cx="3733800" cy="2656840"/>
          </a:xfrm>
        </p:grpSpPr>
        <p:pic>
          <p:nvPicPr>
            <p:cNvPr id="1011" name="Google Shape;1011;p52"/>
            <p:cNvPicPr preferRelativeResize="0"/>
            <p:nvPr/>
          </p:nvPicPr>
          <p:blipFill rotWithShape="1">
            <a:blip r:embed="rId3">
              <a:alphaModFix/>
            </a:blip>
            <a:srcRect b="0" l="0" r="0" t="0"/>
            <a:stretch/>
          </p:blipFill>
          <p:spPr>
            <a:xfrm>
              <a:off x="2709670" y="3229354"/>
              <a:ext cx="3657972" cy="2590054"/>
            </a:xfrm>
            <a:prstGeom prst="rect">
              <a:avLst/>
            </a:prstGeom>
            <a:noFill/>
            <a:ln>
              <a:noFill/>
            </a:ln>
          </p:spPr>
        </p:pic>
        <p:sp>
          <p:nvSpPr>
            <p:cNvPr id="1012" name="Google Shape;1012;p52"/>
            <p:cNvSpPr/>
            <p:nvPr/>
          </p:nvSpPr>
          <p:spPr>
            <a:xfrm>
              <a:off x="2705098" y="3224782"/>
              <a:ext cx="3733800" cy="2656840"/>
            </a:xfrm>
            <a:custGeom>
              <a:rect b="b" l="l" r="r" t="t"/>
              <a:pathLst>
                <a:path extrusionOk="0" h="2656840" w="3733800">
                  <a:moveTo>
                    <a:pt x="0" y="0"/>
                  </a:moveTo>
                  <a:lnTo>
                    <a:pt x="3733800" y="0"/>
                  </a:lnTo>
                  <a:lnTo>
                    <a:pt x="3733800" y="2656331"/>
                  </a:lnTo>
                  <a:lnTo>
                    <a:pt x="0" y="2656331"/>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6" name="Shape 1016"/>
        <p:cNvGrpSpPr/>
        <p:nvPr/>
      </p:nvGrpSpPr>
      <p:grpSpPr>
        <a:xfrm>
          <a:off x="0" y="0"/>
          <a:ext cx="0" cy="0"/>
          <a:chOff x="0" y="0"/>
          <a:chExt cx="0" cy="0"/>
        </a:xfrm>
      </p:grpSpPr>
      <p:sp>
        <p:nvSpPr>
          <p:cNvPr id="1017" name="Google Shape;1017;p54"/>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1018" name="Google Shape;1018;p54"/>
          <p:cNvSpPr txBox="1"/>
          <p:nvPr>
            <p:ph type="title"/>
          </p:nvPr>
        </p:nvSpPr>
        <p:spPr>
          <a:xfrm>
            <a:off x="1226971" y="713378"/>
            <a:ext cx="5109722" cy="2372869"/>
          </a:xfrm>
          <a:prstGeom prst="rect">
            <a:avLst/>
          </a:prstGeom>
          <a:noFill/>
          <a:ln>
            <a:noFill/>
          </a:ln>
        </p:spPr>
        <p:txBody>
          <a:bodyPr anchorCtr="0" anchor="b" bIns="45700" lIns="91425" spcFirstLastPara="1" rIns="91425" wrap="square" tIns="45700">
            <a:normAutofit/>
          </a:bodyPr>
          <a:lstStyle/>
          <a:p>
            <a:pPr indent="0" lvl="0" marL="12700" rtl="0" algn="l">
              <a:lnSpc>
                <a:spcPct val="90000"/>
              </a:lnSpc>
              <a:spcBef>
                <a:spcPts val="0"/>
              </a:spcBef>
              <a:spcAft>
                <a:spcPts val="0"/>
              </a:spcAft>
              <a:buSzPts val="1400"/>
              <a:buNone/>
            </a:pPr>
            <a:r>
              <a:rPr lang="en-US" sz="5000">
                <a:solidFill>
                  <a:schemeClr val="dk1"/>
                </a:solidFill>
                <a:latin typeface="Arial"/>
                <a:ea typeface="Arial"/>
                <a:cs typeface="Arial"/>
                <a:sym typeface="Arial"/>
              </a:rPr>
              <a:t>𝑘-nearest Neighbor</a:t>
            </a:r>
            <a:endParaRPr/>
          </a:p>
        </p:txBody>
      </p:sp>
      <p:sp>
        <p:nvSpPr>
          <p:cNvPr id="1019" name="Google Shape;1019;p54"/>
          <p:cNvSpPr txBox="1"/>
          <p:nvPr/>
        </p:nvSpPr>
        <p:spPr>
          <a:xfrm>
            <a:off x="1226971" y="3413129"/>
            <a:ext cx="4978723" cy="4872120"/>
          </a:xfrm>
          <a:prstGeom prst="rect">
            <a:avLst/>
          </a:prstGeom>
          <a:noFill/>
          <a:ln>
            <a:noFill/>
          </a:ln>
        </p:spPr>
        <p:txBody>
          <a:bodyPr anchorCtr="0" anchor="t" bIns="45700" lIns="91425" spcFirstLastPara="1" rIns="91425" wrap="square" tIns="45700">
            <a:normAutofit/>
          </a:bodyPr>
          <a:lstStyle/>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Basic Idea</a:t>
            </a:r>
            <a:endParaRPr/>
          </a:p>
          <a:p>
            <a:pPr indent="-228600" lvl="1" marL="527050" marR="0" rtl="0" algn="l">
              <a:lnSpc>
                <a:spcPct val="90000"/>
              </a:lnSpc>
              <a:spcBef>
                <a:spcPts val="27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Instances with similar feature values should have the same class</a:t>
            </a:r>
            <a:endParaRPr/>
          </a:p>
          <a:p>
            <a:pPr indent="-228600" lvl="1" marL="527050" marR="0" rtl="0" algn="l">
              <a:lnSpc>
                <a:spcPct val="90000"/>
              </a:lnSpc>
              <a:spcBef>
                <a:spcPts val="14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Class can be determined by looking at instances that are similar</a:t>
            </a:r>
            <a:endParaRPr/>
          </a:p>
          <a:p>
            <a:pPr indent="-13334" lvl="0" marL="13334" marR="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 Assign each instance the mode of its 𝑘 nearest instances</a:t>
            </a:r>
            <a:endParaRPr/>
          </a:p>
        </p:txBody>
      </p:sp>
      <p:sp>
        <p:nvSpPr>
          <p:cNvPr id="1020" name="Google Shape;1020;p54"/>
          <p:cNvSpPr/>
          <p:nvPr/>
        </p:nvSpPr>
        <p:spPr>
          <a:xfrm flipH="1" rot="10800000">
            <a:off x="0" y="9103358"/>
            <a:ext cx="13004800" cy="649633"/>
          </a:xfrm>
          <a:prstGeom prst="rect">
            <a:avLst/>
          </a:prstGeom>
          <a:gradFill>
            <a:gsLst>
              <a:gs pos="0">
                <a:schemeClr val="accent1"/>
              </a:gs>
              <a:gs pos="78000">
                <a:srgbClr val="000000"/>
              </a:gs>
              <a:gs pos="100000">
                <a:srgbClr val="000000"/>
              </a:gs>
            </a:gsLst>
            <a:lin ang="2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21" name="Google Shape;1021;p54"/>
          <p:cNvSpPr/>
          <p:nvPr/>
        </p:nvSpPr>
        <p:spPr>
          <a:xfrm flipH="1">
            <a:off x="4307840" y="9103358"/>
            <a:ext cx="8696957" cy="649631"/>
          </a:xfrm>
          <a:prstGeom prst="rect">
            <a:avLst/>
          </a:prstGeom>
          <a:gradFill>
            <a:gsLst>
              <a:gs pos="0">
                <a:srgbClr val="000000">
                  <a:alpha val="63137"/>
                </a:srgbClr>
              </a:gs>
              <a:gs pos="100000">
                <a:srgbClr val="366092"/>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022" name="Google Shape;1022;p54"/>
          <p:cNvGrpSpPr/>
          <p:nvPr/>
        </p:nvGrpSpPr>
        <p:grpSpPr>
          <a:xfrm>
            <a:off x="9972702" y="2217479"/>
            <a:ext cx="2502152" cy="2191878"/>
            <a:chOff x="4207762" y="3669792"/>
            <a:chExt cx="3467100" cy="2428240"/>
          </a:xfrm>
        </p:grpSpPr>
        <p:pic>
          <p:nvPicPr>
            <p:cNvPr id="1023" name="Google Shape;1023;p54"/>
            <p:cNvPicPr preferRelativeResize="0"/>
            <p:nvPr/>
          </p:nvPicPr>
          <p:blipFill rotWithShape="1">
            <a:blip r:embed="rId3">
              <a:alphaModFix/>
            </a:blip>
            <a:srcRect b="0" l="0" r="0" t="0"/>
            <a:stretch/>
          </p:blipFill>
          <p:spPr>
            <a:xfrm>
              <a:off x="4212334" y="3674364"/>
              <a:ext cx="3457955" cy="2418588"/>
            </a:xfrm>
            <a:prstGeom prst="rect">
              <a:avLst/>
            </a:prstGeom>
            <a:noFill/>
            <a:ln>
              <a:noFill/>
            </a:ln>
          </p:spPr>
        </p:pic>
        <p:sp>
          <p:nvSpPr>
            <p:cNvPr id="1024" name="Google Shape;1024;p54"/>
            <p:cNvSpPr/>
            <p:nvPr/>
          </p:nvSpPr>
          <p:spPr>
            <a:xfrm>
              <a:off x="4207762" y="3669792"/>
              <a:ext cx="3467100" cy="2428240"/>
            </a:xfrm>
            <a:custGeom>
              <a:rect b="b" l="l" r="r" t="t"/>
              <a:pathLst>
                <a:path extrusionOk="0" h="2428240" w="3467100">
                  <a:moveTo>
                    <a:pt x="0" y="0"/>
                  </a:moveTo>
                  <a:lnTo>
                    <a:pt x="3467099" y="0"/>
                  </a:lnTo>
                  <a:lnTo>
                    <a:pt x="3467099" y="2427731"/>
                  </a:lnTo>
                  <a:lnTo>
                    <a:pt x="0" y="2427731"/>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25" name="Google Shape;1025;p54"/>
          <p:cNvGrpSpPr/>
          <p:nvPr/>
        </p:nvGrpSpPr>
        <p:grpSpPr>
          <a:xfrm>
            <a:off x="6773394" y="3266325"/>
            <a:ext cx="2848334" cy="2706024"/>
            <a:chOff x="701040" y="3669792"/>
            <a:chExt cx="3438525" cy="2428240"/>
          </a:xfrm>
        </p:grpSpPr>
        <p:pic>
          <p:nvPicPr>
            <p:cNvPr id="1026" name="Google Shape;1026;p54"/>
            <p:cNvPicPr preferRelativeResize="0"/>
            <p:nvPr/>
          </p:nvPicPr>
          <p:blipFill rotWithShape="1">
            <a:blip r:embed="rId4">
              <a:alphaModFix/>
            </a:blip>
            <a:srcRect b="0" l="0" r="0" t="0"/>
            <a:stretch/>
          </p:blipFill>
          <p:spPr>
            <a:xfrm>
              <a:off x="705612" y="3674364"/>
              <a:ext cx="3429000" cy="2418588"/>
            </a:xfrm>
            <a:prstGeom prst="rect">
              <a:avLst/>
            </a:prstGeom>
            <a:noFill/>
            <a:ln>
              <a:noFill/>
            </a:ln>
          </p:spPr>
        </p:pic>
        <p:sp>
          <p:nvSpPr>
            <p:cNvPr id="1027" name="Google Shape;1027;p54"/>
            <p:cNvSpPr/>
            <p:nvPr/>
          </p:nvSpPr>
          <p:spPr>
            <a:xfrm>
              <a:off x="701040" y="3669792"/>
              <a:ext cx="3438525" cy="2428240"/>
            </a:xfrm>
            <a:custGeom>
              <a:rect b="b" l="l" r="r" t="t"/>
              <a:pathLst>
                <a:path extrusionOk="0" h="2428240" w="3438525">
                  <a:moveTo>
                    <a:pt x="0" y="0"/>
                  </a:moveTo>
                  <a:lnTo>
                    <a:pt x="3438144" y="0"/>
                  </a:lnTo>
                  <a:lnTo>
                    <a:pt x="3438144" y="2427731"/>
                  </a:lnTo>
                  <a:lnTo>
                    <a:pt x="0" y="2427731"/>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1" name="Shape 1031"/>
        <p:cNvGrpSpPr/>
        <p:nvPr/>
      </p:nvGrpSpPr>
      <p:grpSpPr>
        <a:xfrm>
          <a:off x="0" y="0"/>
          <a:ext cx="0" cy="0"/>
          <a:chOff x="0" y="0"/>
          <a:chExt cx="0" cy="0"/>
        </a:xfrm>
      </p:grpSpPr>
      <p:sp>
        <p:nvSpPr>
          <p:cNvPr descr="$PPTXTitle" id="1032" name="Google Shape;1032;p55"/>
          <p:cNvSpPr txBox="1"/>
          <p:nvPr>
            <p:ph type="title"/>
          </p:nvPr>
        </p:nvSpPr>
        <p:spPr>
          <a:xfrm>
            <a:off x="707542" y="494791"/>
            <a:ext cx="11589715" cy="745332"/>
          </a:xfrm>
          <a:prstGeom prst="rect">
            <a:avLst/>
          </a:prstGeom>
          <a:noFill/>
          <a:ln>
            <a:noFill/>
          </a:ln>
        </p:spPr>
        <p:txBody>
          <a:bodyPr anchorCtr="0" anchor="t" bIns="0" lIns="0" spcFirstLastPara="1" rIns="0" wrap="square" tIns="219950">
            <a:spAutoFit/>
          </a:bodyPr>
          <a:lstStyle/>
          <a:p>
            <a:pPr indent="0" lvl="0" marL="12700" rtl="0" algn="l">
              <a:lnSpc>
                <a:spcPct val="100000"/>
              </a:lnSpc>
              <a:spcBef>
                <a:spcPts val="0"/>
              </a:spcBef>
              <a:spcAft>
                <a:spcPts val="0"/>
              </a:spcAft>
              <a:buSzPts val="1400"/>
              <a:buNone/>
            </a:pPr>
            <a:r>
              <a:rPr lang="en-US" sz="3400">
                <a:solidFill>
                  <a:srgbClr val="0070C0"/>
                </a:solidFill>
                <a:latin typeface="Arial"/>
                <a:ea typeface="Arial"/>
                <a:cs typeface="Arial"/>
                <a:sym typeface="Arial"/>
              </a:rPr>
              <a:t>Impact of 𝑘</a:t>
            </a:r>
            <a:endParaRPr/>
          </a:p>
        </p:txBody>
      </p:sp>
      <p:grpSp>
        <p:nvGrpSpPr>
          <p:cNvPr id="1033" name="Google Shape;1033;p55"/>
          <p:cNvGrpSpPr/>
          <p:nvPr/>
        </p:nvGrpSpPr>
        <p:grpSpPr>
          <a:xfrm>
            <a:off x="946769" y="1683506"/>
            <a:ext cx="5243281" cy="7567800"/>
            <a:chOff x="967738" y="1338072"/>
            <a:chExt cx="3439795" cy="4869305"/>
          </a:xfrm>
        </p:grpSpPr>
        <p:pic>
          <p:nvPicPr>
            <p:cNvPr id="1034" name="Google Shape;1034;p55"/>
            <p:cNvPicPr preferRelativeResize="0"/>
            <p:nvPr/>
          </p:nvPicPr>
          <p:blipFill rotWithShape="1">
            <a:blip r:embed="rId3">
              <a:alphaModFix/>
            </a:blip>
            <a:srcRect b="0" l="0" r="0" t="0"/>
            <a:stretch/>
          </p:blipFill>
          <p:spPr>
            <a:xfrm>
              <a:off x="972310" y="3800854"/>
              <a:ext cx="3430523" cy="2401824"/>
            </a:xfrm>
            <a:prstGeom prst="rect">
              <a:avLst/>
            </a:prstGeom>
            <a:noFill/>
            <a:ln>
              <a:noFill/>
            </a:ln>
          </p:spPr>
        </p:pic>
        <p:sp>
          <p:nvSpPr>
            <p:cNvPr id="1035" name="Google Shape;1035;p55"/>
            <p:cNvSpPr/>
            <p:nvPr/>
          </p:nvSpPr>
          <p:spPr>
            <a:xfrm>
              <a:off x="967738" y="3796282"/>
              <a:ext cx="3439795" cy="2411095"/>
            </a:xfrm>
            <a:custGeom>
              <a:rect b="b" l="l" r="r" t="t"/>
              <a:pathLst>
                <a:path extrusionOk="0" h="2411095" w="3439795">
                  <a:moveTo>
                    <a:pt x="0" y="0"/>
                  </a:moveTo>
                  <a:lnTo>
                    <a:pt x="3439667" y="0"/>
                  </a:lnTo>
                  <a:lnTo>
                    <a:pt x="3439667" y="2410968"/>
                  </a:lnTo>
                  <a:lnTo>
                    <a:pt x="0" y="2410968"/>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36" name="Google Shape;1036;p55"/>
            <p:cNvPicPr preferRelativeResize="0"/>
            <p:nvPr/>
          </p:nvPicPr>
          <p:blipFill rotWithShape="1">
            <a:blip r:embed="rId4">
              <a:alphaModFix/>
            </a:blip>
            <a:srcRect b="0" l="0" r="0" t="0"/>
            <a:stretch/>
          </p:blipFill>
          <p:spPr>
            <a:xfrm>
              <a:off x="972310" y="1342644"/>
              <a:ext cx="3430523" cy="2400298"/>
            </a:xfrm>
            <a:prstGeom prst="rect">
              <a:avLst/>
            </a:prstGeom>
            <a:noFill/>
            <a:ln>
              <a:noFill/>
            </a:ln>
          </p:spPr>
        </p:pic>
        <p:sp>
          <p:nvSpPr>
            <p:cNvPr id="1037" name="Google Shape;1037;p55"/>
            <p:cNvSpPr/>
            <p:nvPr/>
          </p:nvSpPr>
          <p:spPr>
            <a:xfrm>
              <a:off x="967738" y="1338072"/>
              <a:ext cx="3439795" cy="2409825"/>
            </a:xfrm>
            <a:custGeom>
              <a:rect b="b" l="l" r="r" t="t"/>
              <a:pathLst>
                <a:path extrusionOk="0" h="2409825" w="3439795">
                  <a:moveTo>
                    <a:pt x="0" y="0"/>
                  </a:moveTo>
                  <a:lnTo>
                    <a:pt x="3439667" y="0"/>
                  </a:lnTo>
                  <a:lnTo>
                    <a:pt x="3439667" y="2409444"/>
                  </a:lnTo>
                  <a:lnTo>
                    <a:pt x="0" y="2409444"/>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38" name="Google Shape;1038;p55"/>
          <p:cNvGrpSpPr/>
          <p:nvPr/>
        </p:nvGrpSpPr>
        <p:grpSpPr>
          <a:xfrm>
            <a:off x="6808719" y="1697695"/>
            <a:ext cx="5706412" cy="7538432"/>
            <a:chOff x="4736591" y="1339596"/>
            <a:chExt cx="3487420" cy="4864607"/>
          </a:xfrm>
        </p:grpSpPr>
        <p:pic>
          <p:nvPicPr>
            <p:cNvPr id="1039" name="Google Shape;1039;p55"/>
            <p:cNvPicPr preferRelativeResize="0"/>
            <p:nvPr/>
          </p:nvPicPr>
          <p:blipFill rotWithShape="1">
            <a:blip r:embed="rId5">
              <a:alphaModFix/>
            </a:blip>
            <a:srcRect b="0" l="0" r="0" t="0"/>
            <a:stretch/>
          </p:blipFill>
          <p:spPr>
            <a:xfrm>
              <a:off x="4741163" y="3800855"/>
              <a:ext cx="3477766" cy="2398776"/>
            </a:xfrm>
            <a:prstGeom prst="rect">
              <a:avLst/>
            </a:prstGeom>
            <a:noFill/>
            <a:ln>
              <a:noFill/>
            </a:ln>
          </p:spPr>
        </p:pic>
        <p:sp>
          <p:nvSpPr>
            <p:cNvPr id="1040" name="Google Shape;1040;p55"/>
            <p:cNvSpPr/>
            <p:nvPr/>
          </p:nvSpPr>
          <p:spPr>
            <a:xfrm>
              <a:off x="4736591" y="3796283"/>
              <a:ext cx="3487420" cy="2407920"/>
            </a:xfrm>
            <a:custGeom>
              <a:rect b="b" l="l" r="r" t="t"/>
              <a:pathLst>
                <a:path extrusionOk="0" h="2407920" w="3487420">
                  <a:moveTo>
                    <a:pt x="0" y="0"/>
                  </a:moveTo>
                  <a:lnTo>
                    <a:pt x="3486912" y="0"/>
                  </a:lnTo>
                  <a:lnTo>
                    <a:pt x="3486912" y="2407920"/>
                  </a:lnTo>
                  <a:lnTo>
                    <a:pt x="0" y="2407920"/>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41" name="Google Shape;1041;p55"/>
            <p:cNvPicPr preferRelativeResize="0"/>
            <p:nvPr/>
          </p:nvPicPr>
          <p:blipFill rotWithShape="1">
            <a:blip r:embed="rId6">
              <a:alphaModFix/>
            </a:blip>
            <a:srcRect b="0" l="0" r="0" t="0"/>
            <a:stretch/>
          </p:blipFill>
          <p:spPr>
            <a:xfrm>
              <a:off x="4741163" y="1344168"/>
              <a:ext cx="3477766" cy="2398774"/>
            </a:xfrm>
            <a:prstGeom prst="rect">
              <a:avLst/>
            </a:prstGeom>
            <a:noFill/>
            <a:ln>
              <a:noFill/>
            </a:ln>
          </p:spPr>
        </p:pic>
        <p:sp>
          <p:nvSpPr>
            <p:cNvPr id="1042" name="Google Shape;1042;p55"/>
            <p:cNvSpPr/>
            <p:nvPr/>
          </p:nvSpPr>
          <p:spPr>
            <a:xfrm>
              <a:off x="4736591" y="1339596"/>
              <a:ext cx="3487420" cy="2407920"/>
            </a:xfrm>
            <a:custGeom>
              <a:rect b="b" l="l" r="r" t="t"/>
              <a:pathLst>
                <a:path extrusionOk="0" h="2407920" w="3487420">
                  <a:moveTo>
                    <a:pt x="0" y="0"/>
                  </a:moveTo>
                  <a:lnTo>
                    <a:pt x="3486912" y="0"/>
                  </a:lnTo>
                  <a:lnTo>
                    <a:pt x="3486912" y="2407920"/>
                  </a:lnTo>
                  <a:lnTo>
                    <a:pt x="0" y="2407920"/>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descr="$PPTXTitle" id="1047" name="Google Shape;1047;p57"/>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Basic Decision Tree Algorithm</a:t>
            </a:r>
            <a:endParaRPr b="1" sz="3400">
              <a:solidFill>
                <a:srgbClr val="0070C0"/>
              </a:solidFill>
            </a:endParaRPr>
          </a:p>
        </p:txBody>
      </p:sp>
      <p:sp>
        <p:nvSpPr>
          <p:cNvPr id="1048" name="Google Shape;1048;p57"/>
          <p:cNvSpPr txBox="1"/>
          <p:nvPr/>
        </p:nvSpPr>
        <p:spPr>
          <a:xfrm>
            <a:off x="706906" y="1764537"/>
            <a:ext cx="11053294" cy="4398640"/>
          </a:xfrm>
          <a:prstGeom prst="rect">
            <a:avLst/>
          </a:prstGeom>
          <a:noFill/>
          <a:ln>
            <a:noFill/>
          </a:ln>
        </p:spPr>
        <p:txBody>
          <a:bodyPr anchorCtr="0" anchor="t" bIns="0" lIns="0" spcFirstLastPara="1" rIns="0" wrap="square" tIns="53325">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Recursive algorithm</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7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Stop if</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6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Data is “pure”, i.e. mostly from class</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9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Amount of data is too small, i.e., only few instances in partition</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04"/>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Otherwise</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13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Determine „most informative feature“ 𝑋</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21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Partition training data using 𝑋</a:t>
            </a:r>
            <a:endParaRPr b="0" i="0" sz="2400" u="none" cap="none" strike="noStrike">
              <a:solidFill>
                <a:srgbClr val="000000"/>
              </a:solidFill>
              <a:latin typeface="Arial"/>
              <a:ea typeface="Arial"/>
              <a:cs typeface="Arial"/>
              <a:sym typeface="Arial"/>
            </a:endParaRPr>
          </a:p>
          <a:p>
            <a:pPr indent="-172085" lvl="2" marL="869950" marR="0" rtl="0" algn="l">
              <a:lnSpc>
                <a:spcPct val="100000"/>
              </a:lnSpc>
              <a:spcBef>
                <a:spcPts val="29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Recursively create subtree for each partition</a:t>
            </a:r>
            <a:endParaRPr b="0" i="0" sz="2400" u="none" cap="none" strike="noStrike">
              <a:solidFill>
                <a:srgbClr val="000000"/>
              </a:solidFill>
              <a:latin typeface="Arial"/>
              <a:ea typeface="Arial"/>
              <a:cs typeface="Arial"/>
              <a:sym typeface="Arial"/>
            </a:endParaRPr>
          </a:p>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Details may vary depending on the specific algorithm</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30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For example, CART, ID3, C4.5</a:t>
            </a:r>
            <a:endParaRPr b="0" i="0" sz="2400" u="none" cap="none" strike="noStrike">
              <a:solidFill>
                <a:srgbClr val="000000"/>
              </a:solidFill>
              <a:latin typeface="Arial"/>
              <a:ea typeface="Arial"/>
              <a:cs typeface="Arial"/>
              <a:sym typeface="Arial"/>
            </a:endParaRPr>
          </a:p>
          <a:p>
            <a:pPr indent="-172720" lvl="0" marL="185420" marR="0" rtl="0" algn="l">
              <a:lnSpc>
                <a:spcPct val="100000"/>
              </a:lnSpc>
              <a:spcBef>
                <a:spcPts val="42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General concept always the same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descr="$PPTXTitle" id="1053" name="Google Shape;1053;p139"/>
          <p:cNvSpPr txBox="1"/>
          <p:nvPr>
            <p:ph type="title"/>
          </p:nvPr>
        </p:nvSpPr>
        <p:spPr>
          <a:xfrm>
            <a:off x="1733067" y="488187"/>
            <a:ext cx="10769953"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Use training data to learn decision tree</a:t>
            </a:r>
            <a:endParaRPr/>
          </a:p>
        </p:txBody>
      </p:sp>
      <p:grpSp>
        <p:nvGrpSpPr>
          <p:cNvPr id="1054" name="Google Shape;1054;p139"/>
          <p:cNvGrpSpPr/>
          <p:nvPr/>
        </p:nvGrpSpPr>
        <p:grpSpPr>
          <a:xfrm>
            <a:off x="909066" y="2428492"/>
            <a:ext cx="4208780" cy="3705225"/>
            <a:chOff x="909066" y="2428492"/>
            <a:chExt cx="4208780" cy="3705225"/>
          </a:xfrm>
        </p:grpSpPr>
        <p:sp>
          <p:nvSpPr>
            <p:cNvPr id="1055" name="Google Shape;1055;p139"/>
            <p:cNvSpPr/>
            <p:nvPr/>
          </p:nvSpPr>
          <p:spPr>
            <a:xfrm>
              <a:off x="909066" y="2428492"/>
              <a:ext cx="4208780" cy="3705225"/>
            </a:xfrm>
            <a:custGeom>
              <a:rect b="b" l="l" r="r" t="t"/>
              <a:pathLst>
                <a:path extrusionOk="0" h="3705225" w="4208780">
                  <a:moveTo>
                    <a:pt x="312420" y="0"/>
                  </a:moveTo>
                  <a:lnTo>
                    <a:pt x="312420" y="3704793"/>
                  </a:lnTo>
                </a:path>
                <a:path extrusionOk="0" h="3705225" w="4208780">
                  <a:moveTo>
                    <a:pt x="4208653" y="3421379"/>
                  </a:moveTo>
                  <a:lnTo>
                    <a:pt x="0" y="3421379"/>
                  </a:lnTo>
                </a:path>
              </a:pathLst>
            </a:custGeom>
            <a:noFill/>
            <a:ln cap="flat" cmpd="sng" w="38100">
              <a:solidFill>
                <a:srgbClr val="A6A6A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56" name="Google Shape;1056;p139"/>
            <p:cNvPicPr preferRelativeResize="0"/>
            <p:nvPr/>
          </p:nvPicPr>
          <p:blipFill rotWithShape="1">
            <a:blip r:embed="rId3">
              <a:alphaModFix/>
            </a:blip>
            <a:srcRect b="0" l="0" r="0" t="0"/>
            <a:stretch/>
          </p:blipFill>
          <p:spPr>
            <a:xfrm>
              <a:off x="2348482" y="2910838"/>
              <a:ext cx="137159" cy="137159"/>
            </a:xfrm>
            <a:prstGeom prst="rect">
              <a:avLst/>
            </a:prstGeom>
            <a:noFill/>
            <a:ln>
              <a:noFill/>
            </a:ln>
          </p:spPr>
        </p:pic>
        <p:sp>
          <p:nvSpPr>
            <p:cNvPr id="1057" name="Google Shape;1057;p139"/>
            <p:cNvSpPr/>
            <p:nvPr/>
          </p:nvSpPr>
          <p:spPr>
            <a:xfrm>
              <a:off x="1883662" y="5041390"/>
              <a:ext cx="137160" cy="137160"/>
            </a:xfrm>
            <a:custGeom>
              <a:rect b="b" l="l" r="r" t="t"/>
              <a:pathLst>
                <a:path extrusionOk="0" h="137160" w="137160">
                  <a:moveTo>
                    <a:pt x="68580" y="0"/>
                  </a:moveTo>
                  <a:lnTo>
                    <a:pt x="41898" y="5392"/>
                  </a:lnTo>
                  <a:lnTo>
                    <a:pt x="20097" y="20096"/>
                  </a:lnTo>
                  <a:lnTo>
                    <a:pt x="5393" y="41898"/>
                  </a:lnTo>
                  <a:lnTo>
                    <a:pt x="0" y="68578"/>
                  </a:lnTo>
                  <a:lnTo>
                    <a:pt x="5393" y="95261"/>
                  </a:lnTo>
                  <a:lnTo>
                    <a:pt x="20097" y="117062"/>
                  </a:lnTo>
                  <a:lnTo>
                    <a:pt x="41898" y="131766"/>
                  </a:lnTo>
                  <a:lnTo>
                    <a:pt x="68580" y="137158"/>
                  </a:lnTo>
                  <a:lnTo>
                    <a:pt x="95261" y="131766"/>
                  </a:lnTo>
                  <a:lnTo>
                    <a:pt x="117062" y="117062"/>
                  </a:lnTo>
                  <a:lnTo>
                    <a:pt x="131766" y="95261"/>
                  </a:lnTo>
                  <a:lnTo>
                    <a:pt x="137160" y="68578"/>
                  </a:lnTo>
                  <a:lnTo>
                    <a:pt x="131766" y="41898"/>
                  </a:lnTo>
                  <a:lnTo>
                    <a:pt x="117062" y="20096"/>
                  </a:lnTo>
                  <a:lnTo>
                    <a:pt x="95261" y="5392"/>
                  </a:lnTo>
                  <a:lnTo>
                    <a:pt x="68580" y="0"/>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58" name="Google Shape;1058;p139"/>
            <p:cNvPicPr preferRelativeResize="0"/>
            <p:nvPr/>
          </p:nvPicPr>
          <p:blipFill rotWithShape="1">
            <a:blip r:embed="rId4">
              <a:alphaModFix/>
            </a:blip>
            <a:srcRect b="0" l="0" r="0" t="0"/>
            <a:stretch/>
          </p:blipFill>
          <p:spPr>
            <a:xfrm>
              <a:off x="1597152" y="5245606"/>
              <a:ext cx="137158" cy="137158"/>
            </a:xfrm>
            <a:prstGeom prst="rect">
              <a:avLst/>
            </a:prstGeom>
            <a:noFill/>
            <a:ln>
              <a:noFill/>
            </a:ln>
          </p:spPr>
        </p:pic>
        <p:pic>
          <p:nvPicPr>
            <p:cNvPr id="1059" name="Google Shape;1059;p139"/>
            <p:cNvPicPr preferRelativeResize="0"/>
            <p:nvPr/>
          </p:nvPicPr>
          <p:blipFill rotWithShape="1">
            <a:blip r:embed="rId4">
              <a:alphaModFix/>
            </a:blip>
            <a:srcRect b="0" l="0" r="0" t="0"/>
            <a:stretch/>
          </p:blipFill>
          <p:spPr>
            <a:xfrm>
              <a:off x="2119882" y="4620766"/>
              <a:ext cx="137159" cy="137158"/>
            </a:xfrm>
            <a:prstGeom prst="rect">
              <a:avLst/>
            </a:prstGeom>
            <a:noFill/>
            <a:ln>
              <a:noFill/>
            </a:ln>
          </p:spPr>
        </p:pic>
        <p:pic>
          <p:nvPicPr>
            <p:cNvPr id="1060" name="Google Shape;1060;p139"/>
            <p:cNvPicPr preferRelativeResize="0"/>
            <p:nvPr/>
          </p:nvPicPr>
          <p:blipFill rotWithShape="1">
            <a:blip r:embed="rId4">
              <a:alphaModFix/>
            </a:blip>
            <a:srcRect b="0" l="0" r="0" t="0"/>
            <a:stretch/>
          </p:blipFill>
          <p:spPr>
            <a:xfrm>
              <a:off x="2438400" y="4936234"/>
              <a:ext cx="137160" cy="137158"/>
            </a:xfrm>
            <a:prstGeom prst="rect">
              <a:avLst/>
            </a:prstGeom>
            <a:noFill/>
            <a:ln>
              <a:noFill/>
            </a:ln>
          </p:spPr>
        </p:pic>
        <p:sp>
          <p:nvSpPr>
            <p:cNvPr id="1061" name="Google Shape;1061;p139"/>
            <p:cNvSpPr/>
            <p:nvPr/>
          </p:nvSpPr>
          <p:spPr>
            <a:xfrm>
              <a:off x="2279904" y="5483350"/>
              <a:ext cx="137160" cy="137160"/>
            </a:xfrm>
            <a:custGeom>
              <a:rect b="b" l="l" r="r" t="t"/>
              <a:pathLst>
                <a:path extrusionOk="0" h="137160" w="137160">
                  <a:moveTo>
                    <a:pt x="68578" y="0"/>
                  </a:moveTo>
                  <a:lnTo>
                    <a:pt x="41898" y="5392"/>
                  </a:lnTo>
                  <a:lnTo>
                    <a:pt x="20096" y="20096"/>
                  </a:lnTo>
                  <a:lnTo>
                    <a:pt x="5392" y="41898"/>
                  </a:lnTo>
                  <a:lnTo>
                    <a:pt x="0" y="68579"/>
                  </a:lnTo>
                  <a:lnTo>
                    <a:pt x="5392" y="95271"/>
                  </a:lnTo>
                  <a:lnTo>
                    <a:pt x="20096" y="117071"/>
                  </a:lnTo>
                  <a:lnTo>
                    <a:pt x="41898" y="131770"/>
                  </a:lnTo>
                  <a:lnTo>
                    <a:pt x="68578" y="137160"/>
                  </a:lnTo>
                  <a:lnTo>
                    <a:pt x="95261" y="131770"/>
                  </a:lnTo>
                  <a:lnTo>
                    <a:pt x="117062" y="117071"/>
                  </a:lnTo>
                  <a:lnTo>
                    <a:pt x="131766" y="95271"/>
                  </a:lnTo>
                  <a:lnTo>
                    <a:pt x="137158" y="68579"/>
                  </a:lnTo>
                  <a:lnTo>
                    <a:pt x="131766" y="41898"/>
                  </a:lnTo>
                  <a:lnTo>
                    <a:pt x="117062" y="20096"/>
                  </a:lnTo>
                  <a:lnTo>
                    <a:pt x="95261" y="5392"/>
                  </a:lnTo>
                  <a:lnTo>
                    <a:pt x="68578" y="0"/>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62" name="Google Shape;1062;p139"/>
            <p:cNvPicPr preferRelativeResize="0"/>
            <p:nvPr/>
          </p:nvPicPr>
          <p:blipFill rotWithShape="1">
            <a:blip r:embed="rId4">
              <a:alphaModFix/>
            </a:blip>
            <a:srcRect b="0" l="0" r="0" t="0"/>
            <a:stretch/>
          </p:blipFill>
          <p:spPr>
            <a:xfrm>
              <a:off x="2638044" y="5314188"/>
              <a:ext cx="137160" cy="137158"/>
            </a:xfrm>
            <a:prstGeom prst="rect">
              <a:avLst/>
            </a:prstGeom>
            <a:noFill/>
            <a:ln>
              <a:noFill/>
            </a:ln>
          </p:spPr>
        </p:pic>
        <p:pic>
          <p:nvPicPr>
            <p:cNvPr id="1063" name="Google Shape;1063;p139"/>
            <p:cNvPicPr preferRelativeResize="0"/>
            <p:nvPr/>
          </p:nvPicPr>
          <p:blipFill rotWithShape="1">
            <a:blip r:embed="rId4">
              <a:alphaModFix/>
            </a:blip>
            <a:srcRect b="0" l="0" r="0" t="0"/>
            <a:stretch/>
          </p:blipFill>
          <p:spPr>
            <a:xfrm>
              <a:off x="3345180" y="3742942"/>
              <a:ext cx="137160" cy="137160"/>
            </a:xfrm>
            <a:prstGeom prst="rect">
              <a:avLst/>
            </a:prstGeom>
            <a:noFill/>
            <a:ln>
              <a:noFill/>
            </a:ln>
          </p:spPr>
        </p:pic>
        <p:sp>
          <p:nvSpPr>
            <p:cNvPr id="1064" name="Google Shape;1064;p139"/>
            <p:cNvSpPr/>
            <p:nvPr/>
          </p:nvSpPr>
          <p:spPr>
            <a:xfrm>
              <a:off x="1697736" y="4623816"/>
              <a:ext cx="137160" cy="137160"/>
            </a:xfrm>
            <a:custGeom>
              <a:rect b="b" l="l" r="r" t="t"/>
              <a:pathLst>
                <a:path extrusionOk="0" h="137160" w="13716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58" y="68578"/>
                  </a:lnTo>
                  <a:lnTo>
                    <a:pt x="131766" y="41897"/>
                  </a:lnTo>
                  <a:lnTo>
                    <a:pt x="117062" y="20096"/>
                  </a:lnTo>
                  <a:lnTo>
                    <a:pt x="95261" y="5392"/>
                  </a:lnTo>
                  <a:lnTo>
                    <a:pt x="6858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65" name="Google Shape;1065;p139"/>
            <p:cNvPicPr preferRelativeResize="0"/>
            <p:nvPr/>
          </p:nvPicPr>
          <p:blipFill rotWithShape="1">
            <a:blip r:embed="rId3">
              <a:alphaModFix/>
            </a:blip>
            <a:srcRect b="0" l="0" r="0" t="0"/>
            <a:stretch/>
          </p:blipFill>
          <p:spPr>
            <a:xfrm>
              <a:off x="1787652" y="3724654"/>
              <a:ext cx="137160" cy="137160"/>
            </a:xfrm>
            <a:prstGeom prst="rect">
              <a:avLst/>
            </a:prstGeom>
            <a:noFill/>
            <a:ln>
              <a:noFill/>
            </a:ln>
          </p:spPr>
        </p:pic>
        <p:pic>
          <p:nvPicPr>
            <p:cNvPr id="1066" name="Google Shape;1066;p139"/>
            <p:cNvPicPr preferRelativeResize="0"/>
            <p:nvPr/>
          </p:nvPicPr>
          <p:blipFill rotWithShape="1">
            <a:blip r:embed="rId3">
              <a:alphaModFix/>
            </a:blip>
            <a:srcRect b="0" l="0" r="0" t="0"/>
            <a:stretch/>
          </p:blipFill>
          <p:spPr>
            <a:xfrm>
              <a:off x="2225040" y="3992878"/>
              <a:ext cx="137160" cy="137158"/>
            </a:xfrm>
            <a:prstGeom prst="rect">
              <a:avLst/>
            </a:prstGeom>
            <a:noFill/>
            <a:ln>
              <a:noFill/>
            </a:ln>
          </p:spPr>
        </p:pic>
        <p:pic>
          <p:nvPicPr>
            <p:cNvPr id="1067" name="Google Shape;1067;p139"/>
            <p:cNvPicPr preferRelativeResize="0"/>
            <p:nvPr/>
          </p:nvPicPr>
          <p:blipFill rotWithShape="1">
            <a:blip r:embed="rId5">
              <a:alphaModFix/>
            </a:blip>
            <a:srcRect b="0" l="0" r="0" t="0"/>
            <a:stretch/>
          </p:blipFill>
          <p:spPr>
            <a:xfrm>
              <a:off x="2903220" y="4936234"/>
              <a:ext cx="137160" cy="137158"/>
            </a:xfrm>
            <a:prstGeom prst="rect">
              <a:avLst/>
            </a:prstGeom>
            <a:noFill/>
            <a:ln>
              <a:noFill/>
            </a:ln>
          </p:spPr>
        </p:pic>
        <p:pic>
          <p:nvPicPr>
            <p:cNvPr id="1068" name="Google Shape;1068;p139"/>
            <p:cNvPicPr preferRelativeResize="0"/>
            <p:nvPr/>
          </p:nvPicPr>
          <p:blipFill rotWithShape="1">
            <a:blip r:embed="rId3">
              <a:alphaModFix/>
            </a:blip>
            <a:srcRect b="0" l="0" r="0" t="0"/>
            <a:stretch/>
          </p:blipFill>
          <p:spPr>
            <a:xfrm>
              <a:off x="2624326" y="3587494"/>
              <a:ext cx="137159" cy="137158"/>
            </a:xfrm>
            <a:prstGeom prst="rect">
              <a:avLst/>
            </a:prstGeom>
            <a:noFill/>
            <a:ln>
              <a:noFill/>
            </a:ln>
          </p:spPr>
        </p:pic>
        <p:pic>
          <p:nvPicPr>
            <p:cNvPr id="1069" name="Google Shape;1069;p139"/>
            <p:cNvPicPr preferRelativeResize="0"/>
            <p:nvPr/>
          </p:nvPicPr>
          <p:blipFill rotWithShape="1">
            <a:blip r:embed="rId3">
              <a:alphaModFix/>
            </a:blip>
            <a:srcRect b="0" l="0" r="0" t="0"/>
            <a:stretch/>
          </p:blipFill>
          <p:spPr>
            <a:xfrm>
              <a:off x="3505200" y="3992878"/>
              <a:ext cx="137160" cy="137158"/>
            </a:xfrm>
            <a:prstGeom prst="rect">
              <a:avLst/>
            </a:prstGeom>
            <a:noFill/>
            <a:ln>
              <a:noFill/>
            </a:ln>
          </p:spPr>
        </p:pic>
        <p:pic>
          <p:nvPicPr>
            <p:cNvPr id="1070" name="Google Shape;1070;p139"/>
            <p:cNvPicPr preferRelativeResize="0"/>
            <p:nvPr/>
          </p:nvPicPr>
          <p:blipFill rotWithShape="1">
            <a:blip r:embed="rId3">
              <a:alphaModFix/>
            </a:blip>
            <a:srcRect b="0" l="0" r="0" t="0"/>
            <a:stretch/>
          </p:blipFill>
          <p:spPr>
            <a:xfrm>
              <a:off x="3444238" y="4539994"/>
              <a:ext cx="137160" cy="137160"/>
            </a:xfrm>
            <a:prstGeom prst="rect">
              <a:avLst/>
            </a:prstGeom>
            <a:noFill/>
            <a:ln>
              <a:noFill/>
            </a:ln>
          </p:spPr>
        </p:pic>
        <p:pic>
          <p:nvPicPr>
            <p:cNvPr id="1071" name="Google Shape;1071;p139"/>
            <p:cNvPicPr preferRelativeResize="0"/>
            <p:nvPr/>
          </p:nvPicPr>
          <p:blipFill rotWithShape="1">
            <a:blip r:embed="rId3">
              <a:alphaModFix/>
            </a:blip>
            <a:srcRect b="0" l="0" r="0" t="0"/>
            <a:stretch/>
          </p:blipFill>
          <p:spPr>
            <a:xfrm>
              <a:off x="3834382" y="4468366"/>
              <a:ext cx="137160" cy="137158"/>
            </a:xfrm>
            <a:prstGeom prst="rect">
              <a:avLst/>
            </a:prstGeom>
            <a:noFill/>
            <a:ln>
              <a:noFill/>
            </a:ln>
          </p:spPr>
        </p:pic>
        <p:pic>
          <p:nvPicPr>
            <p:cNvPr id="1072" name="Google Shape;1072;p139"/>
            <p:cNvPicPr preferRelativeResize="0"/>
            <p:nvPr/>
          </p:nvPicPr>
          <p:blipFill rotWithShape="1">
            <a:blip r:embed="rId3">
              <a:alphaModFix/>
            </a:blip>
            <a:srcRect b="0" l="0" r="0" t="0"/>
            <a:stretch/>
          </p:blipFill>
          <p:spPr>
            <a:xfrm>
              <a:off x="3019044" y="4261104"/>
              <a:ext cx="137160" cy="137158"/>
            </a:xfrm>
            <a:prstGeom prst="rect">
              <a:avLst/>
            </a:prstGeom>
            <a:noFill/>
            <a:ln>
              <a:noFill/>
            </a:ln>
          </p:spPr>
        </p:pic>
        <p:pic>
          <p:nvPicPr>
            <p:cNvPr id="1073" name="Google Shape;1073;p139"/>
            <p:cNvPicPr preferRelativeResize="0"/>
            <p:nvPr/>
          </p:nvPicPr>
          <p:blipFill rotWithShape="1">
            <a:blip r:embed="rId3">
              <a:alphaModFix/>
            </a:blip>
            <a:srcRect b="0" l="0" r="0" t="0"/>
            <a:stretch/>
          </p:blipFill>
          <p:spPr>
            <a:xfrm>
              <a:off x="3505200" y="5414772"/>
              <a:ext cx="137160" cy="137158"/>
            </a:xfrm>
            <a:prstGeom prst="rect">
              <a:avLst/>
            </a:prstGeom>
            <a:noFill/>
            <a:ln>
              <a:noFill/>
            </a:ln>
          </p:spPr>
        </p:pic>
        <p:pic>
          <p:nvPicPr>
            <p:cNvPr id="1074" name="Google Shape;1074;p139"/>
            <p:cNvPicPr preferRelativeResize="0"/>
            <p:nvPr/>
          </p:nvPicPr>
          <p:blipFill rotWithShape="1">
            <a:blip r:embed="rId3">
              <a:alphaModFix/>
            </a:blip>
            <a:srcRect b="0" l="0" r="0" t="0"/>
            <a:stretch/>
          </p:blipFill>
          <p:spPr>
            <a:xfrm>
              <a:off x="3642360" y="5126734"/>
              <a:ext cx="137160" cy="137158"/>
            </a:xfrm>
            <a:prstGeom prst="rect">
              <a:avLst/>
            </a:prstGeom>
            <a:noFill/>
            <a:ln>
              <a:noFill/>
            </a:ln>
          </p:spPr>
        </p:pic>
        <p:pic>
          <p:nvPicPr>
            <p:cNvPr id="1075" name="Google Shape;1075;p139"/>
            <p:cNvPicPr preferRelativeResize="0"/>
            <p:nvPr/>
          </p:nvPicPr>
          <p:blipFill rotWithShape="1">
            <a:blip r:embed="rId6">
              <a:alphaModFix/>
            </a:blip>
            <a:srcRect b="0" l="0" r="0" t="0"/>
            <a:stretch/>
          </p:blipFill>
          <p:spPr>
            <a:xfrm>
              <a:off x="4047744" y="4055362"/>
              <a:ext cx="137158" cy="137159"/>
            </a:xfrm>
            <a:prstGeom prst="rect">
              <a:avLst/>
            </a:prstGeom>
            <a:noFill/>
            <a:ln>
              <a:noFill/>
            </a:ln>
          </p:spPr>
        </p:pic>
        <p:pic>
          <p:nvPicPr>
            <p:cNvPr id="1076" name="Google Shape;1076;p139"/>
            <p:cNvPicPr preferRelativeResize="0"/>
            <p:nvPr/>
          </p:nvPicPr>
          <p:blipFill rotWithShape="1">
            <a:blip r:embed="rId6">
              <a:alphaModFix/>
            </a:blip>
            <a:srcRect b="0" l="0" r="0" t="0"/>
            <a:stretch/>
          </p:blipFill>
          <p:spPr>
            <a:xfrm>
              <a:off x="4009644" y="4927090"/>
              <a:ext cx="137158" cy="137158"/>
            </a:xfrm>
            <a:prstGeom prst="rect">
              <a:avLst/>
            </a:prstGeom>
            <a:noFill/>
            <a:ln>
              <a:noFill/>
            </a:ln>
          </p:spPr>
        </p:pic>
        <p:pic>
          <p:nvPicPr>
            <p:cNvPr id="1077" name="Google Shape;1077;p139"/>
            <p:cNvPicPr preferRelativeResize="0"/>
            <p:nvPr/>
          </p:nvPicPr>
          <p:blipFill rotWithShape="1">
            <a:blip r:embed="rId3">
              <a:alphaModFix/>
            </a:blip>
            <a:srcRect b="0" l="0" r="0" t="0"/>
            <a:stretch/>
          </p:blipFill>
          <p:spPr>
            <a:xfrm>
              <a:off x="4264150" y="5396482"/>
              <a:ext cx="137160" cy="137158"/>
            </a:xfrm>
            <a:prstGeom prst="rect">
              <a:avLst/>
            </a:prstGeom>
            <a:noFill/>
            <a:ln>
              <a:noFill/>
            </a:ln>
          </p:spPr>
        </p:pic>
        <p:pic>
          <p:nvPicPr>
            <p:cNvPr id="1078" name="Google Shape;1078;p139"/>
            <p:cNvPicPr preferRelativeResize="0"/>
            <p:nvPr/>
          </p:nvPicPr>
          <p:blipFill rotWithShape="1">
            <a:blip r:embed="rId3">
              <a:alphaModFix/>
            </a:blip>
            <a:srcRect b="0" l="0" r="0" t="0"/>
            <a:stretch/>
          </p:blipFill>
          <p:spPr>
            <a:xfrm>
              <a:off x="3009900" y="2973322"/>
              <a:ext cx="137160" cy="137159"/>
            </a:xfrm>
            <a:prstGeom prst="rect">
              <a:avLst/>
            </a:prstGeom>
            <a:noFill/>
            <a:ln>
              <a:noFill/>
            </a:ln>
          </p:spPr>
        </p:pic>
        <p:pic>
          <p:nvPicPr>
            <p:cNvPr id="1079" name="Google Shape;1079;p139"/>
            <p:cNvPicPr preferRelativeResize="0"/>
            <p:nvPr/>
          </p:nvPicPr>
          <p:blipFill rotWithShape="1">
            <a:blip r:embed="rId3">
              <a:alphaModFix/>
            </a:blip>
            <a:srcRect b="0" l="0" r="0" t="0"/>
            <a:stretch/>
          </p:blipFill>
          <p:spPr>
            <a:xfrm>
              <a:off x="3552444" y="3070858"/>
              <a:ext cx="137158" cy="137159"/>
            </a:xfrm>
            <a:prstGeom prst="rect">
              <a:avLst/>
            </a:prstGeom>
            <a:noFill/>
            <a:ln>
              <a:noFill/>
            </a:ln>
          </p:spPr>
        </p:pic>
        <p:pic>
          <p:nvPicPr>
            <p:cNvPr id="1080" name="Google Shape;1080;p139"/>
            <p:cNvPicPr preferRelativeResize="0"/>
            <p:nvPr/>
          </p:nvPicPr>
          <p:blipFill rotWithShape="1">
            <a:blip r:embed="rId6">
              <a:alphaModFix/>
            </a:blip>
            <a:srcRect b="0" l="0" r="0" t="0"/>
            <a:stretch/>
          </p:blipFill>
          <p:spPr>
            <a:xfrm>
              <a:off x="3872482" y="3441190"/>
              <a:ext cx="137160" cy="137160"/>
            </a:xfrm>
            <a:prstGeom prst="rect">
              <a:avLst/>
            </a:prstGeom>
            <a:noFill/>
            <a:ln>
              <a:noFill/>
            </a:ln>
          </p:spPr>
        </p:pic>
        <p:sp>
          <p:nvSpPr>
            <p:cNvPr id="1081" name="Google Shape;1081;p139"/>
            <p:cNvSpPr/>
            <p:nvPr/>
          </p:nvSpPr>
          <p:spPr>
            <a:xfrm>
              <a:off x="1560576" y="4776216"/>
              <a:ext cx="137160" cy="137160"/>
            </a:xfrm>
            <a:custGeom>
              <a:rect b="b" l="l" r="r" t="t"/>
              <a:pathLst>
                <a:path extrusionOk="0" h="137160" w="13716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60" y="68578"/>
                  </a:lnTo>
                  <a:lnTo>
                    <a:pt x="131766" y="41897"/>
                  </a:lnTo>
                  <a:lnTo>
                    <a:pt x="117062" y="20096"/>
                  </a:lnTo>
                  <a:lnTo>
                    <a:pt x="95261" y="5392"/>
                  </a:lnTo>
                  <a:lnTo>
                    <a:pt x="6858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82" name="Google Shape;1082;p139"/>
            <p:cNvPicPr preferRelativeResize="0"/>
            <p:nvPr/>
          </p:nvPicPr>
          <p:blipFill rotWithShape="1">
            <a:blip r:embed="rId7">
              <a:alphaModFix/>
            </a:blip>
            <a:srcRect b="0" l="0" r="0" t="0"/>
            <a:stretch/>
          </p:blipFill>
          <p:spPr>
            <a:xfrm>
              <a:off x="2142744" y="4913374"/>
              <a:ext cx="137160" cy="137159"/>
            </a:xfrm>
            <a:prstGeom prst="rect">
              <a:avLst/>
            </a:prstGeom>
            <a:noFill/>
            <a:ln>
              <a:noFill/>
            </a:ln>
          </p:spPr>
        </p:pic>
        <p:pic>
          <p:nvPicPr>
            <p:cNvPr id="1083" name="Google Shape;1083;p139"/>
            <p:cNvPicPr preferRelativeResize="0"/>
            <p:nvPr/>
          </p:nvPicPr>
          <p:blipFill rotWithShape="1">
            <a:blip r:embed="rId4">
              <a:alphaModFix/>
            </a:blip>
            <a:srcRect b="0" l="0" r="0" t="0"/>
            <a:stretch/>
          </p:blipFill>
          <p:spPr>
            <a:xfrm>
              <a:off x="2193036" y="5178550"/>
              <a:ext cx="137158" cy="137160"/>
            </a:xfrm>
            <a:prstGeom prst="rect">
              <a:avLst/>
            </a:prstGeom>
            <a:noFill/>
            <a:ln>
              <a:noFill/>
            </a:ln>
          </p:spPr>
        </p:pic>
        <p:pic>
          <p:nvPicPr>
            <p:cNvPr id="1084" name="Google Shape;1084;p139"/>
            <p:cNvPicPr preferRelativeResize="0"/>
            <p:nvPr/>
          </p:nvPicPr>
          <p:blipFill rotWithShape="1">
            <a:blip r:embed="rId4">
              <a:alphaModFix/>
            </a:blip>
            <a:srcRect b="0" l="0" r="0" t="0"/>
            <a:stretch/>
          </p:blipFill>
          <p:spPr>
            <a:xfrm>
              <a:off x="1766316" y="5320282"/>
              <a:ext cx="137158" cy="137158"/>
            </a:xfrm>
            <a:prstGeom prst="rect">
              <a:avLst/>
            </a:prstGeom>
            <a:noFill/>
            <a:ln>
              <a:noFill/>
            </a:ln>
          </p:spPr>
        </p:pic>
        <p:sp>
          <p:nvSpPr>
            <p:cNvPr id="1085" name="Google Shape;1085;p139"/>
            <p:cNvSpPr/>
            <p:nvPr/>
          </p:nvSpPr>
          <p:spPr>
            <a:xfrm>
              <a:off x="2071116" y="5273039"/>
              <a:ext cx="612775" cy="417830"/>
            </a:xfrm>
            <a:custGeom>
              <a:rect b="b" l="l" r="r" t="t"/>
              <a:pathLst>
                <a:path extrusionOk="0" h="417829" w="612775">
                  <a:moveTo>
                    <a:pt x="137160" y="272796"/>
                  </a:moveTo>
                  <a:lnTo>
                    <a:pt x="131762" y="246126"/>
                  </a:lnTo>
                  <a:lnTo>
                    <a:pt x="117043" y="224320"/>
                  </a:lnTo>
                  <a:lnTo>
                    <a:pt x="95250" y="209613"/>
                  </a:lnTo>
                  <a:lnTo>
                    <a:pt x="68580" y="204216"/>
                  </a:lnTo>
                  <a:lnTo>
                    <a:pt x="41897" y="209613"/>
                  </a:lnTo>
                  <a:lnTo>
                    <a:pt x="20091" y="224320"/>
                  </a:lnTo>
                  <a:lnTo>
                    <a:pt x="5372" y="246126"/>
                  </a:lnTo>
                  <a:lnTo>
                    <a:pt x="0" y="272796"/>
                  </a:lnTo>
                  <a:lnTo>
                    <a:pt x="5372" y="299478"/>
                  </a:lnTo>
                  <a:lnTo>
                    <a:pt x="20091" y="321284"/>
                  </a:lnTo>
                  <a:lnTo>
                    <a:pt x="41897" y="335991"/>
                  </a:lnTo>
                  <a:lnTo>
                    <a:pt x="68580" y="341376"/>
                  </a:lnTo>
                  <a:lnTo>
                    <a:pt x="95250" y="335991"/>
                  </a:lnTo>
                  <a:lnTo>
                    <a:pt x="117043" y="321284"/>
                  </a:lnTo>
                  <a:lnTo>
                    <a:pt x="131762" y="299478"/>
                  </a:lnTo>
                  <a:lnTo>
                    <a:pt x="137160" y="272796"/>
                  </a:lnTo>
                  <a:close/>
                </a:path>
                <a:path extrusionOk="0" h="417829" w="612775">
                  <a:moveTo>
                    <a:pt x="422148" y="68580"/>
                  </a:moveTo>
                  <a:lnTo>
                    <a:pt x="416750" y="41910"/>
                  </a:lnTo>
                  <a:lnTo>
                    <a:pt x="402031" y="20104"/>
                  </a:lnTo>
                  <a:lnTo>
                    <a:pt x="380238" y="5397"/>
                  </a:lnTo>
                  <a:lnTo>
                    <a:pt x="353568" y="0"/>
                  </a:lnTo>
                  <a:lnTo>
                    <a:pt x="326885" y="5397"/>
                  </a:lnTo>
                  <a:lnTo>
                    <a:pt x="305079" y="20104"/>
                  </a:lnTo>
                  <a:lnTo>
                    <a:pt x="290360" y="41910"/>
                  </a:lnTo>
                  <a:lnTo>
                    <a:pt x="284988" y="68580"/>
                  </a:lnTo>
                  <a:lnTo>
                    <a:pt x="290360" y="95262"/>
                  </a:lnTo>
                  <a:lnTo>
                    <a:pt x="305079" y="117068"/>
                  </a:lnTo>
                  <a:lnTo>
                    <a:pt x="326885" y="131775"/>
                  </a:lnTo>
                  <a:lnTo>
                    <a:pt x="353568" y="137160"/>
                  </a:lnTo>
                  <a:lnTo>
                    <a:pt x="380238" y="131775"/>
                  </a:lnTo>
                  <a:lnTo>
                    <a:pt x="402031" y="117068"/>
                  </a:lnTo>
                  <a:lnTo>
                    <a:pt x="416750" y="95262"/>
                  </a:lnTo>
                  <a:lnTo>
                    <a:pt x="422148" y="68580"/>
                  </a:lnTo>
                  <a:close/>
                </a:path>
                <a:path extrusionOk="0" h="417829" w="612775">
                  <a:moveTo>
                    <a:pt x="612648" y="348996"/>
                  </a:moveTo>
                  <a:lnTo>
                    <a:pt x="607250" y="322326"/>
                  </a:lnTo>
                  <a:lnTo>
                    <a:pt x="592531" y="300520"/>
                  </a:lnTo>
                  <a:lnTo>
                    <a:pt x="570738" y="285813"/>
                  </a:lnTo>
                  <a:lnTo>
                    <a:pt x="544068" y="280416"/>
                  </a:lnTo>
                  <a:lnTo>
                    <a:pt x="517385" y="285813"/>
                  </a:lnTo>
                  <a:lnTo>
                    <a:pt x="495579" y="300520"/>
                  </a:lnTo>
                  <a:lnTo>
                    <a:pt x="480860" y="322326"/>
                  </a:lnTo>
                  <a:lnTo>
                    <a:pt x="475488" y="348996"/>
                  </a:lnTo>
                  <a:lnTo>
                    <a:pt x="480860" y="375691"/>
                  </a:lnTo>
                  <a:lnTo>
                    <a:pt x="495579" y="397497"/>
                  </a:lnTo>
                  <a:lnTo>
                    <a:pt x="517385" y="412191"/>
                  </a:lnTo>
                  <a:lnTo>
                    <a:pt x="544068" y="417576"/>
                  </a:lnTo>
                  <a:lnTo>
                    <a:pt x="570738" y="412191"/>
                  </a:lnTo>
                  <a:lnTo>
                    <a:pt x="592531" y="397497"/>
                  </a:lnTo>
                  <a:lnTo>
                    <a:pt x="607250" y="375691"/>
                  </a:lnTo>
                  <a:lnTo>
                    <a:pt x="612648" y="348996"/>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86" name="Google Shape;1086;p139"/>
            <p:cNvPicPr preferRelativeResize="0"/>
            <p:nvPr/>
          </p:nvPicPr>
          <p:blipFill rotWithShape="1">
            <a:blip r:embed="rId3">
              <a:alphaModFix/>
            </a:blip>
            <a:srcRect b="0" l="0" r="0" t="0"/>
            <a:stretch/>
          </p:blipFill>
          <p:spPr>
            <a:xfrm>
              <a:off x="2534412" y="3819142"/>
              <a:ext cx="137160" cy="137160"/>
            </a:xfrm>
            <a:prstGeom prst="rect">
              <a:avLst/>
            </a:prstGeom>
            <a:noFill/>
            <a:ln>
              <a:noFill/>
            </a:ln>
          </p:spPr>
        </p:pic>
        <p:pic>
          <p:nvPicPr>
            <p:cNvPr id="1087" name="Google Shape;1087;p139"/>
            <p:cNvPicPr preferRelativeResize="0"/>
            <p:nvPr/>
          </p:nvPicPr>
          <p:blipFill rotWithShape="1">
            <a:blip r:embed="rId3">
              <a:alphaModFix/>
            </a:blip>
            <a:srcRect b="0" l="0" r="0" t="0"/>
            <a:stretch/>
          </p:blipFill>
          <p:spPr>
            <a:xfrm>
              <a:off x="2595372" y="3272026"/>
              <a:ext cx="137158" cy="137160"/>
            </a:xfrm>
            <a:prstGeom prst="rect">
              <a:avLst/>
            </a:prstGeom>
            <a:noFill/>
            <a:ln>
              <a:noFill/>
            </a:ln>
          </p:spPr>
        </p:pic>
        <p:pic>
          <p:nvPicPr>
            <p:cNvPr id="1088" name="Google Shape;1088;p139"/>
            <p:cNvPicPr preferRelativeResize="0"/>
            <p:nvPr/>
          </p:nvPicPr>
          <p:blipFill rotWithShape="1">
            <a:blip r:embed="rId3">
              <a:alphaModFix/>
            </a:blip>
            <a:srcRect b="0" l="0" r="0" t="0"/>
            <a:stretch/>
          </p:blipFill>
          <p:spPr>
            <a:xfrm>
              <a:off x="2109216" y="3540250"/>
              <a:ext cx="137158" cy="137160"/>
            </a:xfrm>
            <a:prstGeom prst="rect">
              <a:avLst/>
            </a:prstGeom>
            <a:noFill/>
            <a:ln>
              <a:noFill/>
            </a:ln>
          </p:spPr>
        </p:pic>
        <p:pic>
          <p:nvPicPr>
            <p:cNvPr id="1089" name="Google Shape;1089;p139"/>
            <p:cNvPicPr preferRelativeResize="0"/>
            <p:nvPr/>
          </p:nvPicPr>
          <p:blipFill rotWithShape="1">
            <a:blip r:embed="rId6">
              <a:alphaModFix/>
            </a:blip>
            <a:srcRect b="0" l="0" r="0" t="0"/>
            <a:stretch/>
          </p:blipFill>
          <p:spPr>
            <a:xfrm>
              <a:off x="2924554" y="3745990"/>
              <a:ext cx="137160" cy="137158"/>
            </a:xfrm>
            <a:prstGeom prst="rect">
              <a:avLst/>
            </a:prstGeom>
            <a:noFill/>
            <a:ln>
              <a:noFill/>
            </a:ln>
          </p:spPr>
        </p:pic>
        <p:pic>
          <p:nvPicPr>
            <p:cNvPr id="1090" name="Google Shape;1090;p139"/>
            <p:cNvPicPr preferRelativeResize="0"/>
            <p:nvPr/>
          </p:nvPicPr>
          <p:blipFill rotWithShape="1">
            <a:blip r:embed="rId3">
              <a:alphaModFix/>
            </a:blip>
            <a:srcRect b="0" l="0" r="0" t="0"/>
            <a:stretch/>
          </p:blipFill>
          <p:spPr>
            <a:xfrm>
              <a:off x="3139438" y="3332986"/>
              <a:ext cx="137160" cy="137159"/>
            </a:xfrm>
            <a:prstGeom prst="rect">
              <a:avLst/>
            </a:prstGeom>
            <a:noFill/>
            <a:ln>
              <a:noFill/>
            </a:ln>
          </p:spPr>
        </p:pic>
        <p:pic>
          <p:nvPicPr>
            <p:cNvPr id="1091" name="Google Shape;1091;p139"/>
            <p:cNvPicPr preferRelativeResize="0"/>
            <p:nvPr/>
          </p:nvPicPr>
          <p:blipFill rotWithShape="1">
            <a:blip r:embed="rId6">
              <a:alphaModFix/>
            </a:blip>
            <a:srcRect b="0" l="0" r="0" t="0"/>
            <a:stretch/>
          </p:blipFill>
          <p:spPr>
            <a:xfrm>
              <a:off x="3899916" y="3732274"/>
              <a:ext cx="137160" cy="137159"/>
            </a:xfrm>
            <a:prstGeom prst="rect">
              <a:avLst/>
            </a:prstGeom>
            <a:noFill/>
            <a:ln>
              <a:noFill/>
            </a:ln>
          </p:spPr>
        </p:pic>
        <p:pic>
          <p:nvPicPr>
            <p:cNvPr id="1092" name="Google Shape;1092;p139"/>
            <p:cNvPicPr preferRelativeResize="0"/>
            <p:nvPr/>
          </p:nvPicPr>
          <p:blipFill rotWithShape="1">
            <a:blip r:embed="rId3">
              <a:alphaModFix/>
            </a:blip>
            <a:srcRect b="0" l="0" r="0" t="0"/>
            <a:stretch/>
          </p:blipFill>
          <p:spPr>
            <a:xfrm>
              <a:off x="3959350" y="3185158"/>
              <a:ext cx="137160" cy="137160"/>
            </a:xfrm>
            <a:prstGeom prst="rect">
              <a:avLst/>
            </a:prstGeom>
            <a:noFill/>
            <a:ln>
              <a:noFill/>
            </a:ln>
          </p:spPr>
        </p:pic>
        <p:pic>
          <p:nvPicPr>
            <p:cNvPr id="1093" name="Google Shape;1093;p139"/>
            <p:cNvPicPr preferRelativeResize="0"/>
            <p:nvPr/>
          </p:nvPicPr>
          <p:blipFill rotWithShape="1">
            <a:blip r:embed="rId3">
              <a:alphaModFix/>
            </a:blip>
            <a:srcRect b="0" l="0" r="0" t="0"/>
            <a:stretch/>
          </p:blipFill>
          <p:spPr>
            <a:xfrm>
              <a:off x="4288536" y="3659122"/>
              <a:ext cx="137160" cy="137158"/>
            </a:xfrm>
            <a:prstGeom prst="rect">
              <a:avLst/>
            </a:prstGeom>
            <a:noFill/>
            <a:ln>
              <a:noFill/>
            </a:ln>
          </p:spPr>
        </p:pic>
        <p:pic>
          <p:nvPicPr>
            <p:cNvPr id="1094" name="Google Shape;1094;p139"/>
            <p:cNvPicPr preferRelativeResize="0"/>
            <p:nvPr/>
          </p:nvPicPr>
          <p:blipFill rotWithShape="1">
            <a:blip r:embed="rId5">
              <a:alphaModFix/>
            </a:blip>
            <a:srcRect b="0" l="0" r="0" t="0"/>
            <a:stretch/>
          </p:blipFill>
          <p:spPr>
            <a:xfrm>
              <a:off x="3474720" y="3453382"/>
              <a:ext cx="137158" cy="137160"/>
            </a:xfrm>
            <a:prstGeom prst="rect">
              <a:avLst/>
            </a:prstGeom>
            <a:noFill/>
            <a:ln>
              <a:noFill/>
            </a:ln>
          </p:spPr>
        </p:pic>
        <p:pic>
          <p:nvPicPr>
            <p:cNvPr id="1095" name="Google Shape;1095;p139"/>
            <p:cNvPicPr preferRelativeResize="0"/>
            <p:nvPr/>
          </p:nvPicPr>
          <p:blipFill rotWithShape="1">
            <a:blip r:embed="rId8">
              <a:alphaModFix/>
            </a:blip>
            <a:srcRect b="0" l="0" r="0" t="0"/>
            <a:stretch/>
          </p:blipFill>
          <p:spPr>
            <a:xfrm>
              <a:off x="4503418" y="3246118"/>
              <a:ext cx="137158" cy="137158"/>
            </a:xfrm>
            <a:prstGeom prst="rect">
              <a:avLst/>
            </a:prstGeom>
            <a:noFill/>
            <a:ln>
              <a:noFill/>
            </a:ln>
          </p:spPr>
        </p:pic>
        <p:pic>
          <p:nvPicPr>
            <p:cNvPr id="1096" name="Google Shape;1096;p139"/>
            <p:cNvPicPr preferRelativeResize="0"/>
            <p:nvPr/>
          </p:nvPicPr>
          <p:blipFill rotWithShape="1">
            <a:blip r:embed="rId5">
              <a:alphaModFix/>
            </a:blip>
            <a:srcRect b="0" l="0" r="0" t="0"/>
            <a:stretch/>
          </p:blipFill>
          <p:spPr>
            <a:xfrm>
              <a:off x="1755648" y="4224526"/>
              <a:ext cx="137158" cy="137160"/>
            </a:xfrm>
            <a:prstGeom prst="rect">
              <a:avLst/>
            </a:prstGeom>
            <a:noFill/>
            <a:ln>
              <a:noFill/>
            </a:ln>
          </p:spPr>
        </p:pic>
        <p:pic>
          <p:nvPicPr>
            <p:cNvPr id="1097" name="Google Shape;1097;p139"/>
            <p:cNvPicPr preferRelativeResize="0"/>
            <p:nvPr/>
          </p:nvPicPr>
          <p:blipFill rotWithShape="1">
            <a:blip r:embed="rId5">
              <a:alphaModFix/>
            </a:blip>
            <a:srcRect b="0" l="0" r="0" t="0"/>
            <a:stretch/>
          </p:blipFill>
          <p:spPr>
            <a:xfrm>
              <a:off x="1450848" y="4142232"/>
              <a:ext cx="137159" cy="137159"/>
            </a:xfrm>
            <a:prstGeom prst="rect">
              <a:avLst/>
            </a:prstGeom>
            <a:noFill/>
            <a:ln>
              <a:noFill/>
            </a:ln>
          </p:spPr>
        </p:pic>
        <p:pic>
          <p:nvPicPr>
            <p:cNvPr id="1098" name="Google Shape;1098;p139"/>
            <p:cNvPicPr preferRelativeResize="0"/>
            <p:nvPr/>
          </p:nvPicPr>
          <p:blipFill rotWithShape="1">
            <a:blip r:embed="rId3">
              <a:alphaModFix/>
            </a:blip>
            <a:srcRect b="0" l="0" r="0" t="0"/>
            <a:stretch/>
          </p:blipFill>
          <p:spPr>
            <a:xfrm>
              <a:off x="2113788" y="4305300"/>
              <a:ext cx="137160" cy="137160"/>
            </a:xfrm>
            <a:prstGeom prst="rect">
              <a:avLst/>
            </a:prstGeom>
            <a:noFill/>
            <a:ln>
              <a:noFill/>
            </a:ln>
          </p:spPr>
        </p:pic>
        <p:pic>
          <p:nvPicPr>
            <p:cNvPr id="1099" name="Google Shape;1099;p139"/>
            <p:cNvPicPr preferRelativeResize="0"/>
            <p:nvPr/>
          </p:nvPicPr>
          <p:blipFill rotWithShape="1">
            <a:blip r:embed="rId6">
              <a:alphaModFix/>
            </a:blip>
            <a:srcRect b="0" l="0" r="0" t="0"/>
            <a:stretch/>
          </p:blipFill>
          <p:spPr>
            <a:xfrm>
              <a:off x="3337560" y="4837174"/>
              <a:ext cx="137160" cy="137159"/>
            </a:xfrm>
            <a:prstGeom prst="rect">
              <a:avLst/>
            </a:prstGeom>
            <a:noFill/>
            <a:ln>
              <a:noFill/>
            </a:ln>
          </p:spPr>
        </p:pic>
        <p:pic>
          <p:nvPicPr>
            <p:cNvPr id="1100" name="Google Shape;1100;p139"/>
            <p:cNvPicPr preferRelativeResize="0"/>
            <p:nvPr/>
          </p:nvPicPr>
          <p:blipFill rotWithShape="1">
            <a:blip r:embed="rId3">
              <a:alphaModFix/>
            </a:blip>
            <a:srcRect b="0" l="0" r="0" t="0"/>
            <a:stretch/>
          </p:blipFill>
          <p:spPr>
            <a:xfrm>
              <a:off x="3276600" y="5090160"/>
              <a:ext cx="137160" cy="137158"/>
            </a:xfrm>
            <a:prstGeom prst="rect">
              <a:avLst/>
            </a:prstGeom>
            <a:noFill/>
            <a:ln>
              <a:noFill/>
            </a:ln>
          </p:spPr>
        </p:pic>
        <p:pic>
          <p:nvPicPr>
            <p:cNvPr id="1101" name="Google Shape;1101;p139"/>
            <p:cNvPicPr preferRelativeResize="0"/>
            <p:nvPr/>
          </p:nvPicPr>
          <p:blipFill rotWithShape="1">
            <a:blip r:embed="rId3">
              <a:alphaModFix/>
            </a:blip>
            <a:srcRect b="0" l="0" r="0" t="0"/>
            <a:stretch/>
          </p:blipFill>
          <p:spPr>
            <a:xfrm>
              <a:off x="3142488" y="5352288"/>
              <a:ext cx="137160" cy="137158"/>
            </a:xfrm>
            <a:prstGeom prst="rect">
              <a:avLst/>
            </a:prstGeom>
            <a:noFill/>
            <a:ln>
              <a:noFill/>
            </a:ln>
          </p:spPr>
        </p:pic>
        <p:pic>
          <p:nvPicPr>
            <p:cNvPr id="1102" name="Google Shape;1102;p139"/>
            <p:cNvPicPr preferRelativeResize="0"/>
            <p:nvPr/>
          </p:nvPicPr>
          <p:blipFill rotWithShape="1">
            <a:blip r:embed="rId3">
              <a:alphaModFix/>
            </a:blip>
            <a:srcRect b="0" l="0" r="0" t="0"/>
            <a:stretch/>
          </p:blipFill>
          <p:spPr>
            <a:xfrm>
              <a:off x="3345180" y="3232402"/>
              <a:ext cx="137160" cy="137160"/>
            </a:xfrm>
            <a:prstGeom prst="rect">
              <a:avLst/>
            </a:prstGeom>
            <a:noFill/>
            <a:ln>
              <a:noFill/>
            </a:ln>
          </p:spPr>
        </p:pic>
        <p:pic>
          <p:nvPicPr>
            <p:cNvPr id="1103" name="Google Shape;1103;p139"/>
            <p:cNvPicPr preferRelativeResize="0"/>
            <p:nvPr/>
          </p:nvPicPr>
          <p:blipFill rotWithShape="1">
            <a:blip r:embed="rId3">
              <a:alphaModFix/>
            </a:blip>
            <a:srcRect b="0" l="0" r="0" t="0"/>
            <a:stretch/>
          </p:blipFill>
          <p:spPr>
            <a:xfrm>
              <a:off x="3063238" y="4518660"/>
              <a:ext cx="137159" cy="137158"/>
            </a:xfrm>
            <a:prstGeom prst="rect">
              <a:avLst/>
            </a:prstGeom>
            <a:noFill/>
            <a:ln>
              <a:noFill/>
            </a:ln>
          </p:spPr>
        </p:pic>
        <p:pic>
          <p:nvPicPr>
            <p:cNvPr id="1104" name="Google Shape;1104;p139"/>
            <p:cNvPicPr preferRelativeResize="0"/>
            <p:nvPr/>
          </p:nvPicPr>
          <p:blipFill rotWithShape="1">
            <a:blip r:embed="rId5">
              <a:alphaModFix/>
            </a:blip>
            <a:srcRect b="0" l="0" r="0" t="0"/>
            <a:stretch/>
          </p:blipFill>
          <p:spPr>
            <a:xfrm>
              <a:off x="3122676" y="3973066"/>
              <a:ext cx="137160" cy="137158"/>
            </a:xfrm>
            <a:prstGeom prst="rect">
              <a:avLst/>
            </a:prstGeom>
            <a:noFill/>
            <a:ln>
              <a:noFill/>
            </a:ln>
          </p:spPr>
        </p:pic>
        <p:pic>
          <p:nvPicPr>
            <p:cNvPr id="1105" name="Google Shape;1105;p139"/>
            <p:cNvPicPr preferRelativeResize="0"/>
            <p:nvPr/>
          </p:nvPicPr>
          <p:blipFill rotWithShape="1">
            <a:blip r:embed="rId6">
              <a:alphaModFix/>
            </a:blip>
            <a:srcRect b="0" l="0" r="0" t="0"/>
            <a:stretch/>
          </p:blipFill>
          <p:spPr>
            <a:xfrm>
              <a:off x="2638044" y="4241290"/>
              <a:ext cx="137160" cy="137158"/>
            </a:xfrm>
            <a:prstGeom prst="rect">
              <a:avLst/>
            </a:prstGeom>
            <a:noFill/>
            <a:ln>
              <a:noFill/>
            </a:ln>
          </p:spPr>
        </p:pic>
        <p:pic>
          <p:nvPicPr>
            <p:cNvPr id="1106" name="Google Shape;1106;p139"/>
            <p:cNvPicPr preferRelativeResize="0"/>
            <p:nvPr/>
          </p:nvPicPr>
          <p:blipFill rotWithShape="1">
            <a:blip r:embed="rId5">
              <a:alphaModFix/>
            </a:blip>
            <a:srcRect b="0" l="0" r="0" t="0"/>
            <a:stretch/>
          </p:blipFill>
          <p:spPr>
            <a:xfrm>
              <a:off x="1789176" y="3235450"/>
              <a:ext cx="137160" cy="137160"/>
            </a:xfrm>
            <a:prstGeom prst="rect">
              <a:avLst/>
            </a:prstGeom>
            <a:noFill/>
            <a:ln>
              <a:noFill/>
            </a:ln>
          </p:spPr>
        </p:pic>
        <p:pic>
          <p:nvPicPr>
            <p:cNvPr id="1107" name="Google Shape;1107;p139"/>
            <p:cNvPicPr preferRelativeResize="0"/>
            <p:nvPr/>
          </p:nvPicPr>
          <p:blipFill rotWithShape="1">
            <a:blip r:embed="rId5">
              <a:alphaModFix/>
            </a:blip>
            <a:srcRect b="0" l="0" r="0" t="0"/>
            <a:stretch/>
          </p:blipFill>
          <p:spPr>
            <a:xfrm>
              <a:off x="2641092" y="2982466"/>
              <a:ext cx="137158" cy="137159"/>
            </a:xfrm>
            <a:prstGeom prst="rect">
              <a:avLst/>
            </a:prstGeom>
            <a:noFill/>
            <a:ln>
              <a:noFill/>
            </a:ln>
          </p:spPr>
        </p:pic>
        <p:pic>
          <p:nvPicPr>
            <p:cNvPr id="1108" name="Google Shape;1108;p139"/>
            <p:cNvPicPr preferRelativeResize="0"/>
            <p:nvPr/>
          </p:nvPicPr>
          <p:blipFill rotWithShape="1">
            <a:blip r:embed="rId6">
              <a:alphaModFix/>
            </a:blip>
            <a:srcRect b="0" l="0" r="0" t="0"/>
            <a:stretch/>
          </p:blipFill>
          <p:spPr>
            <a:xfrm>
              <a:off x="2154936" y="3250690"/>
              <a:ext cx="137158" cy="137159"/>
            </a:xfrm>
            <a:prstGeom prst="rect">
              <a:avLst/>
            </a:prstGeom>
            <a:noFill/>
            <a:ln>
              <a:noFill/>
            </a:ln>
          </p:spPr>
        </p:pic>
        <p:sp>
          <p:nvSpPr>
            <p:cNvPr id="1109" name="Google Shape;1109;p139"/>
            <p:cNvSpPr/>
            <p:nvPr/>
          </p:nvSpPr>
          <p:spPr>
            <a:xfrm>
              <a:off x="1988820" y="5190743"/>
              <a:ext cx="611505" cy="571500"/>
            </a:xfrm>
            <a:custGeom>
              <a:rect b="b" l="l" r="r" t="t"/>
              <a:pathLst>
                <a:path extrusionOk="0" h="571500" w="611505">
                  <a:moveTo>
                    <a:pt x="137160" y="68580"/>
                  </a:moveTo>
                  <a:lnTo>
                    <a:pt x="131762" y="41910"/>
                  </a:lnTo>
                  <a:lnTo>
                    <a:pt x="117043" y="20104"/>
                  </a:lnTo>
                  <a:lnTo>
                    <a:pt x="95250" y="5397"/>
                  </a:lnTo>
                  <a:lnTo>
                    <a:pt x="68580" y="0"/>
                  </a:lnTo>
                  <a:lnTo>
                    <a:pt x="41897" y="5397"/>
                  </a:lnTo>
                  <a:lnTo>
                    <a:pt x="20091" y="20104"/>
                  </a:lnTo>
                  <a:lnTo>
                    <a:pt x="5372" y="41910"/>
                  </a:lnTo>
                  <a:lnTo>
                    <a:pt x="0" y="68580"/>
                  </a:lnTo>
                  <a:lnTo>
                    <a:pt x="5372" y="95262"/>
                  </a:lnTo>
                  <a:lnTo>
                    <a:pt x="20091" y="117068"/>
                  </a:lnTo>
                  <a:lnTo>
                    <a:pt x="41897" y="131775"/>
                  </a:lnTo>
                  <a:lnTo>
                    <a:pt x="68580" y="137160"/>
                  </a:lnTo>
                  <a:lnTo>
                    <a:pt x="95250" y="131775"/>
                  </a:lnTo>
                  <a:lnTo>
                    <a:pt x="117043" y="117068"/>
                  </a:lnTo>
                  <a:lnTo>
                    <a:pt x="131762" y="95262"/>
                  </a:lnTo>
                  <a:lnTo>
                    <a:pt x="137160" y="68580"/>
                  </a:lnTo>
                  <a:close/>
                </a:path>
                <a:path extrusionOk="0" h="571500" w="611505">
                  <a:moveTo>
                    <a:pt x="324612" y="502920"/>
                  </a:moveTo>
                  <a:lnTo>
                    <a:pt x="319214" y="476237"/>
                  </a:lnTo>
                  <a:lnTo>
                    <a:pt x="304495" y="454431"/>
                  </a:lnTo>
                  <a:lnTo>
                    <a:pt x="282702" y="439737"/>
                  </a:lnTo>
                  <a:lnTo>
                    <a:pt x="256032" y="434340"/>
                  </a:lnTo>
                  <a:lnTo>
                    <a:pt x="229349" y="439737"/>
                  </a:lnTo>
                  <a:lnTo>
                    <a:pt x="207543" y="454431"/>
                  </a:lnTo>
                  <a:lnTo>
                    <a:pt x="192824" y="476237"/>
                  </a:lnTo>
                  <a:lnTo>
                    <a:pt x="187452" y="502920"/>
                  </a:lnTo>
                  <a:lnTo>
                    <a:pt x="192824" y="529615"/>
                  </a:lnTo>
                  <a:lnTo>
                    <a:pt x="207543" y="551421"/>
                  </a:lnTo>
                  <a:lnTo>
                    <a:pt x="229349" y="566115"/>
                  </a:lnTo>
                  <a:lnTo>
                    <a:pt x="256032" y="571500"/>
                  </a:lnTo>
                  <a:lnTo>
                    <a:pt x="282702" y="566115"/>
                  </a:lnTo>
                  <a:lnTo>
                    <a:pt x="304495" y="551421"/>
                  </a:lnTo>
                  <a:lnTo>
                    <a:pt x="319214" y="529615"/>
                  </a:lnTo>
                  <a:lnTo>
                    <a:pt x="324612" y="502920"/>
                  </a:lnTo>
                  <a:close/>
                </a:path>
                <a:path extrusionOk="0" h="571500" w="611505">
                  <a:moveTo>
                    <a:pt x="611124" y="298704"/>
                  </a:moveTo>
                  <a:lnTo>
                    <a:pt x="605726" y="272034"/>
                  </a:lnTo>
                  <a:lnTo>
                    <a:pt x="591007" y="250228"/>
                  </a:lnTo>
                  <a:lnTo>
                    <a:pt x="569214" y="235521"/>
                  </a:lnTo>
                  <a:lnTo>
                    <a:pt x="542544" y="230124"/>
                  </a:lnTo>
                  <a:lnTo>
                    <a:pt x="515861" y="235521"/>
                  </a:lnTo>
                  <a:lnTo>
                    <a:pt x="494055" y="250228"/>
                  </a:lnTo>
                  <a:lnTo>
                    <a:pt x="479336" y="272034"/>
                  </a:lnTo>
                  <a:lnTo>
                    <a:pt x="473964" y="298704"/>
                  </a:lnTo>
                  <a:lnTo>
                    <a:pt x="479336" y="325386"/>
                  </a:lnTo>
                  <a:lnTo>
                    <a:pt x="494055" y="347192"/>
                  </a:lnTo>
                  <a:lnTo>
                    <a:pt x="515861" y="361899"/>
                  </a:lnTo>
                  <a:lnTo>
                    <a:pt x="542544" y="367284"/>
                  </a:lnTo>
                  <a:lnTo>
                    <a:pt x="569214" y="361899"/>
                  </a:lnTo>
                  <a:lnTo>
                    <a:pt x="591007" y="347192"/>
                  </a:lnTo>
                  <a:lnTo>
                    <a:pt x="605726" y="325386"/>
                  </a:lnTo>
                  <a:lnTo>
                    <a:pt x="611124" y="298704"/>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10" name="Google Shape;1110;p139"/>
            <p:cNvPicPr preferRelativeResize="0"/>
            <p:nvPr/>
          </p:nvPicPr>
          <p:blipFill rotWithShape="1">
            <a:blip r:embed="rId3">
              <a:alphaModFix/>
            </a:blip>
            <a:srcRect b="0" l="0" r="0" t="0"/>
            <a:stretch/>
          </p:blipFill>
          <p:spPr>
            <a:xfrm>
              <a:off x="1382268" y="4587238"/>
              <a:ext cx="137158" cy="137160"/>
            </a:xfrm>
            <a:prstGeom prst="rect">
              <a:avLst/>
            </a:prstGeom>
            <a:noFill/>
            <a:ln>
              <a:noFill/>
            </a:ln>
          </p:spPr>
        </p:pic>
        <p:sp>
          <p:nvSpPr>
            <p:cNvPr id="1111" name="Google Shape;1111;p139"/>
            <p:cNvSpPr/>
            <p:nvPr/>
          </p:nvSpPr>
          <p:spPr>
            <a:xfrm>
              <a:off x="1116330" y="2434588"/>
              <a:ext cx="3388360" cy="3526154"/>
            </a:xfrm>
            <a:custGeom>
              <a:rect b="b" l="l" r="r" t="t"/>
              <a:pathLst>
                <a:path extrusionOk="0" h="3526154" w="3388360">
                  <a:moveTo>
                    <a:pt x="0" y="1676400"/>
                  </a:moveTo>
                  <a:lnTo>
                    <a:pt x="206120" y="1676400"/>
                  </a:lnTo>
                </a:path>
                <a:path extrusionOk="0" h="3526154" w="3388360">
                  <a:moveTo>
                    <a:pt x="4571" y="0"/>
                  </a:moveTo>
                  <a:lnTo>
                    <a:pt x="210692" y="0"/>
                  </a:lnTo>
                </a:path>
                <a:path extrusionOk="0" h="3526154" w="3388360">
                  <a:moveTo>
                    <a:pt x="1773936" y="3304032"/>
                  </a:moveTo>
                  <a:lnTo>
                    <a:pt x="1773936" y="3525748"/>
                  </a:lnTo>
                </a:path>
                <a:path extrusionOk="0" h="3526154" w="3388360">
                  <a:moveTo>
                    <a:pt x="3387852" y="3304032"/>
                  </a:moveTo>
                  <a:lnTo>
                    <a:pt x="3387852" y="3525748"/>
                  </a:lnTo>
                </a:path>
              </a:pathLst>
            </a:custGeom>
            <a:noFill/>
            <a:ln cap="flat" cmpd="sng" w="38100">
              <a:solidFill>
                <a:srgbClr val="A6A6A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12" name="Google Shape;1112;p139"/>
          <p:cNvSpPr txBox="1"/>
          <p:nvPr/>
        </p:nvSpPr>
        <p:spPr>
          <a:xfrm>
            <a:off x="2797300" y="5927852"/>
            <a:ext cx="1949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1113" name="Google Shape;1113;p139"/>
          <p:cNvSpPr txBox="1"/>
          <p:nvPr/>
        </p:nvSpPr>
        <p:spPr>
          <a:xfrm>
            <a:off x="4331589" y="5930900"/>
            <a:ext cx="3390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10</a:t>
            </a:r>
            <a:endParaRPr b="0" i="0" sz="2400" u="none" cap="none" strike="noStrike">
              <a:solidFill>
                <a:srgbClr val="000000"/>
              </a:solidFill>
              <a:latin typeface="Arial"/>
              <a:ea typeface="Arial"/>
              <a:cs typeface="Arial"/>
              <a:sym typeface="Arial"/>
            </a:endParaRPr>
          </a:p>
        </p:txBody>
      </p:sp>
      <p:sp>
        <p:nvSpPr>
          <p:cNvPr id="1114" name="Google Shape;1114;p139"/>
          <p:cNvSpPr txBox="1"/>
          <p:nvPr/>
        </p:nvSpPr>
        <p:spPr>
          <a:xfrm>
            <a:off x="849578" y="3870452"/>
            <a:ext cx="1949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1115" name="Google Shape;1115;p139"/>
          <p:cNvSpPr txBox="1"/>
          <p:nvPr/>
        </p:nvSpPr>
        <p:spPr>
          <a:xfrm>
            <a:off x="605636" y="1474723"/>
            <a:ext cx="4038600" cy="112903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Consider input features </a:t>
            </a:r>
            <a:r>
              <a:rPr b="0" i="0" lang="en-US" sz="2400" u="none" cap="none" strike="noStrike">
                <a:solidFill>
                  <a:srgbClr val="000000"/>
                </a:solidFill>
                <a:latin typeface="Arial"/>
                <a:ea typeface="Arial"/>
                <a:cs typeface="Arial"/>
                <a:sym typeface="Arial"/>
              </a:rPr>
              <a:t>𝑥 ∈ ℝ</a:t>
            </a:r>
            <a:r>
              <a:rPr b="0" baseline="30000" i="0" lang="en-US" sz="2700" u="none" cap="none" strike="noStrike">
                <a:solidFill>
                  <a:srgbClr val="000000"/>
                </a:solidFill>
                <a:latin typeface="Arial"/>
                <a:ea typeface="Arial"/>
                <a:cs typeface="Arial"/>
                <a:sym typeface="Arial"/>
              </a:rPr>
              <a:t>2</a:t>
            </a:r>
            <a:endParaRPr b="0" baseline="30000" i="0" sz="2700" u="none" cap="none" strike="noStrike">
              <a:solidFill>
                <a:srgbClr val="000000"/>
              </a:solidFill>
              <a:latin typeface="Arial"/>
              <a:ea typeface="Arial"/>
              <a:cs typeface="Arial"/>
              <a:sym typeface="Arial"/>
            </a:endParaRPr>
          </a:p>
          <a:p>
            <a:pPr indent="0" lvl="0" marL="378460" marR="0" rtl="0" algn="l">
              <a:lnSpc>
                <a:spcPct val="100000"/>
              </a:lnSpc>
              <a:spcBef>
                <a:spcPts val="2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𝑥</a:t>
            </a:r>
            <a:r>
              <a:rPr b="0" baseline="-25000" i="0" lang="en-US" sz="2700" u="none" cap="none" strike="noStrike">
                <a:solidFill>
                  <a:srgbClr val="A6A6A6"/>
                </a:solidFill>
                <a:latin typeface="Arial"/>
                <a:ea typeface="Arial"/>
                <a:cs typeface="Arial"/>
                <a:sym typeface="Arial"/>
              </a:rPr>
              <a:t>2</a:t>
            </a:r>
            <a:endParaRPr b="0" baseline="-25000" i="0" sz="2700" u="none" cap="none" strike="noStrike">
              <a:solidFill>
                <a:srgbClr val="000000"/>
              </a:solidFill>
              <a:latin typeface="Arial"/>
              <a:ea typeface="Arial"/>
              <a:cs typeface="Arial"/>
              <a:sym typeface="Arial"/>
            </a:endParaRPr>
          </a:p>
          <a:p>
            <a:pPr indent="0" lvl="0" marL="102870" marR="0" rtl="0" algn="l">
              <a:lnSpc>
                <a:spcPct val="100000"/>
              </a:lnSpc>
              <a:spcBef>
                <a:spcPts val="25"/>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10</a:t>
            </a:r>
            <a:endParaRPr b="0" i="0" sz="2400" u="none" cap="none" strike="noStrike">
              <a:solidFill>
                <a:srgbClr val="000000"/>
              </a:solidFill>
              <a:latin typeface="Arial"/>
              <a:ea typeface="Arial"/>
              <a:cs typeface="Arial"/>
              <a:sym typeface="Arial"/>
            </a:endParaRPr>
          </a:p>
        </p:txBody>
      </p:sp>
      <p:sp>
        <p:nvSpPr>
          <p:cNvPr id="1116" name="Google Shape;1116;p139"/>
          <p:cNvSpPr txBox="1"/>
          <p:nvPr/>
        </p:nvSpPr>
        <p:spPr>
          <a:xfrm>
            <a:off x="5178804" y="5595620"/>
            <a:ext cx="348615"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𝑥</a:t>
            </a:r>
            <a:r>
              <a:rPr b="0" baseline="-25000" i="0" lang="en-US" sz="2700" u="none" cap="none" strike="noStrike">
                <a:solidFill>
                  <a:srgbClr val="A6A6A6"/>
                </a:solidFill>
                <a:latin typeface="Arial"/>
                <a:ea typeface="Arial"/>
                <a:cs typeface="Arial"/>
                <a:sym typeface="Arial"/>
              </a:rPr>
              <a:t>1</a:t>
            </a:r>
            <a:endParaRPr b="0" baseline="-25000" i="0" sz="27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descr="$PPTXTitle" id="1121" name="Google Shape;1121;p147"/>
          <p:cNvSpPr txBox="1"/>
          <p:nvPr>
            <p:ph type="title"/>
          </p:nvPr>
        </p:nvSpPr>
        <p:spPr>
          <a:xfrm>
            <a:off x="1278294" y="488187"/>
            <a:ext cx="7408658" cy="635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Optimizing a single leaf</a:t>
            </a:r>
            <a:endParaRPr/>
          </a:p>
        </p:txBody>
      </p:sp>
      <p:grpSp>
        <p:nvGrpSpPr>
          <p:cNvPr id="1122" name="Google Shape;1122;p147"/>
          <p:cNvGrpSpPr/>
          <p:nvPr/>
        </p:nvGrpSpPr>
        <p:grpSpPr>
          <a:xfrm>
            <a:off x="909065" y="2428492"/>
            <a:ext cx="10161011" cy="5850385"/>
            <a:chOff x="909066" y="2428492"/>
            <a:chExt cx="4208780" cy="3705225"/>
          </a:xfrm>
        </p:grpSpPr>
        <p:sp>
          <p:nvSpPr>
            <p:cNvPr id="1123" name="Google Shape;1123;p147"/>
            <p:cNvSpPr/>
            <p:nvPr/>
          </p:nvSpPr>
          <p:spPr>
            <a:xfrm>
              <a:off x="909066" y="2428492"/>
              <a:ext cx="4208780" cy="3705225"/>
            </a:xfrm>
            <a:custGeom>
              <a:rect b="b" l="l" r="r" t="t"/>
              <a:pathLst>
                <a:path extrusionOk="0" h="3705225" w="4208780">
                  <a:moveTo>
                    <a:pt x="312420" y="0"/>
                  </a:moveTo>
                  <a:lnTo>
                    <a:pt x="312420" y="3704793"/>
                  </a:lnTo>
                </a:path>
                <a:path extrusionOk="0" h="3705225" w="4208780">
                  <a:moveTo>
                    <a:pt x="4208653" y="3421379"/>
                  </a:moveTo>
                  <a:lnTo>
                    <a:pt x="0" y="3421379"/>
                  </a:lnTo>
                </a:path>
              </a:pathLst>
            </a:custGeom>
            <a:noFill/>
            <a:ln cap="flat" cmpd="sng" w="38100">
              <a:solidFill>
                <a:srgbClr val="A6A6A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24" name="Google Shape;1124;p147"/>
            <p:cNvPicPr preferRelativeResize="0"/>
            <p:nvPr/>
          </p:nvPicPr>
          <p:blipFill rotWithShape="1">
            <a:blip r:embed="rId3">
              <a:alphaModFix/>
            </a:blip>
            <a:srcRect b="0" l="0" r="0" t="0"/>
            <a:stretch/>
          </p:blipFill>
          <p:spPr>
            <a:xfrm>
              <a:off x="2348482" y="2910838"/>
              <a:ext cx="137159" cy="137159"/>
            </a:xfrm>
            <a:prstGeom prst="rect">
              <a:avLst/>
            </a:prstGeom>
            <a:noFill/>
            <a:ln>
              <a:noFill/>
            </a:ln>
          </p:spPr>
        </p:pic>
        <p:sp>
          <p:nvSpPr>
            <p:cNvPr id="1125" name="Google Shape;1125;p147"/>
            <p:cNvSpPr/>
            <p:nvPr/>
          </p:nvSpPr>
          <p:spPr>
            <a:xfrm>
              <a:off x="1883662" y="5041390"/>
              <a:ext cx="137160" cy="137160"/>
            </a:xfrm>
            <a:custGeom>
              <a:rect b="b" l="l" r="r" t="t"/>
              <a:pathLst>
                <a:path extrusionOk="0" h="137160" w="137160">
                  <a:moveTo>
                    <a:pt x="68580" y="0"/>
                  </a:moveTo>
                  <a:lnTo>
                    <a:pt x="41898" y="5392"/>
                  </a:lnTo>
                  <a:lnTo>
                    <a:pt x="20097" y="20096"/>
                  </a:lnTo>
                  <a:lnTo>
                    <a:pt x="5393" y="41898"/>
                  </a:lnTo>
                  <a:lnTo>
                    <a:pt x="0" y="68578"/>
                  </a:lnTo>
                  <a:lnTo>
                    <a:pt x="5393" y="95261"/>
                  </a:lnTo>
                  <a:lnTo>
                    <a:pt x="20097" y="117062"/>
                  </a:lnTo>
                  <a:lnTo>
                    <a:pt x="41898" y="131766"/>
                  </a:lnTo>
                  <a:lnTo>
                    <a:pt x="68580" y="137158"/>
                  </a:lnTo>
                  <a:lnTo>
                    <a:pt x="95261" y="131766"/>
                  </a:lnTo>
                  <a:lnTo>
                    <a:pt x="117062" y="117062"/>
                  </a:lnTo>
                  <a:lnTo>
                    <a:pt x="131766" y="95261"/>
                  </a:lnTo>
                  <a:lnTo>
                    <a:pt x="137160" y="68578"/>
                  </a:lnTo>
                  <a:lnTo>
                    <a:pt x="131766" y="41898"/>
                  </a:lnTo>
                  <a:lnTo>
                    <a:pt x="117062" y="20096"/>
                  </a:lnTo>
                  <a:lnTo>
                    <a:pt x="95261" y="5392"/>
                  </a:lnTo>
                  <a:lnTo>
                    <a:pt x="68580" y="0"/>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26" name="Google Shape;1126;p147"/>
            <p:cNvPicPr preferRelativeResize="0"/>
            <p:nvPr/>
          </p:nvPicPr>
          <p:blipFill rotWithShape="1">
            <a:blip r:embed="rId4">
              <a:alphaModFix/>
            </a:blip>
            <a:srcRect b="0" l="0" r="0" t="0"/>
            <a:stretch/>
          </p:blipFill>
          <p:spPr>
            <a:xfrm>
              <a:off x="1597152" y="5245606"/>
              <a:ext cx="137158" cy="137158"/>
            </a:xfrm>
            <a:prstGeom prst="rect">
              <a:avLst/>
            </a:prstGeom>
            <a:noFill/>
            <a:ln>
              <a:noFill/>
            </a:ln>
          </p:spPr>
        </p:pic>
        <p:pic>
          <p:nvPicPr>
            <p:cNvPr id="1127" name="Google Shape;1127;p147"/>
            <p:cNvPicPr preferRelativeResize="0"/>
            <p:nvPr/>
          </p:nvPicPr>
          <p:blipFill rotWithShape="1">
            <a:blip r:embed="rId4">
              <a:alphaModFix/>
            </a:blip>
            <a:srcRect b="0" l="0" r="0" t="0"/>
            <a:stretch/>
          </p:blipFill>
          <p:spPr>
            <a:xfrm>
              <a:off x="2119882" y="4620766"/>
              <a:ext cx="137159" cy="137158"/>
            </a:xfrm>
            <a:prstGeom prst="rect">
              <a:avLst/>
            </a:prstGeom>
            <a:noFill/>
            <a:ln>
              <a:noFill/>
            </a:ln>
          </p:spPr>
        </p:pic>
        <p:pic>
          <p:nvPicPr>
            <p:cNvPr id="1128" name="Google Shape;1128;p147"/>
            <p:cNvPicPr preferRelativeResize="0"/>
            <p:nvPr/>
          </p:nvPicPr>
          <p:blipFill rotWithShape="1">
            <a:blip r:embed="rId4">
              <a:alphaModFix/>
            </a:blip>
            <a:srcRect b="0" l="0" r="0" t="0"/>
            <a:stretch/>
          </p:blipFill>
          <p:spPr>
            <a:xfrm>
              <a:off x="2438400" y="4936234"/>
              <a:ext cx="137160" cy="137158"/>
            </a:xfrm>
            <a:prstGeom prst="rect">
              <a:avLst/>
            </a:prstGeom>
            <a:noFill/>
            <a:ln>
              <a:noFill/>
            </a:ln>
          </p:spPr>
        </p:pic>
        <p:sp>
          <p:nvSpPr>
            <p:cNvPr id="1129" name="Google Shape;1129;p147"/>
            <p:cNvSpPr/>
            <p:nvPr/>
          </p:nvSpPr>
          <p:spPr>
            <a:xfrm>
              <a:off x="2279904" y="5483350"/>
              <a:ext cx="137160" cy="137160"/>
            </a:xfrm>
            <a:custGeom>
              <a:rect b="b" l="l" r="r" t="t"/>
              <a:pathLst>
                <a:path extrusionOk="0" h="137160" w="137160">
                  <a:moveTo>
                    <a:pt x="68578" y="0"/>
                  </a:moveTo>
                  <a:lnTo>
                    <a:pt x="41898" y="5392"/>
                  </a:lnTo>
                  <a:lnTo>
                    <a:pt x="20096" y="20096"/>
                  </a:lnTo>
                  <a:lnTo>
                    <a:pt x="5392" y="41898"/>
                  </a:lnTo>
                  <a:lnTo>
                    <a:pt x="0" y="68579"/>
                  </a:lnTo>
                  <a:lnTo>
                    <a:pt x="5392" y="95271"/>
                  </a:lnTo>
                  <a:lnTo>
                    <a:pt x="20096" y="117071"/>
                  </a:lnTo>
                  <a:lnTo>
                    <a:pt x="41898" y="131770"/>
                  </a:lnTo>
                  <a:lnTo>
                    <a:pt x="68578" y="137160"/>
                  </a:lnTo>
                  <a:lnTo>
                    <a:pt x="95261" y="131770"/>
                  </a:lnTo>
                  <a:lnTo>
                    <a:pt x="117062" y="117071"/>
                  </a:lnTo>
                  <a:lnTo>
                    <a:pt x="131766" y="95271"/>
                  </a:lnTo>
                  <a:lnTo>
                    <a:pt x="137158" y="68579"/>
                  </a:lnTo>
                  <a:lnTo>
                    <a:pt x="131766" y="41898"/>
                  </a:lnTo>
                  <a:lnTo>
                    <a:pt x="117062" y="20096"/>
                  </a:lnTo>
                  <a:lnTo>
                    <a:pt x="95261" y="5392"/>
                  </a:lnTo>
                  <a:lnTo>
                    <a:pt x="68578" y="0"/>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30" name="Google Shape;1130;p147"/>
            <p:cNvPicPr preferRelativeResize="0"/>
            <p:nvPr/>
          </p:nvPicPr>
          <p:blipFill rotWithShape="1">
            <a:blip r:embed="rId4">
              <a:alphaModFix/>
            </a:blip>
            <a:srcRect b="0" l="0" r="0" t="0"/>
            <a:stretch/>
          </p:blipFill>
          <p:spPr>
            <a:xfrm>
              <a:off x="2638044" y="5314188"/>
              <a:ext cx="137160" cy="137158"/>
            </a:xfrm>
            <a:prstGeom prst="rect">
              <a:avLst/>
            </a:prstGeom>
            <a:noFill/>
            <a:ln>
              <a:noFill/>
            </a:ln>
          </p:spPr>
        </p:pic>
        <p:pic>
          <p:nvPicPr>
            <p:cNvPr id="1131" name="Google Shape;1131;p147"/>
            <p:cNvPicPr preferRelativeResize="0"/>
            <p:nvPr/>
          </p:nvPicPr>
          <p:blipFill rotWithShape="1">
            <a:blip r:embed="rId4">
              <a:alphaModFix/>
            </a:blip>
            <a:srcRect b="0" l="0" r="0" t="0"/>
            <a:stretch/>
          </p:blipFill>
          <p:spPr>
            <a:xfrm>
              <a:off x="3345180" y="3742942"/>
              <a:ext cx="137160" cy="137160"/>
            </a:xfrm>
            <a:prstGeom prst="rect">
              <a:avLst/>
            </a:prstGeom>
            <a:noFill/>
            <a:ln>
              <a:noFill/>
            </a:ln>
          </p:spPr>
        </p:pic>
        <p:sp>
          <p:nvSpPr>
            <p:cNvPr id="1132" name="Google Shape;1132;p147"/>
            <p:cNvSpPr/>
            <p:nvPr/>
          </p:nvSpPr>
          <p:spPr>
            <a:xfrm>
              <a:off x="1697736" y="4623816"/>
              <a:ext cx="137160" cy="137160"/>
            </a:xfrm>
            <a:custGeom>
              <a:rect b="b" l="l" r="r" t="t"/>
              <a:pathLst>
                <a:path extrusionOk="0" h="137160" w="13716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58" y="68578"/>
                  </a:lnTo>
                  <a:lnTo>
                    <a:pt x="131766" y="41897"/>
                  </a:lnTo>
                  <a:lnTo>
                    <a:pt x="117062" y="20096"/>
                  </a:lnTo>
                  <a:lnTo>
                    <a:pt x="95261" y="5392"/>
                  </a:lnTo>
                  <a:lnTo>
                    <a:pt x="6858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33" name="Google Shape;1133;p147"/>
            <p:cNvPicPr preferRelativeResize="0"/>
            <p:nvPr/>
          </p:nvPicPr>
          <p:blipFill rotWithShape="1">
            <a:blip r:embed="rId3">
              <a:alphaModFix/>
            </a:blip>
            <a:srcRect b="0" l="0" r="0" t="0"/>
            <a:stretch/>
          </p:blipFill>
          <p:spPr>
            <a:xfrm>
              <a:off x="1787652" y="3724654"/>
              <a:ext cx="137160" cy="137160"/>
            </a:xfrm>
            <a:prstGeom prst="rect">
              <a:avLst/>
            </a:prstGeom>
            <a:noFill/>
            <a:ln>
              <a:noFill/>
            </a:ln>
          </p:spPr>
        </p:pic>
        <p:pic>
          <p:nvPicPr>
            <p:cNvPr id="1134" name="Google Shape;1134;p147"/>
            <p:cNvPicPr preferRelativeResize="0"/>
            <p:nvPr/>
          </p:nvPicPr>
          <p:blipFill rotWithShape="1">
            <a:blip r:embed="rId3">
              <a:alphaModFix/>
            </a:blip>
            <a:srcRect b="0" l="0" r="0" t="0"/>
            <a:stretch/>
          </p:blipFill>
          <p:spPr>
            <a:xfrm>
              <a:off x="2225040" y="3992878"/>
              <a:ext cx="137160" cy="137158"/>
            </a:xfrm>
            <a:prstGeom prst="rect">
              <a:avLst/>
            </a:prstGeom>
            <a:noFill/>
            <a:ln>
              <a:noFill/>
            </a:ln>
          </p:spPr>
        </p:pic>
        <p:pic>
          <p:nvPicPr>
            <p:cNvPr id="1135" name="Google Shape;1135;p147"/>
            <p:cNvPicPr preferRelativeResize="0"/>
            <p:nvPr/>
          </p:nvPicPr>
          <p:blipFill rotWithShape="1">
            <a:blip r:embed="rId5">
              <a:alphaModFix/>
            </a:blip>
            <a:srcRect b="0" l="0" r="0" t="0"/>
            <a:stretch/>
          </p:blipFill>
          <p:spPr>
            <a:xfrm>
              <a:off x="2903220" y="4936234"/>
              <a:ext cx="137160" cy="137158"/>
            </a:xfrm>
            <a:prstGeom prst="rect">
              <a:avLst/>
            </a:prstGeom>
            <a:noFill/>
            <a:ln>
              <a:noFill/>
            </a:ln>
          </p:spPr>
        </p:pic>
        <p:pic>
          <p:nvPicPr>
            <p:cNvPr id="1136" name="Google Shape;1136;p147"/>
            <p:cNvPicPr preferRelativeResize="0"/>
            <p:nvPr/>
          </p:nvPicPr>
          <p:blipFill rotWithShape="1">
            <a:blip r:embed="rId3">
              <a:alphaModFix/>
            </a:blip>
            <a:srcRect b="0" l="0" r="0" t="0"/>
            <a:stretch/>
          </p:blipFill>
          <p:spPr>
            <a:xfrm>
              <a:off x="2624326" y="3587494"/>
              <a:ext cx="137159" cy="137158"/>
            </a:xfrm>
            <a:prstGeom prst="rect">
              <a:avLst/>
            </a:prstGeom>
            <a:noFill/>
            <a:ln>
              <a:noFill/>
            </a:ln>
          </p:spPr>
        </p:pic>
        <p:pic>
          <p:nvPicPr>
            <p:cNvPr id="1137" name="Google Shape;1137;p147"/>
            <p:cNvPicPr preferRelativeResize="0"/>
            <p:nvPr/>
          </p:nvPicPr>
          <p:blipFill rotWithShape="1">
            <a:blip r:embed="rId3">
              <a:alphaModFix/>
            </a:blip>
            <a:srcRect b="0" l="0" r="0" t="0"/>
            <a:stretch/>
          </p:blipFill>
          <p:spPr>
            <a:xfrm>
              <a:off x="3444238" y="4539994"/>
              <a:ext cx="137160" cy="137160"/>
            </a:xfrm>
            <a:prstGeom prst="rect">
              <a:avLst/>
            </a:prstGeom>
            <a:noFill/>
            <a:ln>
              <a:noFill/>
            </a:ln>
          </p:spPr>
        </p:pic>
        <p:pic>
          <p:nvPicPr>
            <p:cNvPr id="1138" name="Google Shape;1138;p147"/>
            <p:cNvPicPr preferRelativeResize="0"/>
            <p:nvPr/>
          </p:nvPicPr>
          <p:blipFill rotWithShape="1">
            <a:blip r:embed="rId3">
              <a:alphaModFix/>
            </a:blip>
            <a:srcRect b="0" l="0" r="0" t="0"/>
            <a:stretch/>
          </p:blipFill>
          <p:spPr>
            <a:xfrm>
              <a:off x="3505200" y="3992878"/>
              <a:ext cx="137160" cy="137158"/>
            </a:xfrm>
            <a:prstGeom prst="rect">
              <a:avLst/>
            </a:prstGeom>
            <a:noFill/>
            <a:ln>
              <a:noFill/>
            </a:ln>
          </p:spPr>
        </p:pic>
        <p:pic>
          <p:nvPicPr>
            <p:cNvPr id="1139" name="Google Shape;1139;p147"/>
            <p:cNvPicPr preferRelativeResize="0"/>
            <p:nvPr/>
          </p:nvPicPr>
          <p:blipFill rotWithShape="1">
            <a:blip r:embed="rId3">
              <a:alphaModFix/>
            </a:blip>
            <a:srcRect b="0" l="0" r="0" t="0"/>
            <a:stretch/>
          </p:blipFill>
          <p:spPr>
            <a:xfrm>
              <a:off x="3834382" y="4468366"/>
              <a:ext cx="137160" cy="137158"/>
            </a:xfrm>
            <a:prstGeom prst="rect">
              <a:avLst/>
            </a:prstGeom>
            <a:noFill/>
            <a:ln>
              <a:noFill/>
            </a:ln>
          </p:spPr>
        </p:pic>
        <p:pic>
          <p:nvPicPr>
            <p:cNvPr id="1140" name="Google Shape;1140;p147"/>
            <p:cNvPicPr preferRelativeResize="0"/>
            <p:nvPr/>
          </p:nvPicPr>
          <p:blipFill rotWithShape="1">
            <a:blip r:embed="rId3">
              <a:alphaModFix/>
            </a:blip>
            <a:srcRect b="0" l="0" r="0" t="0"/>
            <a:stretch/>
          </p:blipFill>
          <p:spPr>
            <a:xfrm>
              <a:off x="3019044" y="4261104"/>
              <a:ext cx="137160" cy="137158"/>
            </a:xfrm>
            <a:prstGeom prst="rect">
              <a:avLst/>
            </a:prstGeom>
            <a:noFill/>
            <a:ln>
              <a:noFill/>
            </a:ln>
          </p:spPr>
        </p:pic>
        <p:pic>
          <p:nvPicPr>
            <p:cNvPr id="1141" name="Google Shape;1141;p147"/>
            <p:cNvPicPr preferRelativeResize="0"/>
            <p:nvPr/>
          </p:nvPicPr>
          <p:blipFill rotWithShape="1">
            <a:blip r:embed="rId3">
              <a:alphaModFix/>
            </a:blip>
            <a:srcRect b="0" l="0" r="0" t="0"/>
            <a:stretch/>
          </p:blipFill>
          <p:spPr>
            <a:xfrm>
              <a:off x="3505200" y="5414772"/>
              <a:ext cx="137160" cy="137158"/>
            </a:xfrm>
            <a:prstGeom prst="rect">
              <a:avLst/>
            </a:prstGeom>
            <a:noFill/>
            <a:ln>
              <a:noFill/>
            </a:ln>
          </p:spPr>
        </p:pic>
        <p:pic>
          <p:nvPicPr>
            <p:cNvPr id="1142" name="Google Shape;1142;p147"/>
            <p:cNvPicPr preferRelativeResize="0"/>
            <p:nvPr/>
          </p:nvPicPr>
          <p:blipFill rotWithShape="1">
            <a:blip r:embed="rId3">
              <a:alphaModFix/>
            </a:blip>
            <a:srcRect b="0" l="0" r="0" t="0"/>
            <a:stretch/>
          </p:blipFill>
          <p:spPr>
            <a:xfrm>
              <a:off x="3642360" y="5126734"/>
              <a:ext cx="137160" cy="137158"/>
            </a:xfrm>
            <a:prstGeom prst="rect">
              <a:avLst/>
            </a:prstGeom>
            <a:noFill/>
            <a:ln>
              <a:noFill/>
            </a:ln>
          </p:spPr>
        </p:pic>
        <p:pic>
          <p:nvPicPr>
            <p:cNvPr id="1143" name="Google Shape;1143;p147"/>
            <p:cNvPicPr preferRelativeResize="0"/>
            <p:nvPr/>
          </p:nvPicPr>
          <p:blipFill rotWithShape="1">
            <a:blip r:embed="rId6">
              <a:alphaModFix/>
            </a:blip>
            <a:srcRect b="0" l="0" r="0" t="0"/>
            <a:stretch/>
          </p:blipFill>
          <p:spPr>
            <a:xfrm>
              <a:off x="4047744" y="4055362"/>
              <a:ext cx="137158" cy="137159"/>
            </a:xfrm>
            <a:prstGeom prst="rect">
              <a:avLst/>
            </a:prstGeom>
            <a:noFill/>
            <a:ln>
              <a:noFill/>
            </a:ln>
          </p:spPr>
        </p:pic>
        <p:pic>
          <p:nvPicPr>
            <p:cNvPr id="1144" name="Google Shape;1144;p147"/>
            <p:cNvPicPr preferRelativeResize="0"/>
            <p:nvPr/>
          </p:nvPicPr>
          <p:blipFill rotWithShape="1">
            <a:blip r:embed="rId6">
              <a:alphaModFix/>
            </a:blip>
            <a:srcRect b="0" l="0" r="0" t="0"/>
            <a:stretch/>
          </p:blipFill>
          <p:spPr>
            <a:xfrm>
              <a:off x="4009644" y="4927090"/>
              <a:ext cx="137158" cy="137158"/>
            </a:xfrm>
            <a:prstGeom prst="rect">
              <a:avLst/>
            </a:prstGeom>
            <a:noFill/>
            <a:ln>
              <a:noFill/>
            </a:ln>
          </p:spPr>
        </p:pic>
        <p:pic>
          <p:nvPicPr>
            <p:cNvPr id="1145" name="Google Shape;1145;p147"/>
            <p:cNvPicPr preferRelativeResize="0"/>
            <p:nvPr/>
          </p:nvPicPr>
          <p:blipFill rotWithShape="1">
            <a:blip r:embed="rId3">
              <a:alphaModFix/>
            </a:blip>
            <a:srcRect b="0" l="0" r="0" t="0"/>
            <a:stretch/>
          </p:blipFill>
          <p:spPr>
            <a:xfrm>
              <a:off x="4264150" y="5396482"/>
              <a:ext cx="137160" cy="137158"/>
            </a:xfrm>
            <a:prstGeom prst="rect">
              <a:avLst/>
            </a:prstGeom>
            <a:noFill/>
            <a:ln>
              <a:noFill/>
            </a:ln>
          </p:spPr>
        </p:pic>
        <p:pic>
          <p:nvPicPr>
            <p:cNvPr id="1146" name="Google Shape;1146;p147"/>
            <p:cNvPicPr preferRelativeResize="0"/>
            <p:nvPr/>
          </p:nvPicPr>
          <p:blipFill rotWithShape="1">
            <a:blip r:embed="rId3">
              <a:alphaModFix/>
            </a:blip>
            <a:srcRect b="0" l="0" r="0" t="0"/>
            <a:stretch/>
          </p:blipFill>
          <p:spPr>
            <a:xfrm>
              <a:off x="3009900" y="2973322"/>
              <a:ext cx="137160" cy="137159"/>
            </a:xfrm>
            <a:prstGeom prst="rect">
              <a:avLst/>
            </a:prstGeom>
            <a:noFill/>
            <a:ln>
              <a:noFill/>
            </a:ln>
          </p:spPr>
        </p:pic>
        <p:pic>
          <p:nvPicPr>
            <p:cNvPr id="1147" name="Google Shape;1147;p147"/>
            <p:cNvPicPr preferRelativeResize="0"/>
            <p:nvPr/>
          </p:nvPicPr>
          <p:blipFill rotWithShape="1">
            <a:blip r:embed="rId3">
              <a:alphaModFix/>
            </a:blip>
            <a:srcRect b="0" l="0" r="0" t="0"/>
            <a:stretch/>
          </p:blipFill>
          <p:spPr>
            <a:xfrm>
              <a:off x="3552444" y="3070858"/>
              <a:ext cx="137158" cy="137159"/>
            </a:xfrm>
            <a:prstGeom prst="rect">
              <a:avLst/>
            </a:prstGeom>
            <a:noFill/>
            <a:ln>
              <a:noFill/>
            </a:ln>
          </p:spPr>
        </p:pic>
        <p:pic>
          <p:nvPicPr>
            <p:cNvPr id="1148" name="Google Shape;1148;p147"/>
            <p:cNvPicPr preferRelativeResize="0"/>
            <p:nvPr/>
          </p:nvPicPr>
          <p:blipFill rotWithShape="1">
            <a:blip r:embed="rId6">
              <a:alphaModFix/>
            </a:blip>
            <a:srcRect b="0" l="0" r="0" t="0"/>
            <a:stretch/>
          </p:blipFill>
          <p:spPr>
            <a:xfrm>
              <a:off x="3872482" y="3441190"/>
              <a:ext cx="137160" cy="137160"/>
            </a:xfrm>
            <a:prstGeom prst="rect">
              <a:avLst/>
            </a:prstGeom>
            <a:noFill/>
            <a:ln>
              <a:noFill/>
            </a:ln>
          </p:spPr>
        </p:pic>
        <p:sp>
          <p:nvSpPr>
            <p:cNvPr id="1149" name="Google Shape;1149;p147"/>
            <p:cNvSpPr/>
            <p:nvPr/>
          </p:nvSpPr>
          <p:spPr>
            <a:xfrm>
              <a:off x="1560576" y="4776216"/>
              <a:ext cx="137160" cy="137160"/>
            </a:xfrm>
            <a:custGeom>
              <a:rect b="b" l="l" r="r" t="t"/>
              <a:pathLst>
                <a:path extrusionOk="0" h="137160" w="137160">
                  <a:moveTo>
                    <a:pt x="68580" y="0"/>
                  </a:moveTo>
                  <a:lnTo>
                    <a:pt x="41898" y="5392"/>
                  </a:lnTo>
                  <a:lnTo>
                    <a:pt x="20096" y="20096"/>
                  </a:lnTo>
                  <a:lnTo>
                    <a:pt x="5392" y="41897"/>
                  </a:lnTo>
                  <a:lnTo>
                    <a:pt x="0" y="68578"/>
                  </a:lnTo>
                  <a:lnTo>
                    <a:pt x="5392" y="95261"/>
                  </a:lnTo>
                  <a:lnTo>
                    <a:pt x="20096" y="117062"/>
                  </a:lnTo>
                  <a:lnTo>
                    <a:pt x="41898" y="131766"/>
                  </a:lnTo>
                  <a:lnTo>
                    <a:pt x="68580" y="137158"/>
                  </a:lnTo>
                  <a:lnTo>
                    <a:pt x="95261" y="131766"/>
                  </a:lnTo>
                  <a:lnTo>
                    <a:pt x="117062" y="117062"/>
                  </a:lnTo>
                  <a:lnTo>
                    <a:pt x="131766" y="95261"/>
                  </a:lnTo>
                  <a:lnTo>
                    <a:pt x="137160" y="68578"/>
                  </a:lnTo>
                  <a:lnTo>
                    <a:pt x="131766" y="41897"/>
                  </a:lnTo>
                  <a:lnTo>
                    <a:pt x="117062" y="20096"/>
                  </a:lnTo>
                  <a:lnTo>
                    <a:pt x="95261" y="5392"/>
                  </a:lnTo>
                  <a:lnTo>
                    <a:pt x="68580" y="0"/>
                  </a:lnTo>
                  <a:close/>
                </a:path>
              </a:pathLst>
            </a:custGeom>
            <a:solidFill>
              <a:srgbClr val="6F2F9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50" name="Google Shape;1150;p147"/>
            <p:cNvPicPr preferRelativeResize="0"/>
            <p:nvPr/>
          </p:nvPicPr>
          <p:blipFill rotWithShape="1">
            <a:blip r:embed="rId7">
              <a:alphaModFix/>
            </a:blip>
            <a:srcRect b="0" l="0" r="0" t="0"/>
            <a:stretch/>
          </p:blipFill>
          <p:spPr>
            <a:xfrm>
              <a:off x="2142744" y="4913374"/>
              <a:ext cx="137160" cy="137159"/>
            </a:xfrm>
            <a:prstGeom prst="rect">
              <a:avLst/>
            </a:prstGeom>
            <a:noFill/>
            <a:ln>
              <a:noFill/>
            </a:ln>
          </p:spPr>
        </p:pic>
        <p:pic>
          <p:nvPicPr>
            <p:cNvPr id="1151" name="Google Shape;1151;p147"/>
            <p:cNvPicPr preferRelativeResize="0"/>
            <p:nvPr/>
          </p:nvPicPr>
          <p:blipFill rotWithShape="1">
            <a:blip r:embed="rId4">
              <a:alphaModFix/>
            </a:blip>
            <a:srcRect b="0" l="0" r="0" t="0"/>
            <a:stretch/>
          </p:blipFill>
          <p:spPr>
            <a:xfrm>
              <a:off x="2193036" y="5178550"/>
              <a:ext cx="137158" cy="137160"/>
            </a:xfrm>
            <a:prstGeom prst="rect">
              <a:avLst/>
            </a:prstGeom>
            <a:noFill/>
            <a:ln>
              <a:noFill/>
            </a:ln>
          </p:spPr>
        </p:pic>
        <p:pic>
          <p:nvPicPr>
            <p:cNvPr id="1152" name="Google Shape;1152;p147"/>
            <p:cNvPicPr preferRelativeResize="0"/>
            <p:nvPr/>
          </p:nvPicPr>
          <p:blipFill rotWithShape="1">
            <a:blip r:embed="rId4">
              <a:alphaModFix/>
            </a:blip>
            <a:srcRect b="0" l="0" r="0" t="0"/>
            <a:stretch/>
          </p:blipFill>
          <p:spPr>
            <a:xfrm>
              <a:off x="1766316" y="5320282"/>
              <a:ext cx="137158" cy="137158"/>
            </a:xfrm>
            <a:prstGeom prst="rect">
              <a:avLst/>
            </a:prstGeom>
            <a:noFill/>
            <a:ln>
              <a:noFill/>
            </a:ln>
          </p:spPr>
        </p:pic>
        <p:sp>
          <p:nvSpPr>
            <p:cNvPr id="1153" name="Google Shape;1153;p147"/>
            <p:cNvSpPr/>
            <p:nvPr/>
          </p:nvSpPr>
          <p:spPr>
            <a:xfrm>
              <a:off x="2071116" y="5273039"/>
              <a:ext cx="612775" cy="417830"/>
            </a:xfrm>
            <a:custGeom>
              <a:rect b="b" l="l" r="r" t="t"/>
              <a:pathLst>
                <a:path extrusionOk="0" h="417829" w="612775">
                  <a:moveTo>
                    <a:pt x="137160" y="272796"/>
                  </a:moveTo>
                  <a:lnTo>
                    <a:pt x="131762" y="246126"/>
                  </a:lnTo>
                  <a:lnTo>
                    <a:pt x="117043" y="224320"/>
                  </a:lnTo>
                  <a:lnTo>
                    <a:pt x="95250" y="209613"/>
                  </a:lnTo>
                  <a:lnTo>
                    <a:pt x="68580" y="204216"/>
                  </a:lnTo>
                  <a:lnTo>
                    <a:pt x="41897" y="209613"/>
                  </a:lnTo>
                  <a:lnTo>
                    <a:pt x="20091" y="224320"/>
                  </a:lnTo>
                  <a:lnTo>
                    <a:pt x="5372" y="246126"/>
                  </a:lnTo>
                  <a:lnTo>
                    <a:pt x="0" y="272796"/>
                  </a:lnTo>
                  <a:lnTo>
                    <a:pt x="5372" y="299478"/>
                  </a:lnTo>
                  <a:lnTo>
                    <a:pt x="20091" y="321284"/>
                  </a:lnTo>
                  <a:lnTo>
                    <a:pt x="41897" y="335991"/>
                  </a:lnTo>
                  <a:lnTo>
                    <a:pt x="68580" y="341376"/>
                  </a:lnTo>
                  <a:lnTo>
                    <a:pt x="95250" y="335991"/>
                  </a:lnTo>
                  <a:lnTo>
                    <a:pt x="117043" y="321284"/>
                  </a:lnTo>
                  <a:lnTo>
                    <a:pt x="131762" y="299478"/>
                  </a:lnTo>
                  <a:lnTo>
                    <a:pt x="137160" y="272796"/>
                  </a:lnTo>
                  <a:close/>
                </a:path>
                <a:path extrusionOk="0" h="417829" w="612775">
                  <a:moveTo>
                    <a:pt x="422148" y="68580"/>
                  </a:moveTo>
                  <a:lnTo>
                    <a:pt x="416750" y="41910"/>
                  </a:lnTo>
                  <a:lnTo>
                    <a:pt x="402031" y="20104"/>
                  </a:lnTo>
                  <a:lnTo>
                    <a:pt x="380238" y="5397"/>
                  </a:lnTo>
                  <a:lnTo>
                    <a:pt x="353568" y="0"/>
                  </a:lnTo>
                  <a:lnTo>
                    <a:pt x="326885" y="5397"/>
                  </a:lnTo>
                  <a:lnTo>
                    <a:pt x="305079" y="20104"/>
                  </a:lnTo>
                  <a:lnTo>
                    <a:pt x="290360" y="41910"/>
                  </a:lnTo>
                  <a:lnTo>
                    <a:pt x="284988" y="68580"/>
                  </a:lnTo>
                  <a:lnTo>
                    <a:pt x="290360" y="95262"/>
                  </a:lnTo>
                  <a:lnTo>
                    <a:pt x="305079" y="117068"/>
                  </a:lnTo>
                  <a:lnTo>
                    <a:pt x="326885" y="131775"/>
                  </a:lnTo>
                  <a:lnTo>
                    <a:pt x="353568" y="137160"/>
                  </a:lnTo>
                  <a:lnTo>
                    <a:pt x="380238" y="131775"/>
                  </a:lnTo>
                  <a:lnTo>
                    <a:pt x="402031" y="117068"/>
                  </a:lnTo>
                  <a:lnTo>
                    <a:pt x="416750" y="95262"/>
                  </a:lnTo>
                  <a:lnTo>
                    <a:pt x="422148" y="68580"/>
                  </a:lnTo>
                  <a:close/>
                </a:path>
                <a:path extrusionOk="0" h="417829" w="612775">
                  <a:moveTo>
                    <a:pt x="612648" y="348996"/>
                  </a:moveTo>
                  <a:lnTo>
                    <a:pt x="607250" y="322326"/>
                  </a:lnTo>
                  <a:lnTo>
                    <a:pt x="592531" y="300520"/>
                  </a:lnTo>
                  <a:lnTo>
                    <a:pt x="570738" y="285813"/>
                  </a:lnTo>
                  <a:lnTo>
                    <a:pt x="544068" y="280416"/>
                  </a:lnTo>
                  <a:lnTo>
                    <a:pt x="517385" y="285813"/>
                  </a:lnTo>
                  <a:lnTo>
                    <a:pt x="495579" y="300520"/>
                  </a:lnTo>
                  <a:lnTo>
                    <a:pt x="480860" y="322326"/>
                  </a:lnTo>
                  <a:lnTo>
                    <a:pt x="475488" y="348996"/>
                  </a:lnTo>
                  <a:lnTo>
                    <a:pt x="480860" y="375691"/>
                  </a:lnTo>
                  <a:lnTo>
                    <a:pt x="495579" y="397497"/>
                  </a:lnTo>
                  <a:lnTo>
                    <a:pt x="517385" y="412191"/>
                  </a:lnTo>
                  <a:lnTo>
                    <a:pt x="544068" y="417576"/>
                  </a:lnTo>
                  <a:lnTo>
                    <a:pt x="570738" y="412191"/>
                  </a:lnTo>
                  <a:lnTo>
                    <a:pt x="592531" y="397497"/>
                  </a:lnTo>
                  <a:lnTo>
                    <a:pt x="607250" y="375691"/>
                  </a:lnTo>
                  <a:lnTo>
                    <a:pt x="612648" y="348996"/>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54" name="Google Shape;1154;p147"/>
            <p:cNvPicPr preferRelativeResize="0"/>
            <p:nvPr/>
          </p:nvPicPr>
          <p:blipFill rotWithShape="1">
            <a:blip r:embed="rId3">
              <a:alphaModFix/>
            </a:blip>
            <a:srcRect b="0" l="0" r="0" t="0"/>
            <a:stretch/>
          </p:blipFill>
          <p:spPr>
            <a:xfrm>
              <a:off x="2534412" y="3819142"/>
              <a:ext cx="137160" cy="137160"/>
            </a:xfrm>
            <a:prstGeom prst="rect">
              <a:avLst/>
            </a:prstGeom>
            <a:noFill/>
            <a:ln>
              <a:noFill/>
            </a:ln>
          </p:spPr>
        </p:pic>
        <p:pic>
          <p:nvPicPr>
            <p:cNvPr id="1155" name="Google Shape;1155;p147"/>
            <p:cNvPicPr preferRelativeResize="0"/>
            <p:nvPr/>
          </p:nvPicPr>
          <p:blipFill rotWithShape="1">
            <a:blip r:embed="rId3">
              <a:alphaModFix/>
            </a:blip>
            <a:srcRect b="0" l="0" r="0" t="0"/>
            <a:stretch/>
          </p:blipFill>
          <p:spPr>
            <a:xfrm>
              <a:off x="2595372" y="3272026"/>
              <a:ext cx="137158" cy="137160"/>
            </a:xfrm>
            <a:prstGeom prst="rect">
              <a:avLst/>
            </a:prstGeom>
            <a:noFill/>
            <a:ln>
              <a:noFill/>
            </a:ln>
          </p:spPr>
        </p:pic>
        <p:pic>
          <p:nvPicPr>
            <p:cNvPr id="1156" name="Google Shape;1156;p147"/>
            <p:cNvPicPr preferRelativeResize="0"/>
            <p:nvPr/>
          </p:nvPicPr>
          <p:blipFill rotWithShape="1">
            <a:blip r:embed="rId6">
              <a:alphaModFix/>
            </a:blip>
            <a:srcRect b="0" l="0" r="0" t="0"/>
            <a:stretch/>
          </p:blipFill>
          <p:spPr>
            <a:xfrm>
              <a:off x="2924554" y="3745990"/>
              <a:ext cx="137160" cy="137158"/>
            </a:xfrm>
            <a:prstGeom prst="rect">
              <a:avLst/>
            </a:prstGeom>
            <a:noFill/>
            <a:ln>
              <a:noFill/>
            </a:ln>
          </p:spPr>
        </p:pic>
        <p:pic>
          <p:nvPicPr>
            <p:cNvPr id="1157" name="Google Shape;1157;p147"/>
            <p:cNvPicPr preferRelativeResize="0"/>
            <p:nvPr/>
          </p:nvPicPr>
          <p:blipFill rotWithShape="1">
            <a:blip r:embed="rId3">
              <a:alphaModFix/>
            </a:blip>
            <a:srcRect b="0" l="0" r="0" t="0"/>
            <a:stretch/>
          </p:blipFill>
          <p:spPr>
            <a:xfrm>
              <a:off x="2109216" y="3540250"/>
              <a:ext cx="137158" cy="137160"/>
            </a:xfrm>
            <a:prstGeom prst="rect">
              <a:avLst/>
            </a:prstGeom>
            <a:noFill/>
            <a:ln>
              <a:noFill/>
            </a:ln>
          </p:spPr>
        </p:pic>
        <p:pic>
          <p:nvPicPr>
            <p:cNvPr id="1158" name="Google Shape;1158;p147"/>
            <p:cNvPicPr preferRelativeResize="0"/>
            <p:nvPr/>
          </p:nvPicPr>
          <p:blipFill rotWithShape="1">
            <a:blip r:embed="rId3">
              <a:alphaModFix/>
            </a:blip>
            <a:srcRect b="0" l="0" r="0" t="0"/>
            <a:stretch/>
          </p:blipFill>
          <p:spPr>
            <a:xfrm>
              <a:off x="3139438" y="3332986"/>
              <a:ext cx="137160" cy="137159"/>
            </a:xfrm>
            <a:prstGeom prst="rect">
              <a:avLst/>
            </a:prstGeom>
            <a:noFill/>
            <a:ln>
              <a:noFill/>
            </a:ln>
          </p:spPr>
        </p:pic>
        <p:pic>
          <p:nvPicPr>
            <p:cNvPr id="1159" name="Google Shape;1159;p147"/>
            <p:cNvPicPr preferRelativeResize="0"/>
            <p:nvPr/>
          </p:nvPicPr>
          <p:blipFill rotWithShape="1">
            <a:blip r:embed="rId6">
              <a:alphaModFix/>
            </a:blip>
            <a:srcRect b="0" l="0" r="0" t="0"/>
            <a:stretch/>
          </p:blipFill>
          <p:spPr>
            <a:xfrm>
              <a:off x="3899916" y="3732274"/>
              <a:ext cx="137160" cy="137159"/>
            </a:xfrm>
            <a:prstGeom prst="rect">
              <a:avLst/>
            </a:prstGeom>
            <a:noFill/>
            <a:ln>
              <a:noFill/>
            </a:ln>
          </p:spPr>
        </p:pic>
        <p:pic>
          <p:nvPicPr>
            <p:cNvPr id="1160" name="Google Shape;1160;p147"/>
            <p:cNvPicPr preferRelativeResize="0"/>
            <p:nvPr/>
          </p:nvPicPr>
          <p:blipFill rotWithShape="1">
            <a:blip r:embed="rId3">
              <a:alphaModFix/>
            </a:blip>
            <a:srcRect b="0" l="0" r="0" t="0"/>
            <a:stretch/>
          </p:blipFill>
          <p:spPr>
            <a:xfrm>
              <a:off x="3959350" y="3185158"/>
              <a:ext cx="137160" cy="137160"/>
            </a:xfrm>
            <a:prstGeom prst="rect">
              <a:avLst/>
            </a:prstGeom>
            <a:noFill/>
            <a:ln>
              <a:noFill/>
            </a:ln>
          </p:spPr>
        </p:pic>
        <p:pic>
          <p:nvPicPr>
            <p:cNvPr id="1161" name="Google Shape;1161;p147"/>
            <p:cNvPicPr preferRelativeResize="0"/>
            <p:nvPr/>
          </p:nvPicPr>
          <p:blipFill rotWithShape="1">
            <a:blip r:embed="rId3">
              <a:alphaModFix/>
            </a:blip>
            <a:srcRect b="0" l="0" r="0" t="0"/>
            <a:stretch/>
          </p:blipFill>
          <p:spPr>
            <a:xfrm>
              <a:off x="4288536" y="3659122"/>
              <a:ext cx="137160" cy="137158"/>
            </a:xfrm>
            <a:prstGeom prst="rect">
              <a:avLst/>
            </a:prstGeom>
            <a:noFill/>
            <a:ln>
              <a:noFill/>
            </a:ln>
          </p:spPr>
        </p:pic>
        <p:pic>
          <p:nvPicPr>
            <p:cNvPr id="1162" name="Google Shape;1162;p147"/>
            <p:cNvPicPr preferRelativeResize="0"/>
            <p:nvPr/>
          </p:nvPicPr>
          <p:blipFill rotWithShape="1">
            <a:blip r:embed="rId5">
              <a:alphaModFix/>
            </a:blip>
            <a:srcRect b="0" l="0" r="0" t="0"/>
            <a:stretch/>
          </p:blipFill>
          <p:spPr>
            <a:xfrm>
              <a:off x="3474720" y="3453382"/>
              <a:ext cx="137158" cy="137160"/>
            </a:xfrm>
            <a:prstGeom prst="rect">
              <a:avLst/>
            </a:prstGeom>
            <a:noFill/>
            <a:ln>
              <a:noFill/>
            </a:ln>
          </p:spPr>
        </p:pic>
        <p:pic>
          <p:nvPicPr>
            <p:cNvPr id="1163" name="Google Shape;1163;p147"/>
            <p:cNvPicPr preferRelativeResize="0"/>
            <p:nvPr/>
          </p:nvPicPr>
          <p:blipFill rotWithShape="1">
            <a:blip r:embed="rId8">
              <a:alphaModFix/>
            </a:blip>
            <a:srcRect b="0" l="0" r="0" t="0"/>
            <a:stretch/>
          </p:blipFill>
          <p:spPr>
            <a:xfrm>
              <a:off x="4503418" y="3246118"/>
              <a:ext cx="137158" cy="137158"/>
            </a:xfrm>
            <a:prstGeom prst="rect">
              <a:avLst/>
            </a:prstGeom>
            <a:noFill/>
            <a:ln>
              <a:noFill/>
            </a:ln>
          </p:spPr>
        </p:pic>
        <p:pic>
          <p:nvPicPr>
            <p:cNvPr id="1164" name="Google Shape;1164;p147"/>
            <p:cNvPicPr preferRelativeResize="0"/>
            <p:nvPr/>
          </p:nvPicPr>
          <p:blipFill rotWithShape="1">
            <a:blip r:embed="rId5">
              <a:alphaModFix/>
            </a:blip>
            <a:srcRect b="0" l="0" r="0" t="0"/>
            <a:stretch/>
          </p:blipFill>
          <p:spPr>
            <a:xfrm>
              <a:off x="1755648" y="4224526"/>
              <a:ext cx="137158" cy="137160"/>
            </a:xfrm>
            <a:prstGeom prst="rect">
              <a:avLst/>
            </a:prstGeom>
            <a:noFill/>
            <a:ln>
              <a:noFill/>
            </a:ln>
          </p:spPr>
        </p:pic>
        <p:pic>
          <p:nvPicPr>
            <p:cNvPr id="1165" name="Google Shape;1165;p147"/>
            <p:cNvPicPr preferRelativeResize="0"/>
            <p:nvPr/>
          </p:nvPicPr>
          <p:blipFill rotWithShape="1">
            <a:blip r:embed="rId5">
              <a:alphaModFix/>
            </a:blip>
            <a:srcRect b="0" l="0" r="0" t="0"/>
            <a:stretch/>
          </p:blipFill>
          <p:spPr>
            <a:xfrm>
              <a:off x="1450848" y="4142232"/>
              <a:ext cx="137159" cy="137159"/>
            </a:xfrm>
            <a:prstGeom prst="rect">
              <a:avLst/>
            </a:prstGeom>
            <a:noFill/>
            <a:ln>
              <a:noFill/>
            </a:ln>
          </p:spPr>
        </p:pic>
        <p:pic>
          <p:nvPicPr>
            <p:cNvPr id="1166" name="Google Shape;1166;p147"/>
            <p:cNvPicPr preferRelativeResize="0"/>
            <p:nvPr/>
          </p:nvPicPr>
          <p:blipFill rotWithShape="1">
            <a:blip r:embed="rId3">
              <a:alphaModFix/>
            </a:blip>
            <a:srcRect b="0" l="0" r="0" t="0"/>
            <a:stretch/>
          </p:blipFill>
          <p:spPr>
            <a:xfrm>
              <a:off x="2113788" y="4305300"/>
              <a:ext cx="137160" cy="137160"/>
            </a:xfrm>
            <a:prstGeom prst="rect">
              <a:avLst/>
            </a:prstGeom>
            <a:noFill/>
            <a:ln>
              <a:noFill/>
            </a:ln>
          </p:spPr>
        </p:pic>
        <p:pic>
          <p:nvPicPr>
            <p:cNvPr id="1167" name="Google Shape;1167;p147"/>
            <p:cNvPicPr preferRelativeResize="0"/>
            <p:nvPr/>
          </p:nvPicPr>
          <p:blipFill rotWithShape="1">
            <a:blip r:embed="rId6">
              <a:alphaModFix/>
            </a:blip>
            <a:srcRect b="0" l="0" r="0" t="0"/>
            <a:stretch/>
          </p:blipFill>
          <p:spPr>
            <a:xfrm>
              <a:off x="3337560" y="4837174"/>
              <a:ext cx="137160" cy="137159"/>
            </a:xfrm>
            <a:prstGeom prst="rect">
              <a:avLst/>
            </a:prstGeom>
            <a:noFill/>
            <a:ln>
              <a:noFill/>
            </a:ln>
          </p:spPr>
        </p:pic>
        <p:pic>
          <p:nvPicPr>
            <p:cNvPr id="1168" name="Google Shape;1168;p147"/>
            <p:cNvPicPr preferRelativeResize="0"/>
            <p:nvPr/>
          </p:nvPicPr>
          <p:blipFill rotWithShape="1">
            <a:blip r:embed="rId3">
              <a:alphaModFix/>
            </a:blip>
            <a:srcRect b="0" l="0" r="0" t="0"/>
            <a:stretch/>
          </p:blipFill>
          <p:spPr>
            <a:xfrm>
              <a:off x="3276600" y="5090160"/>
              <a:ext cx="137160" cy="137158"/>
            </a:xfrm>
            <a:prstGeom prst="rect">
              <a:avLst/>
            </a:prstGeom>
            <a:noFill/>
            <a:ln>
              <a:noFill/>
            </a:ln>
          </p:spPr>
        </p:pic>
        <p:pic>
          <p:nvPicPr>
            <p:cNvPr id="1169" name="Google Shape;1169;p147"/>
            <p:cNvPicPr preferRelativeResize="0"/>
            <p:nvPr/>
          </p:nvPicPr>
          <p:blipFill rotWithShape="1">
            <a:blip r:embed="rId3">
              <a:alphaModFix/>
            </a:blip>
            <a:srcRect b="0" l="0" r="0" t="0"/>
            <a:stretch/>
          </p:blipFill>
          <p:spPr>
            <a:xfrm>
              <a:off x="3142488" y="5352288"/>
              <a:ext cx="137160" cy="137158"/>
            </a:xfrm>
            <a:prstGeom prst="rect">
              <a:avLst/>
            </a:prstGeom>
            <a:noFill/>
            <a:ln>
              <a:noFill/>
            </a:ln>
          </p:spPr>
        </p:pic>
        <p:pic>
          <p:nvPicPr>
            <p:cNvPr id="1170" name="Google Shape;1170;p147"/>
            <p:cNvPicPr preferRelativeResize="0"/>
            <p:nvPr/>
          </p:nvPicPr>
          <p:blipFill rotWithShape="1">
            <a:blip r:embed="rId3">
              <a:alphaModFix/>
            </a:blip>
            <a:srcRect b="0" l="0" r="0" t="0"/>
            <a:stretch/>
          </p:blipFill>
          <p:spPr>
            <a:xfrm>
              <a:off x="3345180" y="3232402"/>
              <a:ext cx="137160" cy="137160"/>
            </a:xfrm>
            <a:prstGeom prst="rect">
              <a:avLst/>
            </a:prstGeom>
            <a:noFill/>
            <a:ln>
              <a:noFill/>
            </a:ln>
          </p:spPr>
        </p:pic>
        <p:pic>
          <p:nvPicPr>
            <p:cNvPr id="1171" name="Google Shape;1171;p147"/>
            <p:cNvPicPr preferRelativeResize="0"/>
            <p:nvPr/>
          </p:nvPicPr>
          <p:blipFill rotWithShape="1">
            <a:blip r:embed="rId3">
              <a:alphaModFix/>
            </a:blip>
            <a:srcRect b="0" l="0" r="0" t="0"/>
            <a:stretch/>
          </p:blipFill>
          <p:spPr>
            <a:xfrm>
              <a:off x="3063238" y="4518660"/>
              <a:ext cx="137159" cy="137158"/>
            </a:xfrm>
            <a:prstGeom prst="rect">
              <a:avLst/>
            </a:prstGeom>
            <a:noFill/>
            <a:ln>
              <a:noFill/>
            </a:ln>
          </p:spPr>
        </p:pic>
        <p:pic>
          <p:nvPicPr>
            <p:cNvPr id="1172" name="Google Shape;1172;p147"/>
            <p:cNvPicPr preferRelativeResize="0"/>
            <p:nvPr/>
          </p:nvPicPr>
          <p:blipFill rotWithShape="1">
            <a:blip r:embed="rId5">
              <a:alphaModFix/>
            </a:blip>
            <a:srcRect b="0" l="0" r="0" t="0"/>
            <a:stretch/>
          </p:blipFill>
          <p:spPr>
            <a:xfrm>
              <a:off x="3122676" y="3973066"/>
              <a:ext cx="137160" cy="137158"/>
            </a:xfrm>
            <a:prstGeom prst="rect">
              <a:avLst/>
            </a:prstGeom>
            <a:noFill/>
            <a:ln>
              <a:noFill/>
            </a:ln>
          </p:spPr>
        </p:pic>
        <p:pic>
          <p:nvPicPr>
            <p:cNvPr id="1173" name="Google Shape;1173;p147"/>
            <p:cNvPicPr preferRelativeResize="0"/>
            <p:nvPr/>
          </p:nvPicPr>
          <p:blipFill rotWithShape="1">
            <a:blip r:embed="rId5">
              <a:alphaModFix/>
            </a:blip>
            <a:srcRect b="0" l="0" r="0" t="0"/>
            <a:stretch/>
          </p:blipFill>
          <p:spPr>
            <a:xfrm>
              <a:off x="1789176" y="3235450"/>
              <a:ext cx="137160" cy="137160"/>
            </a:xfrm>
            <a:prstGeom prst="rect">
              <a:avLst/>
            </a:prstGeom>
            <a:noFill/>
            <a:ln>
              <a:noFill/>
            </a:ln>
          </p:spPr>
        </p:pic>
        <p:pic>
          <p:nvPicPr>
            <p:cNvPr id="1174" name="Google Shape;1174;p147"/>
            <p:cNvPicPr preferRelativeResize="0"/>
            <p:nvPr/>
          </p:nvPicPr>
          <p:blipFill rotWithShape="1">
            <a:blip r:embed="rId6">
              <a:alphaModFix/>
            </a:blip>
            <a:srcRect b="0" l="0" r="0" t="0"/>
            <a:stretch/>
          </p:blipFill>
          <p:spPr>
            <a:xfrm>
              <a:off x="2638044" y="4241290"/>
              <a:ext cx="137160" cy="137158"/>
            </a:xfrm>
            <a:prstGeom prst="rect">
              <a:avLst/>
            </a:prstGeom>
            <a:noFill/>
            <a:ln>
              <a:noFill/>
            </a:ln>
          </p:spPr>
        </p:pic>
        <p:pic>
          <p:nvPicPr>
            <p:cNvPr id="1175" name="Google Shape;1175;p147"/>
            <p:cNvPicPr preferRelativeResize="0"/>
            <p:nvPr/>
          </p:nvPicPr>
          <p:blipFill rotWithShape="1">
            <a:blip r:embed="rId5">
              <a:alphaModFix/>
            </a:blip>
            <a:srcRect b="0" l="0" r="0" t="0"/>
            <a:stretch/>
          </p:blipFill>
          <p:spPr>
            <a:xfrm>
              <a:off x="2641092" y="2982466"/>
              <a:ext cx="137158" cy="137159"/>
            </a:xfrm>
            <a:prstGeom prst="rect">
              <a:avLst/>
            </a:prstGeom>
            <a:noFill/>
            <a:ln>
              <a:noFill/>
            </a:ln>
          </p:spPr>
        </p:pic>
        <p:pic>
          <p:nvPicPr>
            <p:cNvPr id="1176" name="Google Shape;1176;p147"/>
            <p:cNvPicPr preferRelativeResize="0"/>
            <p:nvPr/>
          </p:nvPicPr>
          <p:blipFill rotWithShape="1">
            <a:blip r:embed="rId6">
              <a:alphaModFix/>
            </a:blip>
            <a:srcRect b="0" l="0" r="0" t="0"/>
            <a:stretch/>
          </p:blipFill>
          <p:spPr>
            <a:xfrm>
              <a:off x="2154936" y="3250690"/>
              <a:ext cx="137158" cy="137159"/>
            </a:xfrm>
            <a:prstGeom prst="rect">
              <a:avLst/>
            </a:prstGeom>
            <a:noFill/>
            <a:ln>
              <a:noFill/>
            </a:ln>
          </p:spPr>
        </p:pic>
        <p:sp>
          <p:nvSpPr>
            <p:cNvPr id="1177" name="Google Shape;1177;p147"/>
            <p:cNvSpPr/>
            <p:nvPr/>
          </p:nvSpPr>
          <p:spPr>
            <a:xfrm>
              <a:off x="1988820" y="5190743"/>
              <a:ext cx="611505" cy="571500"/>
            </a:xfrm>
            <a:custGeom>
              <a:rect b="b" l="l" r="r" t="t"/>
              <a:pathLst>
                <a:path extrusionOk="0" h="571500" w="611505">
                  <a:moveTo>
                    <a:pt x="137160" y="68580"/>
                  </a:moveTo>
                  <a:lnTo>
                    <a:pt x="131762" y="41910"/>
                  </a:lnTo>
                  <a:lnTo>
                    <a:pt x="117043" y="20104"/>
                  </a:lnTo>
                  <a:lnTo>
                    <a:pt x="95250" y="5397"/>
                  </a:lnTo>
                  <a:lnTo>
                    <a:pt x="68580" y="0"/>
                  </a:lnTo>
                  <a:lnTo>
                    <a:pt x="41897" y="5397"/>
                  </a:lnTo>
                  <a:lnTo>
                    <a:pt x="20091" y="20104"/>
                  </a:lnTo>
                  <a:lnTo>
                    <a:pt x="5372" y="41910"/>
                  </a:lnTo>
                  <a:lnTo>
                    <a:pt x="0" y="68580"/>
                  </a:lnTo>
                  <a:lnTo>
                    <a:pt x="5372" y="95262"/>
                  </a:lnTo>
                  <a:lnTo>
                    <a:pt x="20091" y="117068"/>
                  </a:lnTo>
                  <a:lnTo>
                    <a:pt x="41897" y="131775"/>
                  </a:lnTo>
                  <a:lnTo>
                    <a:pt x="68580" y="137160"/>
                  </a:lnTo>
                  <a:lnTo>
                    <a:pt x="95250" y="131775"/>
                  </a:lnTo>
                  <a:lnTo>
                    <a:pt x="117043" y="117068"/>
                  </a:lnTo>
                  <a:lnTo>
                    <a:pt x="131762" y="95262"/>
                  </a:lnTo>
                  <a:lnTo>
                    <a:pt x="137160" y="68580"/>
                  </a:lnTo>
                  <a:close/>
                </a:path>
                <a:path extrusionOk="0" h="571500" w="611505">
                  <a:moveTo>
                    <a:pt x="324612" y="502920"/>
                  </a:moveTo>
                  <a:lnTo>
                    <a:pt x="319214" y="476237"/>
                  </a:lnTo>
                  <a:lnTo>
                    <a:pt x="304495" y="454431"/>
                  </a:lnTo>
                  <a:lnTo>
                    <a:pt x="282702" y="439737"/>
                  </a:lnTo>
                  <a:lnTo>
                    <a:pt x="256032" y="434340"/>
                  </a:lnTo>
                  <a:lnTo>
                    <a:pt x="229349" y="439737"/>
                  </a:lnTo>
                  <a:lnTo>
                    <a:pt x="207543" y="454431"/>
                  </a:lnTo>
                  <a:lnTo>
                    <a:pt x="192824" y="476237"/>
                  </a:lnTo>
                  <a:lnTo>
                    <a:pt x="187452" y="502920"/>
                  </a:lnTo>
                  <a:lnTo>
                    <a:pt x="192824" y="529615"/>
                  </a:lnTo>
                  <a:lnTo>
                    <a:pt x="207543" y="551421"/>
                  </a:lnTo>
                  <a:lnTo>
                    <a:pt x="229349" y="566115"/>
                  </a:lnTo>
                  <a:lnTo>
                    <a:pt x="256032" y="571500"/>
                  </a:lnTo>
                  <a:lnTo>
                    <a:pt x="282702" y="566115"/>
                  </a:lnTo>
                  <a:lnTo>
                    <a:pt x="304495" y="551421"/>
                  </a:lnTo>
                  <a:lnTo>
                    <a:pt x="319214" y="529615"/>
                  </a:lnTo>
                  <a:lnTo>
                    <a:pt x="324612" y="502920"/>
                  </a:lnTo>
                  <a:close/>
                </a:path>
                <a:path extrusionOk="0" h="571500" w="611505">
                  <a:moveTo>
                    <a:pt x="611124" y="298704"/>
                  </a:moveTo>
                  <a:lnTo>
                    <a:pt x="605726" y="272034"/>
                  </a:lnTo>
                  <a:lnTo>
                    <a:pt x="591007" y="250228"/>
                  </a:lnTo>
                  <a:lnTo>
                    <a:pt x="569214" y="235521"/>
                  </a:lnTo>
                  <a:lnTo>
                    <a:pt x="542544" y="230124"/>
                  </a:lnTo>
                  <a:lnTo>
                    <a:pt x="515861" y="235521"/>
                  </a:lnTo>
                  <a:lnTo>
                    <a:pt x="494055" y="250228"/>
                  </a:lnTo>
                  <a:lnTo>
                    <a:pt x="479336" y="272034"/>
                  </a:lnTo>
                  <a:lnTo>
                    <a:pt x="473964" y="298704"/>
                  </a:lnTo>
                  <a:lnTo>
                    <a:pt x="479336" y="325386"/>
                  </a:lnTo>
                  <a:lnTo>
                    <a:pt x="494055" y="347192"/>
                  </a:lnTo>
                  <a:lnTo>
                    <a:pt x="515861" y="361899"/>
                  </a:lnTo>
                  <a:lnTo>
                    <a:pt x="542544" y="367284"/>
                  </a:lnTo>
                  <a:lnTo>
                    <a:pt x="569214" y="361899"/>
                  </a:lnTo>
                  <a:lnTo>
                    <a:pt x="591007" y="347192"/>
                  </a:lnTo>
                  <a:lnTo>
                    <a:pt x="605726" y="325386"/>
                  </a:lnTo>
                  <a:lnTo>
                    <a:pt x="611124" y="298704"/>
                  </a:lnTo>
                  <a:close/>
                </a:path>
              </a:pathLst>
            </a:custGeom>
            <a:solidFill>
              <a:srgbClr val="FF8B1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78" name="Google Shape;1178;p147"/>
            <p:cNvPicPr preferRelativeResize="0"/>
            <p:nvPr/>
          </p:nvPicPr>
          <p:blipFill rotWithShape="1">
            <a:blip r:embed="rId3">
              <a:alphaModFix/>
            </a:blip>
            <a:srcRect b="0" l="0" r="0" t="0"/>
            <a:stretch/>
          </p:blipFill>
          <p:spPr>
            <a:xfrm>
              <a:off x="1382268" y="4587238"/>
              <a:ext cx="137158" cy="137160"/>
            </a:xfrm>
            <a:prstGeom prst="rect">
              <a:avLst/>
            </a:prstGeom>
            <a:noFill/>
            <a:ln>
              <a:noFill/>
            </a:ln>
          </p:spPr>
        </p:pic>
        <p:sp>
          <p:nvSpPr>
            <p:cNvPr id="1179" name="Google Shape;1179;p147"/>
            <p:cNvSpPr/>
            <p:nvPr/>
          </p:nvSpPr>
          <p:spPr>
            <a:xfrm>
              <a:off x="1116330" y="2434588"/>
              <a:ext cx="3388360" cy="3526154"/>
            </a:xfrm>
            <a:custGeom>
              <a:rect b="b" l="l" r="r" t="t"/>
              <a:pathLst>
                <a:path extrusionOk="0" h="3526154" w="3388360">
                  <a:moveTo>
                    <a:pt x="0" y="1676400"/>
                  </a:moveTo>
                  <a:lnTo>
                    <a:pt x="206120" y="1676400"/>
                  </a:lnTo>
                </a:path>
                <a:path extrusionOk="0" h="3526154" w="3388360">
                  <a:moveTo>
                    <a:pt x="4571" y="0"/>
                  </a:moveTo>
                  <a:lnTo>
                    <a:pt x="210692" y="0"/>
                  </a:lnTo>
                </a:path>
                <a:path extrusionOk="0" h="3526154" w="3388360">
                  <a:moveTo>
                    <a:pt x="1773936" y="3304032"/>
                  </a:moveTo>
                  <a:lnTo>
                    <a:pt x="1773936" y="3525748"/>
                  </a:lnTo>
                </a:path>
                <a:path extrusionOk="0" h="3526154" w="3388360">
                  <a:moveTo>
                    <a:pt x="3387852" y="3304032"/>
                  </a:moveTo>
                  <a:lnTo>
                    <a:pt x="3387852" y="3525748"/>
                  </a:lnTo>
                </a:path>
              </a:pathLst>
            </a:custGeom>
            <a:noFill/>
            <a:ln cap="flat" cmpd="sng" w="38100">
              <a:solidFill>
                <a:srgbClr val="A6A6A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80" name="Google Shape;1180;p147"/>
          <p:cNvSpPr txBox="1"/>
          <p:nvPr/>
        </p:nvSpPr>
        <p:spPr>
          <a:xfrm>
            <a:off x="4606645" y="7892840"/>
            <a:ext cx="1949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1181" name="Google Shape;1181;p147"/>
          <p:cNvSpPr txBox="1"/>
          <p:nvPr/>
        </p:nvSpPr>
        <p:spPr>
          <a:xfrm>
            <a:off x="6140934" y="7895888"/>
            <a:ext cx="33909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10</a:t>
            </a:r>
            <a:endParaRPr b="0" i="0" sz="2400" u="none" cap="none" strike="noStrike">
              <a:solidFill>
                <a:srgbClr val="000000"/>
              </a:solidFill>
              <a:latin typeface="Arial"/>
              <a:ea typeface="Arial"/>
              <a:cs typeface="Arial"/>
              <a:sym typeface="Arial"/>
            </a:endParaRPr>
          </a:p>
        </p:txBody>
      </p:sp>
      <p:sp>
        <p:nvSpPr>
          <p:cNvPr id="1182" name="Google Shape;1182;p147"/>
          <p:cNvSpPr txBox="1"/>
          <p:nvPr/>
        </p:nvSpPr>
        <p:spPr>
          <a:xfrm>
            <a:off x="849578" y="3870452"/>
            <a:ext cx="19494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5</a:t>
            </a:r>
            <a:endParaRPr b="0" i="0" sz="2400" u="none" cap="none" strike="noStrike">
              <a:solidFill>
                <a:srgbClr val="000000"/>
              </a:solidFill>
              <a:latin typeface="Arial"/>
              <a:ea typeface="Arial"/>
              <a:cs typeface="Arial"/>
              <a:sym typeface="Arial"/>
            </a:endParaRPr>
          </a:p>
        </p:txBody>
      </p:sp>
      <p:sp>
        <p:nvSpPr>
          <p:cNvPr id="1183" name="Google Shape;1183;p147"/>
          <p:cNvSpPr txBox="1"/>
          <p:nvPr/>
        </p:nvSpPr>
        <p:spPr>
          <a:xfrm>
            <a:off x="605636" y="1474723"/>
            <a:ext cx="4038600" cy="112903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Consider input features </a:t>
            </a:r>
            <a:r>
              <a:rPr b="0" i="0" lang="en-US" sz="2400" u="none" cap="none" strike="noStrike">
                <a:solidFill>
                  <a:srgbClr val="000000"/>
                </a:solidFill>
                <a:latin typeface="Arial"/>
                <a:ea typeface="Arial"/>
                <a:cs typeface="Arial"/>
                <a:sym typeface="Arial"/>
              </a:rPr>
              <a:t>𝑥 ∈ ℝ</a:t>
            </a:r>
            <a:r>
              <a:rPr b="0" baseline="30000" i="0" lang="en-US" sz="2700" u="none" cap="none" strike="noStrike">
                <a:solidFill>
                  <a:srgbClr val="000000"/>
                </a:solidFill>
                <a:latin typeface="Arial"/>
                <a:ea typeface="Arial"/>
                <a:cs typeface="Arial"/>
                <a:sym typeface="Arial"/>
              </a:rPr>
              <a:t>2</a:t>
            </a:r>
            <a:endParaRPr b="0" baseline="30000" i="0" sz="2700" u="none" cap="none" strike="noStrike">
              <a:solidFill>
                <a:srgbClr val="000000"/>
              </a:solidFill>
              <a:latin typeface="Arial"/>
              <a:ea typeface="Arial"/>
              <a:cs typeface="Arial"/>
              <a:sym typeface="Arial"/>
            </a:endParaRPr>
          </a:p>
          <a:p>
            <a:pPr indent="0" lvl="0" marL="378460" marR="0" rtl="0" algn="l">
              <a:lnSpc>
                <a:spcPct val="100000"/>
              </a:lnSpc>
              <a:spcBef>
                <a:spcPts val="2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𝑥</a:t>
            </a:r>
            <a:r>
              <a:rPr b="0" baseline="-25000" i="0" lang="en-US" sz="2700" u="none" cap="none" strike="noStrike">
                <a:solidFill>
                  <a:srgbClr val="A6A6A6"/>
                </a:solidFill>
                <a:latin typeface="Arial"/>
                <a:ea typeface="Arial"/>
                <a:cs typeface="Arial"/>
                <a:sym typeface="Arial"/>
              </a:rPr>
              <a:t>2</a:t>
            </a:r>
            <a:endParaRPr b="0" baseline="-25000" i="0" sz="2700" u="none" cap="none" strike="noStrike">
              <a:solidFill>
                <a:srgbClr val="000000"/>
              </a:solidFill>
              <a:latin typeface="Arial"/>
              <a:ea typeface="Arial"/>
              <a:cs typeface="Arial"/>
              <a:sym typeface="Arial"/>
            </a:endParaRPr>
          </a:p>
          <a:p>
            <a:pPr indent="0" lvl="0" marL="102870" marR="0" rtl="0" algn="l">
              <a:lnSpc>
                <a:spcPct val="100000"/>
              </a:lnSpc>
              <a:spcBef>
                <a:spcPts val="25"/>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10</a:t>
            </a:r>
            <a:endParaRPr b="0" i="0" sz="2400" u="none" cap="none" strike="noStrike">
              <a:solidFill>
                <a:srgbClr val="000000"/>
              </a:solidFill>
              <a:latin typeface="Arial"/>
              <a:ea typeface="Arial"/>
              <a:cs typeface="Arial"/>
              <a:sym typeface="Arial"/>
            </a:endParaRPr>
          </a:p>
        </p:txBody>
      </p:sp>
      <p:sp>
        <p:nvSpPr>
          <p:cNvPr id="1184" name="Google Shape;1184;p147"/>
          <p:cNvSpPr txBox="1"/>
          <p:nvPr/>
        </p:nvSpPr>
        <p:spPr>
          <a:xfrm>
            <a:off x="6988149" y="7560608"/>
            <a:ext cx="348615"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A6A6A6"/>
                </a:solidFill>
                <a:latin typeface="Arial"/>
                <a:ea typeface="Arial"/>
                <a:cs typeface="Arial"/>
                <a:sym typeface="Arial"/>
              </a:rPr>
              <a:t>𝑥</a:t>
            </a:r>
            <a:r>
              <a:rPr b="0" baseline="-25000" i="0" lang="en-US" sz="2700" u="none" cap="none" strike="noStrike">
                <a:solidFill>
                  <a:srgbClr val="A6A6A6"/>
                </a:solidFill>
                <a:latin typeface="Arial"/>
                <a:ea typeface="Arial"/>
                <a:cs typeface="Arial"/>
                <a:sym typeface="Arial"/>
              </a:rPr>
              <a:t>1</a:t>
            </a:r>
            <a:endParaRPr b="0" baseline="-25000" i="0" sz="27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descr="$PPTXTitle" id="1189" name="Google Shape;1189;p141"/>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1783079" rtl="0" algn="l">
              <a:lnSpc>
                <a:spcPct val="100000"/>
              </a:lnSpc>
              <a:spcBef>
                <a:spcPts val="0"/>
              </a:spcBef>
              <a:spcAft>
                <a:spcPts val="0"/>
              </a:spcAft>
              <a:buSzPts val="1400"/>
              <a:buNone/>
            </a:pPr>
            <a:r>
              <a:rPr lang="en-US"/>
              <a:t>Decision trees as ML algorithms</a:t>
            </a:r>
            <a:endParaRPr/>
          </a:p>
        </p:txBody>
      </p:sp>
      <p:sp>
        <p:nvSpPr>
          <p:cNvPr id="1190" name="Google Shape;1190;p141"/>
          <p:cNvSpPr/>
          <p:nvPr/>
        </p:nvSpPr>
        <p:spPr>
          <a:xfrm>
            <a:off x="6493383" y="2802507"/>
            <a:ext cx="93980" cy="282575"/>
          </a:xfrm>
          <a:custGeom>
            <a:rect b="b" l="l" r="r" t="t"/>
            <a:pathLst>
              <a:path extrusionOk="0" h="282575" w="93979">
                <a:moveTo>
                  <a:pt x="3937" y="0"/>
                </a:moveTo>
                <a:lnTo>
                  <a:pt x="0" y="11428"/>
                </a:lnTo>
                <a:lnTo>
                  <a:pt x="16306" y="18503"/>
                </a:lnTo>
                <a:lnTo>
                  <a:pt x="30351" y="28305"/>
                </a:lnTo>
                <a:lnTo>
                  <a:pt x="58875" y="73851"/>
                </a:lnTo>
                <a:lnTo>
                  <a:pt x="67170" y="115623"/>
                </a:lnTo>
                <a:lnTo>
                  <a:pt x="68197" y="139700"/>
                </a:lnTo>
                <a:lnTo>
                  <a:pt x="67152" y="164580"/>
                </a:lnTo>
                <a:lnTo>
                  <a:pt x="58821" y="207529"/>
                </a:lnTo>
                <a:lnTo>
                  <a:pt x="30399" y="253777"/>
                </a:lnTo>
                <a:lnTo>
                  <a:pt x="379" y="270762"/>
                </a:lnTo>
                <a:lnTo>
                  <a:pt x="3937" y="282319"/>
                </a:lnTo>
                <a:lnTo>
                  <a:pt x="42433" y="264238"/>
                </a:lnTo>
                <a:lnTo>
                  <a:pt x="70738" y="232916"/>
                </a:lnTo>
                <a:lnTo>
                  <a:pt x="88168" y="191071"/>
                </a:lnTo>
                <a:lnTo>
                  <a:pt x="93980" y="141224"/>
                </a:lnTo>
                <a:lnTo>
                  <a:pt x="92527" y="115338"/>
                </a:lnTo>
                <a:lnTo>
                  <a:pt x="80905" y="69429"/>
                </a:lnTo>
                <a:lnTo>
                  <a:pt x="57782" y="32092"/>
                </a:lnTo>
                <a:lnTo>
                  <a:pt x="24392" y="7378"/>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1" name="Google Shape;1191;p141"/>
          <p:cNvSpPr/>
          <p:nvPr/>
        </p:nvSpPr>
        <p:spPr>
          <a:xfrm>
            <a:off x="6212713" y="2802507"/>
            <a:ext cx="94615" cy="282575"/>
          </a:xfrm>
          <a:custGeom>
            <a:rect b="b" l="l" r="r" t="t"/>
            <a:pathLst>
              <a:path extrusionOk="0" h="282575" w="94614">
                <a:moveTo>
                  <a:pt x="90041" y="0"/>
                </a:moveTo>
                <a:lnTo>
                  <a:pt x="51640" y="18080"/>
                </a:lnTo>
                <a:lnTo>
                  <a:pt x="23239" y="49401"/>
                </a:lnTo>
                <a:lnTo>
                  <a:pt x="5810" y="91408"/>
                </a:lnTo>
                <a:lnTo>
                  <a:pt x="0" y="141224"/>
                </a:lnTo>
                <a:lnTo>
                  <a:pt x="1451" y="167158"/>
                </a:lnTo>
                <a:lnTo>
                  <a:pt x="13072" y="212982"/>
                </a:lnTo>
                <a:lnTo>
                  <a:pt x="36125" y="250226"/>
                </a:lnTo>
                <a:lnTo>
                  <a:pt x="69513" y="274941"/>
                </a:lnTo>
                <a:lnTo>
                  <a:pt x="90041" y="282319"/>
                </a:lnTo>
                <a:lnTo>
                  <a:pt x="93599" y="270762"/>
                </a:lnTo>
                <a:lnTo>
                  <a:pt x="77530" y="263663"/>
                </a:lnTo>
                <a:lnTo>
                  <a:pt x="63642" y="253777"/>
                </a:lnTo>
                <a:lnTo>
                  <a:pt x="35209" y="207529"/>
                </a:lnTo>
                <a:lnTo>
                  <a:pt x="26827" y="164580"/>
                </a:lnTo>
                <a:lnTo>
                  <a:pt x="25781" y="139700"/>
                </a:lnTo>
                <a:lnTo>
                  <a:pt x="26827" y="115623"/>
                </a:lnTo>
                <a:lnTo>
                  <a:pt x="35209" y="73851"/>
                </a:lnTo>
                <a:lnTo>
                  <a:pt x="63753" y="28305"/>
                </a:lnTo>
                <a:lnTo>
                  <a:pt x="94107" y="11428"/>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2" name="Google Shape;1192;p141"/>
          <p:cNvSpPr txBox="1"/>
          <p:nvPr/>
        </p:nvSpPr>
        <p:spPr>
          <a:xfrm>
            <a:off x="662940" y="2687828"/>
            <a:ext cx="6177915"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1.	What is the hypothesis function </a:t>
            </a:r>
            <a:r>
              <a:rPr b="0" i="0" lang="en-US" sz="2400" u="none" cap="none" strike="noStrike">
                <a:solidFill>
                  <a:srgbClr val="000000"/>
                </a:solidFill>
                <a:latin typeface="Arial"/>
                <a:ea typeface="Arial"/>
                <a:cs typeface="Arial"/>
                <a:sym typeface="Arial"/>
              </a:rPr>
              <a:t>𝒉</a:t>
            </a:r>
            <a:r>
              <a:rPr b="0" baseline="-25000" i="0" lang="en-US" sz="2700" u="none" cap="none" strike="noStrike">
                <a:solidFill>
                  <a:srgbClr val="000000"/>
                </a:solidFill>
                <a:latin typeface="Arial"/>
                <a:ea typeface="Arial"/>
                <a:cs typeface="Arial"/>
                <a:sym typeface="Arial"/>
              </a:rPr>
              <a:t>𝜽	</a:t>
            </a:r>
            <a:r>
              <a:rPr b="0" i="0" lang="en-US" sz="2400" u="none" cap="none" strike="noStrike">
                <a:solidFill>
                  <a:srgbClr val="000000"/>
                </a:solidFill>
                <a:latin typeface="Arial"/>
                <a:ea typeface="Arial"/>
                <a:cs typeface="Arial"/>
                <a:sym typeface="Arial"/>
              </a:rPr>
              <a:t>𝒙	</a:t>
            </a:r>
            <a:r>
              <a:rPr b="1"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193" name="Google Shape;1193;p141"/>
          <p:cNvSpPr txBox="1"/>
          <p:nvPr/>
        </p:nvSpPr>
        <p:spPr>
          <a:xfrm>
            <a:off x="688340" y="1611883"/>
            <a:ext cx="9920605" cy="1141095"/>
          </a:xfrm>
          <a:prstGeom prst="rect">
            <a:avLst/>
          </a:prstGeom>
          <a:noFill/>
          <a:ln>
            <a:noFill/>
          </a:ln>
        </p:spPr>
        <p:txBody>
          <a:bodyPr anchorCtr="0" anchor="t" bIns="0" lIns="0" spcFirstLastPara="1" rIns="0" wrap="square" tIns="9525">
            <a:spAutoFit/>
          </a:bodyPr>
          <a:lstStyle/>
          <a:p>
            <a:pPr indent="0" lvl="0" marL="12700" marR="50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To specify the decision trees from a machine learning standpoint, we need to specify</a:t>
            </a:r>
            <a:endParaRPr b="0" i="0" sz="2400" u="none" cap="none" strike="noStrike">
              <a:solidFill>
                <a:srgbClr val="000000"/>
              </a:solidFill>
              <a:latin typeface="Arial Narrow"/>
              <a:ea typeface="Arial Narrow"/>
              <a:cs typeface="Arial Narrow"/>
              <a:sym typeface="Arial Narrow"/>
            </a:endParaRPr>
          </a:p>
          <a:p>
            <a:pPr indent="0" lvl="0" marL="6823709" marR="0" rtl="0" algn="l">
              <a:lnSpc>
                <a:spcPct val="100000"/>
              </a:lnSpc>
              <a:spcBef>
                <a:spcPts val="12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…a decision tree (</a:t>
            </a:r>
            <a:r>
              <a:rPr b="0" i="0" lang="en-US" sz="24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Narrow"/>
                <a:ea typeface="Arial Narrow"/>
                <a:cs typeface="Arial Narrow"/>
                <a:sym typeface="Arial Narrow"/>
              </a:rPr>
              <a:t>is</a:t>
            </a:r>
            <a:endParaRPr b="0" i="0" sz="2400" u="none" cap="none" strike="noStrike">
              <a:solidFill>
                <a:srgbClr val="000000"/>
              </a:solidFill>
              <a:latin typeface="Arial Narrow"/>
              <a:ea typeface="Arial Narrow"/>
              <a:cs typeface="Arial Narrow"/>
              <a:sym typeface="Arial Narrow"/>
            </a:endParaRPr>
          </a:p>
        </p:txBody>
      </p:sp>
      <p:sp>
        <p:nvSpPr>
          <p:cNvPr id="1194" name="Google Shape;1194;p141"/>
          <p:cNvSpPr/>
          <p:nvPr/>
        </p:nvSpPr>
        <p:spPr>
          <a:xfrm>
            <a:off x="4575936" y="3524883"/>
            <a:ext cx="94615" cy="282575"/>
          </a:xfrm>
          <a:custGeom>
            <a:rect b="b" l="l" r="r" t="t"/>
            <a:pathLst>
              <a:path extrusionOk="0" h="282575" w="94614">
                <a:moveTo>
                  <a:pt x="90042" y="0"/>
                </a:moveTo>
                <a:lnTo>
                  <a:pt x="51638" y="18084"/>
                </a:lnTo>
                <a:lnTo>
                  <a:pt x="23240" y="49403"/>
                </a:lnTo>
                <a:lnTo>
                  <a:pt x="5802" y="91414"/>
                </a:lnTo>
                <a:lnTo>
                  <a:pt x="0" y="141224"/>
                </a:lnTo>
                <a:lnTo>
                  <a:pt x="1446" y="167170"/>
                </a:lnTo>
                <a:lnTo>
                  <a:pt x="13068" y="212991"/>
                </a:lnTo>
                <a:lnTo>
                  <a:pt x="36117" y="250228"/>
                </a:lnTo>
                <a:lnTo>
                  <a:pt x="69507" y="274942"/>
                </a:lnTo>
                <a:lnTo>
                  <a:pt x="90042" y="282321"/>
                </a:lnTo>
                <a:lnTo>
                  <a:pt x="93599" y="270763"/>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7" y="11430"/>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5" name="Google Shape;1195;p141"/>
          <p:cNvSpPr/>
          <p:nvPr/>
        </p:nvSpPr>
        <p:spPr>
          <a:xfrm>
            <a:off x="5031613" y="3524883"/>
            <a:ext cx="94615" cy="282575"/>
          </a:xfrm>
          <a:custGeom>
            <a:rect b="b" l="l" r="r" t="t"/>
            <a:pathLst>
              <a:path extrusionOk="0" h="282575" w="94614">
                <a:moveTo>
                  <a:pt x="90042" y="0"/>
                </a:moveTo>
                <a:lnTo>
                  <a:pt x="51638" y="18084"/>
                </a:lnTo>
                <a:lnTo>
                  <a:pt x="23240" y="49403"/>
                </a:lnTo>
                <a:lnTo>
                  <a:pt x="5802" y="91414"/>
                </a:lnTo>
                <a:lnTo>
                  <a:pt x="0" y="141224"/>
                </a:lnTo>
                <a:lnTo>
                  <a:pt x="1446" y="167170"/>
                </a:lnTo>
                <a:lnTo>
                  <a:pt x="13068" y="212991"/>
                </a:lnTo>
                <a:lnTo>
                  <a:pt x="36118" y="250228"/>
                </a:lnTo>
                <a:lnTo>
                  <a:pt x="69507" y="274942"/>
                </a:lnTo>
                <a:lnTo>
                  <a:pt x="90042" y="282321"/>
                </a:lnTo>
                <a:lnTo>
                  <a:pt x="93599" y="270763"/>
                </a:lnTo>
                <a:lnTo>
                  <a:pt x="77520" y="263664"/>
                </a:lnTo>
                <a:lnTo>
                  <a:pt x="63639" y="253784"/>
                </a:lnTo>
                <a:lnTo>
                  <a:pt x="35204" y="207530"/>
                </a:lnTo>
                <a:lnTo>
                  <a:pt x="26822" y="164592"/>
                </a:lnTo>
                <a:lnTo>
                  <a:pt x="25781" y="139700"/>
                </a:lnTo>
                <a:lnTo>
                  <a:pt x="26822" y="115633"/>
                </a:lnTo>
                <a:lnTo>
                  <a:pt x="35204" y="73863"/>
                </a:lnTo>
                <a:lnTo>
                  <a:pt x="63753" y="28308"/>
                </a:lnTo>
                <a:lnTo>
                  <a:pt x="77787" y="18516"/>
                </a:lnTo>
                <a:lnTo>
                  <a:pt x="94107" y="11430"/>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6" name="Google Shape;1196;p141"/>
          <p:cNvSpPr/>
          <p:nvPr/>
        </p:nvSpPr>
        <p:spPr>
          <a:xfrm>
            <a:off x="5307710" y="3524883"/>
            <a:ext cx="93980" cy="282575"/>
          </a:xfrm>
          <a:custGeom>
            <a:rect b="b" l="l" r="r" t="t"/>
            <a:pathLst>
              <a:path extrusionOk="0" h="282575" w="93979">
                <a:moveTo>
                  <a:pt x="3937" y="0"/>
                </a:moveTo>
                <a:lnTo>
                  <a:pt x="0" y="11430"/>
                </a:lnTo>
                <a:lnTo>
                  <a:pt x="16306" y="18516"/>
                </a:lnTo>
                <a:lnTo>
                  <a:pt x="30352" y="28308"/>
                </a:lnTo>
                <a:lnTo>
                  <a:pt x="58864" y="73863"/>
                </a:lnTo>
                <a:lnTo>
                  <a:pt x="67170" y="115633"/>
                </a:lnTo>
                <a:lnTo>
                  <a:pt x="68199" y="139700"/>
                </a:lnTo>
                <a:lnTo>
                  <a:pt x="67144" y="164592"/>
                </a:lnTo>
                <a:lnTo>
                  <a:pt x="58813" y="207530"/>
                </a:lnTo>
                <a:lnTo>
                  <a:pt x="30391" y="253784"/>
                </a:lnTo>
                <a:lnTo>
                  <a:pt x="380" y="270763"/>
                </a:lnTo>
                <a:lnTo>
                  <a:pt x="3937" y="282321"/>
                </a:lnTo>
                <a:lnTo>
                  <a:pt x="42430" y="264247"/>
                </a:lnTo>
                <a:lnTo>
                  <a:pt x="70738" y="232918"/>
                </a:lnTo>
                <a:lnTo>
                  <a:pt x="88163" y="191071"/>
                </a:lnTo>
                <a:lnTo>
                  <a:pt x="93979" y="141224"/>
                </a:lnTo>
                <a:lnTo>
                  <a:pt x="88163" y="91414"/>
                </a:lnTo>
                <a:lnTo>
                  <a:pt x="70738" y="49403"/>
                </a:lnTo>
                <a:lnTo>
                  <a:pt x="42329" y="1808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7" name="Google Shape;1197;p141"/>
          <p:cNvSpPr/>
          <p:nvPr/>
        </p:nvSpPr>
        <p:spPr>
          <a:xfrm>
            <a:off x="5722239" y="3524883"/>
            <a:ext cx="93980" cy="282575"/>
          </a:xfrm>
          <a:custGeom>
            <a:rect b="b" l="l" r="r" t="t"/>
            <a:pathLst>
              <a:path extrusionOk="0" h="282575" w="93979">
                <a:moveTo>
                  <a:pt x="3937" y="0"/>
                </a:moveTo>
                <a:lnTo>
                  <a:pt x="0" y="11430"/>
                </a:lnTo>
                <a:lnTo>
                  <a:pt x="16306" y="18516"/>
                </a:lnTo>
                <a:lnTo>
                  <a:pt x="30354" y="28308"/>
                </a:lnTo>
                <a:lnTo>
                  <a:pt x="58864" y="73863"/>
                </a:lnTo>
                <a:lnTo>
                  <a:pt x="67170" y="115633"/>
                </a:lnTo>
                <a:lnTo>
                  <a:pt x="68200" y="139700"/>
                </a:lnTo>
                <a:lnTo>
                  <a:pt x="67144" y="164592"/>
                </a:lnTo>
                <a:lnTo>
                  <a:pt x="58813" y="207530"/>
                </a:lnTo>
                <a:lnTo>
                  <a:pt x="30392" y="253784"/>
                </a:lnTo>
                <a:lnTo>
                  <a:pt x="381" y="270763"/>
                </a:lnTo>
                <a:lnTo>
                  <a:pt x="3937" y="282321"/>
                </a:lnTo>
                <a:lnTo>
                  <a:pt x="42430" y="264247"/>
                </a:lnTo>
                <a:lnTo>
                  <a:pt x="70740" y="232918"/>
                </a:lnTo>
                <a:lnTo>
                  <a:pt x="88163" y="191071"/>
                </a:lnTo>
                <a:lnTo>
                  <a:pt x="93981" y="141224"/>
                </a:lnTo>
                <a:lnTo>
                  <a:pt x="88163" y="91414"/>
                </a:lnTo>
                <a:lnTo>
                  <a:pt x="70740" y="49403"/>
                </a:lnTo>
                <a:lnTo>
                  <a:pt x="42330" y="1808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8" name="Google Shape;1198;p141"/>
          <p:cNvSpPr txBox="1"/>
          <p:nvPr/>
        </p:nvSpPr>
        <p:spPr>
          <a:xfrm>
            <a:off x="4538597" y="5077459"/>
            <a:ext cx="15430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𝜃</a:t>
            </a:r>
            <a:endParaRPr b="0" i="0" sz="1800" u="none" cap="none" strike="noStrike">
              <a:solidFill>
                <a:srgbClr val="000000"/>
              </a:solidFill>
              <a:latin typeface="Arial"/>
              <a:ea typeface="Arial"/>
              <a:cs typeface="Arial"/>
              <a:sym typeface="Arial"/>
            </a:endParaRPr>
          </a:p>
        </p:txBody>
      </p:sp>
      <p:sp>
        <p:nvSpPr>
          <p:cNvPr id="1199" name="Google Shape;1199;p141"/>
          <p:cNvSpPr/>
          <p:nvPr/>
        </p:nvSpPr>
        <p:spPr>
          <a:xfrm>
            <a:off x="5352288" y="5053584"/>
            <a:ext cx="260985" cy="20320"/>
          </a:xfrm>
          <a:custGeom>
            <a:rect b="b" l="l" r="r" t="t"/>
            <a:pathLst>
              <a:path extrusionOk="0" h="20320" w="260985">
                <a:moveTo>
                  <a:pt x="260602" y="0"/>
                </a:moveTo>
                <a:lnTo>
                  <a:pt x="0" y="0"/>
                </a:lnTo>
                <a:lnTo>
                  <a:pt x="0" y="19812"/>
                </a:lnTo>
                <a:lnTo>
                  <a:pt x="260602" y="19812"/>
                </a:lnTo>
                <a:lnTo>
                  <a:pt x="26060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0" name="Google Shape;1200;p141"/>
          <p:cNvSpPr txBox="1"/>
          <p:nvPr/>
        </p:nvSpPr>
        <p:spPr>
          <a:xfrm>
            <a:off x="662940" y="3410203"/>
            <a:ext cx="5357495"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2.	What is the loss function </a:t>
            </a:r>
            <a:r>
              <a:rPr b="0" i="0" lang="en-US" sz="2400" u="none" cap="none" strike="noStrike">
                <a:solidFill>
                  <a:srgbClr val="000000"/>
                </a:solidFill>
                <a:latin typeface="Arial"/>
                <a:ea typeface="Arial"/>
                <a:cs typeface="Arial"/>
                <a:sym typeface="Arial"/>
              </a:rPr>
              <a:t>ℓ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	, 𝑦	</a:t>
            </a:r>
            <a:r>
              <a:rPr b="0" i="0" lang="en-US" sz="2400" u="none" cap="none" strike="noStrike">
                <a:solidFill>
                  <a:srgbClr val="000000"/>
                </a:solidFill>
                <a:latin typeface="Arial Narrow"/>
                <a:ea typeface="Arial Narrow"/>
                <a:cs typeface="Arial Narrow"/>
                <a:sym typeface="Arial Narrow"/>
              </a:rPr>
              <a:t>?</a:t>
            </a:r>
            <a:endParaRPr b="0" i="0" sz="2400" u="none" cap="none" strike="noStrike">
              <a:solidFill>
                <a:srgbClr val="000000"/>
              </a:solidFill>
              <a:latin typeface="Arial Narrow"/>
              <a:ea typeface="Arial Narrow"/>
              <a:cs typeface="Arial Narrow"/>
              <a:sym typeface="Arial Narrow"/>
            </a:endParaRPr>
          </a:p>
        </p:txBody>
      </p:sp>
      <p:sp>
        <p:nvSpPr>
          <p:cNvPr id="1201" name="Google Shape;1201;p141"/>
          <p:cNvSpPr txBox="1"/>
          <p:nvPr/>
        </p:nvSpPr>
        <p:spPr>
          <a:xfrm>
            <a:off x="688340" y="4108196"/>
            <a:ext cx="5438775" cy="629285"/>
          </a:xfrm>
          <a:prstGeom prst="rect">
            <a:avLst/>
          </a:prstGeom>
          <a:noFill/>
          <a:ln>
            <a:noFill/>
          </a:ln>
        </p:spPr>
        <p:txBody>
          <a:bodyPr anchorCtr="0" anchor="t" bIns="0" lIns="0" spcFirstLastPara="1" rIns="0" wrap="square" tIns="12700">
            <a:spAutoFit/>
          </a:bodyPr>
          <a:lstStyle/>
          <a:p>
            <a:pPr indent="0" lvl="0" marL="12700" marR="0" rtl="0" algn="l">
              <a:lnSpc>
                <a:spcPct val="113958"/>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3.	How do we minimize the loss function?</a:t>
            </a:r>
            <a:endParaRPr b="0" i="0" sz="2400" u="none" cap="none" strike="noStrike">
              <a:solidFill>
                <a:srgbClr val="000000"/>
              </a:solidFill>
              <a:latin typeface="Arial Narrow"/>
              <a:ea typeface="Arial Narrow"/>
              <a:cs typeface="Arial Narrow"/>
              <a:sym typeface="Arial Narrow"/>
            </a:endParaRPr>
          </a:p>
          <a:p>
            <a:pPr indent="0" lvl="0" marL="0" marR="152400" rtl="0" algn="r">
              <a:lnSpc>
                <a:spcPct val="111888"/>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𝑚</a:t>
            </a:r>
            <a:endParaRPr b="0" i="0" sz="1800" u="none" cap="none" strike="noStrike">
              <a:solidFill>
                <a:srgbClr val="000000"/>
              </a:solidFill>
              <a:latin typeface="Arial"/>
              <a:ea typeface="Arial"/>
              <a:cs typeface="Arial"/>
              <a:sym typeface="Arial"/>
            </a:endParaRPr>
          </a:p>
        </p:txBody>
      </p:sp>
      <p:sp>
        <p:nvSpPr>
          <p:cNvPr id="1202" name="Google Shape;1202;p141"/>
          <p:cNvSpPr txBox="1"/>
          <p:nvPr/>
        </p:nvSpPr>
        <p:spPr>
          <a:xfrm>
            <a:off x="5340221" y="4403851"/>
            <a:ext cx="281305" cy="1000760"/>
          </a:xfrm>
          <a:prstGeom prst="rect">
            <a:avLst/>
          </a:prstGeom>
          <a:noFill/>
          <a:ln>
            <a:noFill/>
          </a:ln>
        </p:spPr>
        <p:txBody>
          <a:bodyPr anchorCtr="0" anchor="t" bIns="0" lIns="0" spcFirstLastPara="1" rIns="0" wrap="square" tIns="134600">
            <a:spAutoFit/>
          </a:bodyPr>
          <a:lstStyle/>
          <a:p>
            <a:pPr indent="0" lvl="0" marL="57785"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a:p>
            <a:pPr indent="0" lvl="0" marL="12700" marR="0" rtl="0" algn="l">
              <a:lnSpc>
                <a:spcPct val="100000"/>
              </a:lnSpc>
              <a:spcBef>
                <a:spcPts val="96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𝑚</a:t>
            </a:r>
            <a:endParaRPr b="0" i="0" sz="2400" u="none" cap="none" strike="noStrike">
              <a:solidFill>
                <a:srgbClr val="000000"/>
              </a:solidFill>
              <a:latin typeface="Arial"/>
              <a:ea typeface="Arial"/>
              <a:cs typeface="Arial"/>
              <a:sym typeface="Arial"/>
            </a:endParaRPr>
          </a:p>
        </p:txBody>
      </p:sp>
      <p:sp>
        <p:nvSpPr>
          <p:cNvPr id="1203" name="Google Shape;1203;p141"/>
          <p:cNvSpPr txBox="1"/>
          <p:nvPr/>
        </p:nvSpPr>
        <p:spPr>
          <a:xfrm>
            <a:off x="4061301" y="4830571"/>
            <a:ext cx="125666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minimize</a:t>
            </a:r>
            <a:endParaRPr b="0" i="0" sz="2400" u="none" cap="none" strike="noStrike">
              <a:solidFill>
                <a:srgbClr val="000000"/>
              </a:solidFill>
              <a:latin typeface="Arial"/>
              <a:ea typeface="Arial"/>
              <a:cs typeface="Arial"/>
              <a:sym typeface="Arial"/>
            </a:endParaRPr>
          </a:p>
        </p:txBody>
      </p:sp>
      <p:sp>
        <p:nvSpPr>
          <p:cNvPr id="1204" name="Google Shape;1204;p141"/>
          <p:cNvSpPr txBox="1"/>
          <p:nvPr/>
        </p:nvSpPr>
        <p:spPr>
          <a:xfrm>
            <a:off x="5639433" y="4720843"/>
            <a:ext cx="1112520" cy="857885"/>
          </a:xfrm>
          <a:prstGeom prst="rect">
            <a:avLst/>
          </a:prstGeom>
          <a:noFill/>
          <a:ln>
            <a:noFill/>
          </a:ln>
        </p:spPr>
        <p:txBody>
          <a:bodyPr anchorCtr="0" anchor="t" bIns="0" lIns="0" spcFirstLastPara="1" rIns="0" wrap="square" tIns="122550">
            <a:spAutoFit/>
          </a:bodyPr>
          <a:lstStyle/>
          <a:p>
            <a:pPr indent="0" lvl="0" marL="8128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121	ℓ(ℎ</a:t>
            </a:r>
            <a:r>
              <a:rPr b="0" baseline="-25000" i="0" lang="en-US" sz="2700" u="none" cap="none" strike="noStrike">
                <a:solidFill>
                  <a:srgbClr val="000000"/>
                </a:solidFill>
                <a:latin typeface="Arial"/>
                <a:ea typeface="Arial"/>
                <a:cs typeface="Arial"/>
                <a:sym typeface="Arial"/>
              </a:rPr>
              <a:t>𝜃</a:t>
            </a:r>
            <a:endParaRPr b="0" baseline="-25000" i="0" sz="2700" u="none" cap="none" strike="noStrike">
              <a:solidFill>
                <a:srgbClr val="000000"/>
              </a:solidFill>
              <a:latin typeface="Arial"/>
              <a:ea typeface="Arial"/>
              <a:cs typeface="Arial"/>
              <a:sym typeface="Arial"/>
            </a:endParaRPr>
          </a:p>
          <a:p>
            <a:pPr indent="0" lvl="0" marL="38100" marR="0" rtl="0" algn="l">
              <a:lnSpc>
                <a:spcPct val="100000"/>
              </a:lnSpc>
              <a:spcBef>
                <a:spcPts val="645"/>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𝑖=1</a:t>
            </a:r>
            <a:endParaRPr b="0" i="0" sz="1800" u="none" cap="none" strike="noStrike">
              <a:solidFill>
                <a:srgbClr val="000000"/>
              </a:solidFill>
              <a:latin typeface="Arial"/>
              <a:ea typeface="Arial"/>
              <a:cs typeface="Arial"/>
              <a:sym typeface="Arial"/>
            </a:endParaRPr>
          </a:p>
        </p:txBody>
      </p:sp>
      <p:grpSp>
        <p:nvGrpSpPr>
          <p:cNvPr id="1205" name="Google Shape;1205;p141"/>
          <p:cNvGrpSpPr/>
          <p:nvPr/>
        </p:nvGrpSpPr>
        <p:grpSpPr>
          <a:xfrm>
            <a:off x="7068057" y="4872228"/>
            <a:ext cx="374523" cy="374523"/>
            <a:chOff x="7068057" y="4872228"/>
            <a:chExt cx="374523" cy="374523"/>
          </a:xfrm>
        </p:grpSpPr>
        <p:sp>
          <p:nvSpPr>
            <p:cNvPr id="1206" name="Google Shape;1206;p141"/>
            <p:cNvSpPr/>
            <p:nvPr/>
          </p:nvSpPr>
          <p:spPr>
            <a:xfrm>
              <a:off x="7341615" y="4878451"/>
              <a:ext cx="100965" cy="368300"/>
            </a:xfrm>
            <a:custGeom>
              <a:rect b="b" l="l" r="r" t="t"/>
              <a:pathLst>
                <a:path extrusionOk="0" h="368300" w="100965">
                  <a:moveTo>
                    <a:pt x="3682" y="0"/>
                  </a:moveTo>
                  <a:lnTo>
                    <a:pt x="0" y="12191"/>
                  </a:lnTo>
                  <a:lnTo>
                    <a:pt x="16907" y="20954"/>
                  </a:lnTo>
                  <a:lnTo>
                    <a:pt x="31638" y="33717"/>
                  </a:lnTo>
                  <a:lnTo>
                    <a:pt x="54609" y="71247"/>
                  </a:lnTo>
                  <a:lnTo>
                    <a:pt x="68499" y="122284"/>
                  </a:lnTo>
                  <a:lnTo>
                    <a:pt x="73151" y="184275"/>
                  </a:lnTo>
                  <a:lnTo>
                    <a:pt x="71987" y="216540"/>
                  </a:lnTo>
                  <a:lnTo>
                    <a:pt x="62703" y="272877"/>
                  </a:lnTo>
                  <a:lnTo>
                    <a:pt x="44201" y="317689"/>
                  </a:lnTo>
                  <a:lnTo>
                    <a:pt x="16907" y="347218"/>
                  </a:lnTo>
                  <a:lnTo>
                    <a:pt x="0" y="355981"/>
                  </a:lnTo>
                  <a:lnTo>
                    <a:pt x="3682" y="368173"/>
                  </a:lnTo>
                  <a:lnTo>
                    <a:pt x="44829" y="346264"/>
                  </a:lnTo>
                  <a:lnTo>
                    <a:pt x="75310" y="304925"/>
                  </a:lnTo>
                  <a:lnTo>
                    <a:pt x="94170" y="249189"/>
                  </a:lnTo>
                  <a:lnTo>
                    <a:pt x="100456" y="184023"/>
                  </a:lnTo>
                  <a:lnTo>
                    <a:pt x="98884" y="150327"/>
                  </a:lnTo>
                  <a:lnTo>
                    <a:pt x="86311" y="89938"/>
                  </a:lnTo>
                  <a:lnTo>
                    <a:pt x="61404" y="40147"/>
                  </a:lnTo>
                  <a:lnTo>
                    <a:pt x="25590" y="8524"/>
                  </a:lnTo>
                  <a:lnTo>
                    <a:pt x="368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07" name="Google Shape;1207;p141"/>
            <p:cNvPicPr preferRelativeResize="0"/>
            <p:nvPr/>
          </p:nvPicPr>
          <p:blipFill rotWithShape="1">
            <a:blip r:embed="rId3">
              <a:alphaModFix/>
            </a:blip>
            <a:srcRect b="0" l="0" r="0" t="0"/>
            <a:stretch/>
          </p:blipFill>
          <p:spPr>
            <a:xfrm>
              <a:off x="7068057" y="4872228"/>
              <a:ext cx="231521" cy="206121"/>
            </a:xfrm>
            <a:prstGeom prst="rect">
              <a:avLst/>
            </a:prstGeom>
            <a:noFill/>
            <a:ln>
              <a:noFill/>
            </a:ln>
          </p:spPr>
        </p:pic>
      </p:grpSp>
      <p:sp>
        <p:nvSpPr>
          <p:cNvPr id="1208" name="Google Shape;1208;p141"/>
          <p:cNvSpPr/>
          <p:nvPr/>
        </p:nvSpPr>
        <p:spPr>
          <a:xfrm>
            <a:off x="6759829" y="4878451"/>
            <a:ext cx="100965" cy="368300"/>
          </a:xfrm>
          <a:custGeom>
            <a:rect b="b" l="l" r="r" t="t"/>
            <a:pathLst>
              <a:path extrusionOk="0" h="368300" w="100965">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7" y="334453"/>
                </a:lnTo>
                <a:lnTo>
                  <a:pt x="45847" y="296924"/>
                </a:lnTo>
                <a:lnTo>
                  <a:pt x="32019" y="246077"/>
                </a:lnTo>
                <a:lnTo>
                  <a:pt x="27430" y="184275"/>
                </a:lnTo>
                <a:lnTo>
                  <a:pt x="28576" y="151916"/>
                </a:lnTo>
                <a:lnTo>
                  <a:pt x="37772" y="95389"/>
                </a:lnTo>
                <a:lnTo>
                  <a:pt x="56254" y="50481"/>
                </a:lnTo>
                <a:lnTo>
                  <a:pt x="83548" y="20954"/>
                </a:lnTo>
                <a:lnTo>
                  <a:pt x="100455" y="12191"/>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9" name="Google Shape;1209;p141"/>
          <p:cNvSpPr txBox="1"/>
          <p:nvPr/>
        </p:nvSpPr>
        <p:spPr>
          <a:xfrm>
            <a:off x="6832981" y="4696459"/>
            <a:ext cx="410209"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600"/>
              <a:buFont typeface="Arial"/>
              <a:buNone/>
            </a:pPr>
            <a:r>
              <a:rPr b="0" baseline="-25000" i="0" lang="en-US" sz="3600" u="none" cap="none" strike="noStrike">
                <a:solidFill>
                  <a:srgbClr val="000000"/>
                </a:solidFill>
                <a:latin typeface="Arial"/>
                <a:ea typeface="Arial"/>
                <a:cs typeface="Arial"/>
                <a:sym typeface="Arial"/>
              </a:rPr>
              <a:t>𝑥 </a:t>
            </a:r>
            <a:r>
              <a:rPr b="0" i="0" lang="en-US" sz="1800" u="none" cap="none" strike="noStrike">
                <a:solidFill>
                  <a:srgbClr val="000000"/>
                </a:solidFill>
                <a:latin typeface="Arial"/>
                <a:ea typeface="Arial"/>
                <a:cs typeface="Arial"/>
                <a:sym typeface="Arial"/>
              </a:rPr>
              <a:t>𝑖</a:t>
            </a:r>
            <a:endParaRPr b="0" i="0" sz="1800" u="none" cap="none" strike="noStrike">
              <a:solidFill>
                <a:srgbClr val="000000"/>
              </a:solidFill>
              <a:latin typeface="Arial"/>
              <a:ea typeface="Arial"/>
              <a:cs typeface="Arial"/>
              <a:sym typeface="Arial"/>
            </a:endParaRPr>
          </a:p>
        </p:txBody>
      </p:sp>
      <p:pic>
        <p:nvPicPr>
          <p:cNvPr id="1210" name="Google Shape;1210;p141"/>
          <p:cNvPicPr preferRelativeResize="0"/>
          <p:nvPr/>
        </p:nvPicPr>
        <p:blipFill rotWithShape="1">
          <a:blip r:embed="rId4">
            <a:alphaModFix/>
          </a:blip>
          <a:srcRect b="0" l="0" r="0" t="0"/>
          <a:stretch/>
        </p:blipFill>
        <p:spPr>
          <a:xfrm>
            <a:off x="7784338" y="4872228"/>
            <a:ext cx="231519" cy="206121"/>
          </a:xfrm>
          <a:prstGeom prst="rect">
            <a:avLst/>
          </a:prstGeom>
          <a:noFill/>
          <a:ln>
            <a:noFill/>
          </a:ln>
        </p:spPr>
      </p:pic>
      <p:sp>
        <p:nvSpPr>
          <p:cNvPr id="1211" name="Google Shape;1211;p141"/>
          <p:cNvSpPr txBox="1"/>
          <p:nvPr/>
        </p:nvSpPr>
        <p:spPr>
          <a:xfrm>
            <a:off x="7431913" y="4809235"/>
            <a:ext cx="783590"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𝑦 </a:t>
            </a:r>
            <a:r>
              <a:rPr b="0" baseline="30000" i="0" lang="en-US" sz="2700" u="none" cap="none" strike="noStrike">
                <a:solidFill>
                  <a:srgbClr val="000000"/>
                </a:solidFill>
                <a:latin typeface="Arial"/>
                <a:ea typeface="Arial"/>
                <a:cs typeface="Arial"/>
                <a:sym typeface="Arial"/>
              </a:rPr>
              <a:t>𝑖  </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212" name="Google Shape;1212;p141"/>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16</a:t>
            </a:r>
            <a:endParaRPr/>
          </a:p>
        </p:txBody>
      </p:sp>
      <p:sp>
        <p:nvSpPr>
          <p:cNvPr id="1213" name="Google Shape;1213;p141"/>
          <p:cNvSpPr txBox="1"/>
          <p:nvPr/>
        </p:nvSpPr>
        <p:spPr>
          <a:xfrm>
            <a:off x="7499350" y="2742692"/>
            <a:ext cx="3735704" cy="14947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shorthand for all the</a:t>
            </a:r>
            <a:endParaRPr b="0" i="0" sz="24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parameters that define the</a:t>
            </a:r>
            <a:endParaRPr b="0" i="0" sz="2400" u="none" cap="none" strike="noStrike">
              <a:solidFill>
                <a:srgbClr val="000000"/>
              </a:solidFill>
              <a:latin typeface="Arial Narrow"/>
              <a:ea typeface="Arial Narrow"/>
              <a:cs typeface="Arial Narrow"/>
              <a:sym typeface="Arial Narrow"/>
            </a:endParaRPr>
          </a:p>
          <a:p>
            <a:pPr indent="0" lvl="0" marL="12700" marR="50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tree: tree structure, values to split on, leaf predictions, etc)</a:t>
            </a:r>
            <a:endParaRPr b="0" i="0" sz="24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descr="$PPTXTitle" id="1218" name="Google Shape;1218;p142"/>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1783079" rtl="0" algn="l">
              <a:lnSpc>
                <a:spcPct val="100000"/>
              </a:lnSpc>
              <a:spcBef>
                <a:spcPts val="0"/>
              </a:spcBef>
              <a:spcAft>
                <a:spcPts val="0"/>
              </a:spcAft>
              <a:buSzPts val="1400"/>
              <a:buNone/>
            </a:pPr>
            <a:r>
              <a:rPr lang="en-US"/>
              <a:t>Decision trees as ML algorithms</a:t>
            </a:r>
            <a:endParaRPr/>
          </a:p>
        </p:txBody>
      </p:sp>
      <p:sp>
        <p:nvSpPr>
          <p:cNvPr id="1219" name="Google Shape;1219;p142"/>
          <p:cNvSpPr/>
          <p:nvPr/>
        </p:nvSpPr>
        <p:spPr>
          <a:xfrm>
            <a:off x="5908166" y="2802507"/>
            <a:ext cx="93980" cy="282575"/>
          </a:xfrm>
          <a:custGeom>
            <a:rect b="b" l="l" r="r" t="t"/>
            <a:pathLst>
              <a:path extrusionOk="0" h="282575" w="93979">
                <a:moveTo>
                  <a:pt x="3937" y="0"/>
                </a:moveTo>
                <a:lnTo>
                  <a:pt x="0" y="11428"/>
                </a:lnTo>
                <a:lnTo>
                  <a:pt x="16308" y="18503"/>
                </a:lnTo>
                <a:lnTo>
                  <a:pt x="30353" y="28305"/>
                </a:lnTo>
                <a:lnTo>
                  <a:pt x="58877" y="73851"/>
                </a:lnTo>
                <a:lnTo>
                  <a:pt x="67171" y="115623"/>
                </a:lnTo>
                <a:lnTo>
                  <a:pt x="68199" y="139700"/>
                </a:lnTo>
                <a:lnTo>
                  <a:pt x="67153" y="164580"/>
                </a:lnTo>
                <a:lnTo>
                  <a:pt x="58822" y="207529"/>
                </a:lnTo>
                <a:lnTo>
                  <a:pt x="30399" y="253777"/>
                </a:lnTo>
                <a:lnTo>
                  <a:pt x="381" y="270762"/>
                </a:lnTo>
                <a:lnTo>
                  <a:pt x="3937" y="282319"/>
                </a:lnTo>
                <a:lnTo>
                  <a:pt x="42433" y="264238"/>
                </a:lnTo>
                <a:lnTo>
                  <a:pt x="70738" y="232916"/>
                </a:lnTo>
                <a:lnTo>
                  <a:pt x="88169" y="191071"/>
                </a:lnTo>
                <a:lnTo>
                  <a:pt x="93980" y="141224"/>
                </a:lnTo>
                <a:lnTo>
                  <a:pt x="92527" y="115338"/>
                </a:lnTo>
                <a:lnTo>
                  <a:pt x="80906" y="69429"/>
                </a:lnTo>
                <a:lnTo>
                  <a:pt x="57783" y="32092"/>
                </a:lnTo>
                <a:lnTo>
                  <a:pt x="24394" y="7378"/>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0" name="Google Shape;1220;p142"/>
          <p:cNvSpPr/>
          <p:nvPr/>
        </p:nvSpPr>
        <p:spPr>
          <a:xfrm>
            <a:off x="5632069" y="2802507"/>
            <a:ext cx="94615" cy="282575"/>
          </a:xfrm>
          <a:custGeom>
            <a:rect b="b" l="l" r="r" t="t"/>
            <a:pathLst>
              <a:path extrusionOk="0" h="282575" w="94614">
                <a:moveTo>
                  <a:pt x="90041" y="0"/>
                </a:moveTo>
                <a:lnTo>
                  <a:pt x="51640" y="18080"/>
                </a:lnTo>
                <a:lnTo>
                  <a:pt x="23239" y="49401"/>
                </a:lnTo>
                <a:lnTo>
                  <a:pt x="5810" y="91408"/>
                </a:lnTo>
                <a:lnTo>
                  <a:pt x="0" y="141224"/>
                </a:lnTo>
                <a:lnTo>
                  <a:pt x="1451" y="167158"/>
                </a:lnTo>
                <a:lnTo>
                  <a:pt x="13073" y="212982"/>
                </a:lnTo>
                <a:lnTo>
                  <a:pt x="36125" y="250226"/>
                </a:lnTo>
                <a:lnTo>
                  <a:pt x="69513" y="274941"/>
                </a:lnTo>
                <a:lnTo>
                  <a:pt x="90041" y="282319"/>
                </a:lnTo>
                <a:lnTo>
                  <a:pt x="93597" y="270762"/>
                </a:lnTo>
                <a:lnTo>
                  <a:pt x="77530" y="263663"/>
                </a:lnTo>
                <a:lnTo>
                  <a:pt x="63642" y="253777"/>
                </a:lnTo>
                <a:lnTo>
                  <a:pt x="35209" y="207529"/>
                </a:lnTo>
                <a:lnTo>
                  <a:pt x="26827" y="164580"/>
                </a:lnTo>
                <a:lnTo>
                  <a:pt x="25779" y="139700"/>
                </a:lnTo>
                <a:lnTo>
                  <a:pt x="26827" y="115623"/>
                </a:lnTo>
                <a:lnTo>
                  <a:pt x="35209" y="73851"/>
                </a:lnTo>
                <a:lnTo>
                  <a:pt x="63752" y="28305"/>
                </a:lnTo>
                <a:lnTo>
                  <a:pt x="94105" y="11428"/>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1" name="Google Shape;1221;p142"/>
          <p:cNvSpPr/>
          <p:nvPr/>
        </p:nvSpPr>
        <p:spPr>
          <a:xfrm>
            <a:off x="5030089" y="3523359"/>
            <a:ext cx="94615" cy="282575"/>
          </a:xfrm>
          <a:custGeom>
            <a:rect b="b" l="l" r="r" t="t"/>
            <a:pathLst>
              <a:path extrusionOk="0" h="282575" w="94614">
                <a:moveTo>
                  <a:pt x="90043" y="0"/>
                </a:moveTo>
                <a:lnTo>
                  <a:pt x="51638" y="18084"/>
                </a:lnTo>
                <a:lnTo>
                  <a:pt x="23240"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3" y="207530"/>
                </a:lnTo>
                <a:lnTo>
                  <a:pt x="26821" y="164592"/>
                </a:lnTo>
                <a:lnTo>
                  <a:pt x="25781" y="139700"/>
                </a:lnTo>
                <a:lnTo>
                  <a:pt x="26821" y="115633"/>
                </a:lnTo>
                <a:lnTo>
                  <a:pt x="35203" y="73863"/>
                </a:lnTo>
                <a:lnTo>
                  <a:pt x="63753" y="28308"/>
                </a:lnTo>
                <a:lnTo>
                  <a:pt x="77786" y="18516"/>
                </a:lnTo>
                <a:lnTo>
                  <a:pt x="94107" y="11430"/>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2" name="Google Shape;1222;p142"/>
          <p:cNvSpPr/>
          <p:nvPr/>
        </p:nvSpPr>
        <p:spPr>
          <a:xfrm>
            <a:off x="5499480" y="3523359"/>
            <a:ext cx="94615" cy="282575"/>
          </a:xfrm>
          <a:custGeom>
            <a:rect b="b" l="l" r="r" t="t"/>
            <a:pathLst>
              <a:path extrusionOk="0" h="282575" w="94614">
                <a:moveTo>
                  <a:pt x="90043" y="0"/>
                </a:moveTo>
                <a:lnTo>
                  <a:pt x="51638" y="18084"/>
                </a:lnTo>
                <a:lnTo>
                  <a:pt x="23241"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3" y="207530"/>
                </a:lnTo>
                <a:lnTo>
                  <a:pt x="26821" y="164592"/>
                </a:lnTo>
                <a:lnTo>
                  <a:pt x="25781" y="139700"/>
                </a:lnTo>
                <a:lnTo>
                  <a:pt x="26821" y="115633"/>
                </a:lnTo>
                <a:lnTo>
                  <a:pt x="35203" y="73863"/>
                </a:lnTo>
                <a:lnTo>
                  <a:pt x="63754" y="28308"/>
                </a:lnTo>
                <a:lnTo>
                  <a:pt x="77786" y="18516"/>
                </a:lnTo>
                <a:lnTo>
                  <a:pt x="94107" y="11430"/>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3" name="Google Shape;1223;p142"/>
          <p:cNvSpPr/>
          <p:nvPr/>
        </p:nvSpPr>
        <p:spPr>
          <a:xfrm>
            <a:off x="5780151" y="3523359"/>
            <a:ext cx="93980" cy="282575"/>
          </a:xfrm>
          <a:custGeom>
            <a:rect b="b" l="l" r="r" t="t"/>
            <a:pathLst>
              <a:path extrusionOk="0" h="282575" w="93979">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1" y="270764"/>
                </a:lnTo>
                <a:lnTo>
                  <a:pt x="3937" y="282321"/>
                </a:lnTo>
                <a:lnTo>
                  <a:pt x="42429" y="264247"/>
                </a:lnTo>
                <a:lnTo>
                  <a:pt x="70738" y="232918"/>
                </a:lnTo>
                <a:lnTo>
                  <a:pt x="88162" y="191071"/>
                </a:lnTo>
                <a:lnTo>
                  <a:pt x="93979" y="141224"/>
                </a:lnTo>
                <a:lnTo>
                  <a:pt x="88162" y="91414"/>
                </a:lnTo>
                <a:lnTo>
                  <a:pt x="70738" y="49403"/>
                </a:lnTo>
                <a:lnTo>
                  <a:pt x="42329" y="1808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4" name="Google Shape;1224;p142"/>
          <p:cNvSpPr/>
          <p:nvPr/>
        </p:nvSpPr>
        <p:spPr>
          <a:xfrm>
            <a:off x="6200775" y="3523359"/>
            <a:ext cx="93980" cy="282575"/>
          </a:xfrm>
          <a:custGeom>
            <a:rect b="b" l="l" r="r" t="t"/>
            <a:pathLst>
              <a:path extrusionOk="0" h="282575" w="93979">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0" y="270764"/>
                </a:lnTo>
                <a:lnTo>
                  <a:pt x="3937" y="282321"/>
                </a:lnTo>
                <a:lnTo>
                  <a:pt x="42429" y="264247"/>
                </a:lnTo>
                <a:lnTo>
                  <a:pt x="70738" y="232918"/>
                </a:lnTo>
                <a:lnTo>
                  <a:pt x="88162" y="191071"/>
                </a:lnTo>
                <a:lnTo>
                  <a:pt x="93979" y="141224"/>
                </a:lnTo>
                <a:lnTo>
                  <a:pt x="88162" y="91414"/>
                </a:lnTo>
                <a:lnTo>
                  <a:pt x="70738" y="49403"/>
                </a:lnTo>
                <a:lnTo>
                  <a:pt x="42329" y="1808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5" name="Google Shape;1225;p142"/>
          <p:cNvSpPr txBox="1"/>
          <p:nvPr/>
        </p:nvSpPr>
        <p:spPr>
          <a:xfrm>
            <a:off x="637540" y="1611883"/>
            <a:ext cx="9996805" cy="2207895"/>
          </a:xfrm>
          <a:prstGeom prst="rect">
            <a:avLst/>
          </a:prstGeom>
          <a:noFill/>
          <a:ln>
            <a:noFill/>
          </a:ln>
        </p:spPr>
        <p:txBody>
          <a:bodyPr anchorCtr="0" anchor="t" bIns="0" lIns="0" spcFirstLastPara="1" rIns="0" wrap="square" tIns="9525">
            <a:spAutoFit/>
          </a:bodyPr>
          <a:lstStyle/>
          <a:p>
            <a:pPr indent="0" lvl="0" marL="63500" marR="304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To specify the decision trees from a machine learning standpoint, we need to specify</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8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455930" lvl="0" marL="519430" marR="0" rtl="0" algn="l">
              <a:lnSpc>
                <a:spcPct val="100000"/>
              </a:lnSpc>
              <a:spcBef>
                <a:spcPts val="0"/>
              </a:spcBef>
              <a:spcAft>
                <a:spcPts val="0"/>
              </a:spcAft>
              <a:buClr>
                <a:srgbClr val="000000"/>
              </a:buClr>
              <a:buSzPts val="2400"/>
              <a:buFont typeface="Arial Narrow"/>
              <a:buAutoNum type="arabicPeriod"/>
            </a:pPr>
            <a:r>
              <a:rPr b="0" i="0" lang="en-US" sz="2400" u="none" cap="none" strike="noStrike">
                <a:solidFill>
                  <a:srgbClr val="000000"/>
                </a:solidFill>
                <a:latin typeface="Arial Narrow"/>
                <a:ea typeface="Arial Narrow"/>
                <a:cs typeface="Arial Narrow"/>
                <a:sym typeface="Arial Narrow"/>
              </a:rPr>
              <a:t>What is the hypothesis function </a:t>
            </a:r>
            <a:r>
              <a:rPr b="0" i="0" lang="en-US" sz="2400" u="none" cap="none" strike="noStrike">
                <a:solidFill>
                  <a:srgbClr val="000000"/>
                </a:solidFill>
                <a:latin typeface="Arial"/>
                <a:ea typeface="Arial"/>
                <a:cs typeface="Arial"/>
                <a:sym typeface="Arial"/>
              </a:rPr>
              <a:t>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	</a:t>
            </a:r>
            <a:r>
              <a:rPr b="0" i="0" lang="en-US" sz="2400" u="none" cap="none" strike="noStrike">
                <a:solidFill>
                  <a:srgbClr val="000000"/>
                </a:solidFill>
                <a:latin typeface="Arial Narrow"/>
                <a:ea typeface="Arial Narrow"/>
                <a:cs typeface="Arial Narrow"/>
                <a:sym typeface="Arial Narrow"/>
              </a:rPr>
              <a:t>?</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5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455930" lvl="0" marL="519430" marR="0" rtl="0" algn="l">
              <a:lnSpc>
                <a:spcPct val="100000"/>
              </a:lnSpc>
              <a:spcBef>
                <a:spcPts val="5"/>
              </a:spcBef>
              <a:spcAft>
                <a:spcPts val="0"/>
              </a:spcAft>
              <a:buClr>
                <a:srgbClr val="000000"/>
              </a:buClr>
              <a:buSzPts val="2400"/>
              <a:buFont typeface="Arial"/>
              <a:buAutoNum type="arabicPeriod"/>
            </a:pPr>
            <a:r>
              <a:rPr b="1" i="0" lang="en-US" sz="2400" u="none" cap="none" strike="noStrike">
                <a:solidFill>
                  <a:srgbClr val="000000"/>
                </a:solidFill>
                <a:latin typeface="Arial"/>
                <a:ea typeface="Arial"/>
                <a:cs typeface="Arial"/>
                <a:sym typeface="Arial"/>
              </a:rPr>
              <a:t>What is the loss function </a:t>
            </a:r>
            <a:r>
              <a:rPr b="0" i="0" lang="en-US" sz="2400" u="none" cap="none" strike="noStrike">
                <a:solidFill>
                  <a:srgbClr val="000000"/>
                </a:solidFill>
                <a:latin typeface="Arial"/>
                <a:ea typeface="Arial"/>
                <a:cs typeface="Arial"/>
                <a:sym typeface="Arial"/>
              </a:rPr>
              <a:t>ℓ	𝒉</a:t>
            </a:r>
            <a:r>
              <a:rPr b="0" baseline="-25000" i="0" lang="en-US" sz="2700" u="none" cap="none" strike="noStrike">
                <a:solidFill>
                  <a:srgbClr val="000000"/>
                </a:solidFill>
                <a:latin typeface="Arial"/>
                <a:ea typeface="Arial"/>
                <a:cs typeface="Arial"/>
                <a:sym typeface="Arial"/>
              </a:rPr>
              <a:t>𝜽	</a:t>
            </a:r>
            <a:r>
              <a:rPr b="0" i="0" lang="en-US" sz="2400" u="none" cap="none" strike="noStrike">
                <a:solidFill>
                  <a:srgbClr val="000000"/>
                </a:solidFill>
                <a:latin typeface="Arial"/>
                <a:ea typeface="Arial"/>
                <a:cs typeface="Arial"/>
                <a:sym typeface="Arial"/>
              </a:rPr>
              <a:t>𝒙 , 𝒚	</a:t>
            </a:r>
            <a:r>
              <a:rPr b="1"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226" name="Google Shape;1226;p142"/>
          <p:cNvSpPr txBox="1"/>
          <p:nvPr/>
        </p:nvSpPr>
        <p:spPr>
          <a:xfrm>
            <a:off x="4538597" y="5077459"/>
            <a:ext cx="15430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𝜃</a:t>
            </a:r>
            <a:endParaRPr b="0" i="0" sz="1800" u="none" cap="none" strike="noStrike">
              <a:solidFill>
                <a:srgbClr val="000000"/>
              </a:solidFill>
              <a:latin typeface="Arial"/>
              <a:ea typeface="Arial"/>
              <a:cs typeface="Arial"/>
              <a:sym typeface="Arial"/>
            </a:endParaRPr>
          </a:p>
        </p:txBody>
      </p:sp>
      <p:sp>
        <p:nvSpPr>
          <p:cNvPr id="1227" name="Google Shape;1227;p142"/>
          <p:cNvSpPr/>
          <p:nvPr/>
        </p:nvSpPr>
        <p:spPr>
          <a:xfrm>
            <a:off x="5350764" y="5053584"/>
            <a:ext cx="260985" cy="20320"/>
          </a:xfrm>
          <a:custGeom>
            <a:rect b="b" l="l" r="r" t="t"/>
            <a:pathLst>
              <a:path extrusionOk="0" h="20320" w="260985">
                <a:moveTo>
                  <a:pt x="260602" y="0"/>
                </a:moveTo>
                <a:lnTo>
                  <a:pt x="0" y="0"/>
                </a:lnTo>
                <a:lnTo>
                  <a:pt x="0" y="19812"/>
                </a:lnTo>
                <a:lnTo>
                  <a:pt x="260602" y="19812"/>
                </a:lnTo>
                <a:lnTo>
                  <a:pt x="26060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8" name="Google Shape;1228;p142"/>
          <p:cNvSpPr txBox="1"/>
          <p:nvPr/>
        </p:nvSpPr>
        <p:spPr>
          <a:xfrm>
            <a:off x="688340" y="4117340"/>
            <a:ext cx="5438775" cy="617220"/>
          </a:xfrm>
          <a:prstGeom prst="rect">
            <a:avLst/>
          </a:prstGeom>
          <a:noFill/>
          <a:ln>
            <a:noFill/>
          </a:ln>
        </p:spPr>
        <p:txBody>
          <a:bodyPr anchorCtr="0" anchor="t" bIns="0" lIns="0" spcFirstLastPara="1" rIns="0" wrap="square" tIns="12700">
            <a:spAutoFit/>
          </a:bodyPr>
          <a:lstStyle/>
          <a:p>
            <a:pPr indent="0" lvl="0" marL="12700" marR="0" rtl="0" algn="l">
              <a:lnSpc>
                <a:spcPct val="112083"/>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3.	How do we minimize the loss function?</a:t>
            </a:r>
            <a:endParaRPr b="0" i="0" sz="2400" u="none" cap="none" strike="noStrike">
              <a:solidFill>
                <a:srgbClr val="000000"/>
              </a:solidFill>
              <a:latin typeface="Arial Narrow"/>
              <a:ea typeface="Arial Narrow"/>
              <a:cs typeface="Arial Narrow"/>
              <a:sym typeface="Arial Narrow"/>
            </a:endParaRPr>
          </a:p>
          <a:p>
            <a:pPr indent="0" lvl="0" marL="0" marR="152400" rtl="0" algn="r">
              <a:lnSpc>
                <a:spcPct val="109444"/>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𝑚</a:t>
            </a:r>
            <a:endParaRPr b="0" i="0" sz="1800" u="none" cap="none" strike="noStrike">
              <a:solidFill>
                <a:srgbClr val="000000"/>
              </a:solidFill>
              <a:latin typeface="Arial"/>
              <a:ea typeface="Arial"/>
              <a:cs typeface="Arial"/>
              <a:sym typeface="Arial"/>
            </a:endParaRPr>
          </a:p>
        </p:txBody>
      </p:sp>
      <p:sp>
        <p:nvSpPr>
          <p:cNvPr id="1229" name="Google Shape;1229;p142"/>
          <p:cNvSpPr txBox="1"/>
          <p:nvPr/>
        </p:nvSpPr>
        <p:spPr>
          <a:xfrm>
            <a:off x="5338697" y="4403851"/>
            <a:ext cx="281305" cy="1000760"/>
          </a:xfrm>
          <a:prstGeom prst="rect">
            <a:avLst/>
          </a:prstGeom>
          <a:noFill/>
          <a:ln>
            <a:noFill/>
          </a:ln>
        </p:spPr>
        <p:txBody>
          <a:bodyPr anchorCtr="0" anchor="t" bIns="0" lIns="0" spcFirstLastPara="1" rIns="0" wrap="square" tIns="134600">
            <a:spAutoFit/>
          </a:bodyPr>
          <a:lstStyle/>
          <a:p>
            <a:pPr indent="0" lvl="0" marL="58419"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a:t>
            </a:r>
            <a:endParaRPr b="0" i="0" sz="2400" u="none" cap="none" strike="noStrike">
              <a:solidFill>
                <a:srgbClr val="000000"/>
              </a:solidFill>
              <a:latin typeface="Arial"/>
              <a:ea typeface="Arial"/>
              <a:cs typeface="Arial"/>
              <a:sym typeface="Arial"/>
            </a:endParaRPr>
          </a:p>
          <a:p>
            <a:pPr indent="0" lvl="0" marL="12700" marR="0" rtl="0" algn="l">
              <a:lnSpc>
                <a:spcPct val="100000"/>
              </a:lnSpc>
              <a:spcBef>
                <a:spcPts val="96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𝑚</a:t>
            </a:r>
            <a:endParaRPr b="0" i="0" sz="2400" u="none" cap="none" strike="noStrike">
              <a:solidFill>
                <a:srgbClr val="000000"/>
              </a:solidFill>
              <a:latin typeface="Arial"/>
              <a:ea typeface="Arial"/>
              <a:cs typeface="Arial"/>
              <a:sym typeface="Arial"/>
            </a:endParaRPr>
          </a:p>
        </p:txBody>
      </p:sp>
      <p:sp>
        <p:nvSpPr>
          <p:cNvPr id="1230" name="Google Shape;1230;p142"/>
          <p:cNvSpPr txBox="1"/>
          <p:nvPr/>
        </p:nvSpPr>
        <p:spPr>
          <a:xfrm>
            <a:off x="4061301" y="4830571"/>
            <a:ext cx="125666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minimize</a:t>
            </a:r>
            <a:endParaRPr b="0" i="0" sz="2400" u="none" cap="none" strike="noStrike">
              <a:solidFill>
                <a:srgbClr val="000000"/>
              </a:solidFill>
              <a:latin typeface="Arial"/>
              <a:ea typeface="Arial"/>
              <a:cs typeface="Arial"/>
              <a:sym typeface="Arial"/>
            </a:endParaRPr>
          </a:p>
        </p:txBody>
      </p:sp>
      <p:sp>
        <p:nvSpPr>
          <p:cNvPr id="1231" name="Google Shape;1231;p142"/>
          <p:cNvSpPr txBox="1"/>
          <p:nvPr/>
        </p:nvSpPr>
        <p:spPr>
          <a:xfrm>
            <a:off x="5639433" y="4720843"/>
            <a:ext cx="1112520" cy="857885"/>
          </a:xfrm>
          <a:prstGeom prst="rect">
            <a:avLst/>
          </a:prstGeom>
          <a:noFill/>
          <a:ln>
            <a:noFill/>
          </a:ln>
        </p:spPr>
        <p:txBody>
          <a:bodyPr anchorCtr="0" anchor="t" bIns="0" lIns="0" spcFirstLastPara="1" rIns="0" wrap="square" tIns="122550">
            <a:spAutoFit/>
          </a:bodyPr>
          <a:lstStyle/>
          <a:p>
            <a:pPr indent="0" lvl="0" marL="8128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121	ℓ(ℎ</a:t>
            </a:r>
            <a:r>
              <a:rPr b="0" baseline="-25000" i="0" lang="en-US" sz="2700" u="none" cap="none" strike="noStrike">
                <a:solidFill>
                  <a:srgbClr val="000000"/>
                </a:solidFill>
                <a:latin typeface="Arial"/>
                <a:ea typeface="Arial"/>
                <a:cs typeface="Arial"/>
                <a:sym typeface="Arial"/>
              </a:rPr>
              <a:t>𝜃</a:t>
            </a:r>
            <a:endParaRPr b="0" baseline="-25000" i="0" sz="2700" u="none" cap="none" strike="noStrike">
              <a:solidFill>
                <a:srgbClr val="000000"/>
              </a:solidFill>
              <a:latin typeface="Arial"/>
              <a:ea typeface="Arial"/>
              <a:cs typeface="Arial"/>
              <a:sym typeface="Arial"/>
            </a:endParaRPr>
          </a:p>
          <a:p>
            <a:pPr indent="0" lvl="0" marL="38100" marR="0" rtl="0" algn="l">
              <a:lnSpc>
                <a:spcPct val="100000"/>
              </a:lnSpc>
              <a:spcBef>
                <a:spcPts val="645"/>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𝑖=1</a:t>
            </a:r>
            <a:endParaRPr b="0" i="0" sz="1800" u="none" cap="none" strike="noStrike">
              <a:solidFill>
                <a:srgbClr val="000000"/>
              </a:solidFill>
              <a:latin typeface="Arial"/>
              <a:ea typeface="Arial"/>
              <a:cs typeface="Arial"/>
              <a:sym typeface="Arial"/>
            </a:endParaRPr>
          </a:p>
        </p:txBody>
      </p:sp>
      <p:grpSp>
        <p:nvGrpSpPr>
          <p:cNvPr id="1232" name="Google Shape;1232;p142"/>
          <p:cNvGrpSpPr/>
          <p:nvPr/>
        </p:nvGrpSpPr>
        <p:grpSpPr>
          <a:xfrm>
            <a:off x="7068057" y="4872228"/>
            <a:ext cx="374523" cy="374523"/>
            <a:chOff x="7068057" y="4872228"/>
            <a:chExt cx="374523" cy="374523"/>
          </a:xfrm>
        </p:grpSpPr>
        <p:sp>
          <p:nvSpPr>
            <p:cNvPr id="1233" name="Google Shape;1233;p142"/>
            <p:cNvSpPr/>
            <p:nvPr/>
          </p:nvSpPr>
          <p:spPr>
            <a:xfrm>
              <a:off x="7341615" y="4878451"/>
              <a:ext cx="100965" cy="368300"/>
            </a:xfrm>
            <a:custGeom>
              <a:rect b="b" l="l" r="r" t="t"/>
              <a:pathLst>
                <a:path extrusionOk="0" h="368300" w="100965">
                  <a:moveTo>
                    <a:pt x="3682" y="0"/>
                  </a:moveTo>
                  <a:lnTo>
                    <a:pt x="0" y="12191"/>
                  </a:lnTo>
                  <a:lnTo>
                    <a:pt x="16907" y="20954"/>
                  </a:lnTo>
                  <a:lnTo>
                    <a:pt x="31638" y="33717"/>
                  </a:lnTo>
                  <a:lnTo>
                    <a:pt x="54609" y="71247"/>
                  </a:lnTo>
                  <a:lnTo>
                    <a:pt x="68499" y="122284"/>
                  </a:lnTo>
                  <a:lnTo>
                    <a:pt x="73151" y="184275"/>
                  </a:lnTo>
                  <a:lnTo>
                    <a:pt x="71987" y="216540"/>
                  </a:lnTo>
                  <a:lnTo>
                    <a:pt x="62703" y="272877"/>
                  </a:lnTo>
                  <a:lnTo>
                    <a:pt x="44201" y="317689"/>
                  </a:lnTo>
                  <a:lnTo>
                    <a:pt x="16907" y="347218"/>
                  </a:lnTo>
                  <a:lnTo>
                    <a:pt x="0" y="355981"/>
                  </a:lnTo>
                  <a:lnTo>
                    <a:pt x="3682" y="368173"/>
                  </a:lnTo>
                  <a:lnTo>
                    <a:pt x="44829" y="346264"/>
                  </a:lnTo>
                  <a:lnTo>
                    <a:pt x="75310" y="304925"/>
                  </a:lnTo>
                  <a:lnTo>
                    <a:pt x="94170" y="249189"/>
                  </a:lnTo>
                  <a:lnTo>
                    <a:pt x="100456" y="184023"/>
                  </a:lnTo>
                  <a:lnTo>
                    <a:pt x="98884" y="150327"/>
                  </a:lnTo>
                  <a:lnTo>
                    <a:pt x="86311" y="89938"/>
                  </a:lnTo>
                  <a:lnTo>
                    <a:pt x="61404" y="40147"/>
                  </a:lnTo>
                  <a:lnTo>
                    <a:pt x="25590" y="8524"/>
                  </a:lnTo>
                  <a:lnTo>
                    <a:pt x="368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34" name="Google Shape;1234;p142"/>
            <p:cNvPicPr preferRelativeResize="0"/>
            <p:nvPr/>
          </p:nvPicPr>
          <p:blipFill rotWithShape="1">
            <a:blip r:embed="rId3">
              <a:alphaModFix/>
            </a:blip>
            <a:srcRect b="0" l="0" r="0" t="0"/>
            <a:stretch/>
          </p:blipFill>
          <p:spPr>
            <a:xfrm>
              <a:off x="7068057" y="4872228"/>
              <a:ext cx="231521" cy="206121"/>
            </a:xfrm>
            <a:prstGeom prst="rect">
              <a:avLst/>
            </a:prstGeom>
            <a:noFill/>
            <a:ln>
              <a:noFill/>
            </a:ln>
          </p:spPr>
        </p:pic>
      </p:grpSp>
      <p:sp>
        <p:nvSpPr>
          <p:cNvPr id="1235" name="Google Shape;1235;p142"/>
          <p:cNvSpPr/>
          <p:nvPr/>
        </p:nvSpPr>
        <p:spPr>
          <a:xfrm>
            <a:off x="6759829" y="4878451"/>
            <a:ext cx="100965" cy="368300"/>
          </a:xfrm>
          <a:custGeom>
            <a:rect b="b" l="l" r="r" t="t"/>
            <a:pathLst>
              <a:path extrusionOk="0" h="368300" w="100965">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7" y="334453"/>
                </a:lnTo>
                <a:lnTo>
                  <a:pt x="45847" y="296924"/>
                </a:lnTo>
                <a:lnTo>
                  <a:pt x="32019" y="246077"/>
                </a:lnTo>
                <a:lnTo>
                  <a:pt x="27430" y="184275"/>
                </a:lnTo>
                <a:lnTo>
                  <a:pt x="28576" y="151916"/>
                </a:lnTo>
                <a:lnTo>
                  <a:pt x="37772" y="95389"/>
                </a:lnTo>
                <a:lnTo>
                  <a:pt x="56254" y="50481"/>
                </a:lnTo>
                <a:lnTo>
                  <a:pt x="83548" y="20954"/>
                </a:lnTo>
                <a:lnTo>
                  <a:pt x="100455" y="12191"/>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6" name="Google Shape;1236;p142"/>
          <p:cNvSpPr txBox="1"/>
          <p:nvPr/>
        </p:nvSpPr>
        <p:spPr>
          <a:xfrm>
            <a:off x="6832981" y="4696459"/>
            <a:ext cx="410209"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600"/>
              <a:buFont typeface="Arial"/>
              <a:buNone/>
            </a:pPr>
            <a:r>
              <a:rPr b="0" baseline="-25000" i="0" lang="en-US" sz="3600" u="none" cap="none" strike="noStrike">
                <a:solidFill>
                  <a:srgbClr val="000000"/>
                </a:solidFill>
                <a:latin typeface="Arial"/>
                <a:ea typeface="Arial"/>
                <a:cs typeface="Arial"/>
                <a:sym typeface="Arial"/>
              </a:rPr>
              <a:t>𝑥 </a:t>
            </a:r>
            <a:r>
              <a:rPr b="0" i="0" lang="en-US" sz="1800" u="none" cap="none" strike="noStrike">
                <a:solidFill>
                  <a:srgbClr val="000000"/>
                </a:solidFill>
                <a:latin typeface="Arial"/>
                <a:ea typeface="Arial"/>
                <a:cs typeface="Arial"/>
                <a:sym typeface="Arial"/>
              </a:rPr>
              <a:t>𝑖</a:t>
            </a:r>
            <a:endParaRPr b="0" i="0" sz="1800" u="none" cap="none" strike="noStrike">
              <a:solidFill>
                <a:srgbClr val="000000"/>
              </a:solidFill>
              <a:latin typeface="Arial"/>
              <a:ea typeface="Arial"/>
              <a:cs typeface="Arial"/>
              <a:sym typeface="Arial"/>
            </a:endParaRPr>
          </a:p>
        </p:txBody>
      </p:sp>
      <p:pic>
        <p:nvPicPr>
          <p:cNvPr id="1237" name="Google Shape;1237;p142"/>
          <p:cNvPicPr preferRelativeResize="0"/>
          <p:nvPr/>
        </p:nvPicPr>
        <p:blipFill rotWithShape="1">
          <a:blip r:embed="rId4">
            <a:alphaModFix/>
          </a:blip>
          <a:srcRect b="0" l="0" r="0" t="0"/>
          <a:stretch/>
        </p:blipFill>
        <p:spPr>
          <a:xfrm>
            <a:off x="7784338" y="4872228"/>
            <a:ext cx="231519" cy="206121"/>
          </a:xfrm>
          <a:prstGeom prst="rect">
            <a:avLst/>
          </a:prstGeom>
          <a:noFill/>
          <a:ln>
            <a:noFill/>
          </a:ln>
        </p:spPr>
      </p:pic>
      <p:sp>
        <p:nvSpPr>
          <p:cNvPr id="1238" name="Google Shape;1238;p142"/>
          <p:cNvSpPr txBox="1"/>
          <p:nvPr/>
        </p:nvSpPr>
        <p:spPr>
          <a:xfrm>
            <a:off x="7431913" y="4809235"/>
            <a:ext cx="783590"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𝑦 </a:t>
            </a:r>
            <a:r>
              <a:rPr b="0" baseline="30000" i="0" lang="en-US" sz="2700" u="none" cap="none" strike="noStrike">
                <a:solidFill>
                  <a:srgbClr val="000000"/>
                </a:solidFill>
                <a:latin typeface="Arial"/>
                <a:ea typeface="Arial"/>
                <a:cs typeface="Arial"/>
                <a:sym typeface="Arial"/>
              </a:rPr>
              <a:t>𝑖  </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239" name="Google Shape;1239;p142"/>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17</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descr="$PPTXTitle" id="1244" name="Google Shape;1244;p143"/>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197735" rtl="0" algn="l">
              <a:lnSpc>
                <a:spcPct val="100000"/>
              </a:lnSpc>
              <a:spcBef>
                <a:spcPts val="0"/>
              </a:spcBef>
              <a:spcAft>
                <a:spcPts val="0"/>
              </a:spcAft>
              <a:buSzPts val="1400"/>
              <a:buNone/>
            </a:pPr>
            <a:r>
              <a:rPr lang="en-US">
                <a:solidFill>
                  <a:srgbClr val="6F2F9F"/>
                </a:solidFill>
              </a:rPr>
              <a:t>Reminder: MLE for Bernoulli</a:t>
            </a:r>
            <a:endParaRPr/>
          </a:p>
        </p:txBody>
      </p:sp>
      <p:sp>
        <p:nvSpPr>
          <p:cNvPr id="1245" name="Google Shape;1245;p143"/>
          <p:cNvSpPr txBox="1"/>
          <p:nvPr/>
        </p:nvSpPr>
        <p:spPr>
          <a:xfrm>
            <a:off x="688340" y="1521459"/>
            <a:ext cx="585343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Maximum likelihood solution for Bernoulli given by</a:t>
            </a:r>
            <a:endParaRPr b="0" i="0" sz="2200" u="none" cap="none" strike="noStrike">
              <a:solidFill>
                <a:srgbClr val="000000"/>
              </a:solidFill>
              <a:latin typeface="Arial Narrow"/>
              <a:ea typeface="Arial Narrow"/>
              <a:cs typeface="Arial Narrow"/>
              <a:sym typeface="Arial Narrow"/>
            </a:endParaRPr>
          </a:p>
        </p:txBody>
      </p:sp>
      <p:sp>
        <p:nvSpPr>
          <p:cNvPr id="1246" name="Google Shape;1246;p143"/>
          <p:cNvSpPr txBox="1"/>
          <p:nvPr/>
        </p:nvSpPr>
        <p:spPr>
          <a:xfrm>
            <a:off x="3921125" y="1826259"/>
            <a:ext cx="196215"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p:txBody>
      </p:sp>
      <p:sp>
        <p:nvSpPr>
          <p:cNvPr id="1247" name="Google Shape;1247;p143"/>
          <p:cNvSpPr txBox="1"/>
          <p:nvPr/>
        </p:nvSpPr>
        <p:spPr>
          <a:xfrm>
            <a:off x="7080250" y="1764191"/>
            <a:ext cx="382905" cy="1105535"/>
          </a:xfrm>
          <a:prstGeom prst="rect">
            <a:avLst/>
          </a:prstGeom>
          <a:noFill/>
          <a:ln>
            <a:noFill/>
          </a:ln>
        </p:spPr>
        <p:txBody>
          <a:bodyPr anchorCtr="0" anchor="t" bIns="0" lIns="0" spcFirstLastPara="1" rIns="0" wrap="square" tIns="74275">
            <a:spAutoFit/>
          </a:bodyPr>
          <a:lstStyle/>
          <a:p>
            <a:pPr indent="0" lvl="0" marL="102235"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a:p>
            <a:pPr indent="0" lvl="0" marL="12700" marR="0" rtl="0" algn="l">
              <a:lnSpc>
                <a:spcPct val="100000"/>
              </a:lnSpc>
              <a:spcBef>
                <a:spcPts val="675"/>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t>
            </a:r>
            <a:endParaRPr b="0" i="0" sz="2200" u="none" cap="none" strike="noStrike">
              <a:solidFill>
                <a:srgbClr val="000000"/>
              </a:solidFill>
              <a:latin typeface="Arial"/>
              <a:ea typeface="Arial"/>
              <a:cs typeface="Arial"/>
              <a:sym typeface="Arial"/>
            </a:endParaRPr>
          </a:p>
          <a:p>
            <a:pPr indent="0" lvl="0" marL="27940" marR="0" rtl="0" algn="l">
              <a:lnSpc>
                <a:spcPct val="100000"/>
              </a:lnSpc>
              <a:spcBef>
                <a:spcPts val="865"/>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𝑖=1</a:t>
            </a:r>
            <a:endParaRPr b="0" i="0" sz="1600" u="none" cap="none" strike="noStrike">
              <a:solidFill>
                <a:srgbClr val="000000"/>
              </a:solidFill>
              <a:latin typeface="Arial"/>
              <a:ea typeface="Arial"/>
              <a:cs typeface="Arial"/>
              <a:sym typeface="Arial"/>
            </a:endParaRPr>
          </a:p>
        </p:txBody>
      </p:sp>
      <p:sp>
        <p:nvSpPr>
          <p:cNvPr id="1248" name="Google Shape;1248;p143"/>
          <p:cNvSpPr/>
          <p:nvPr/>
        </p:nvSpPr>
        <p:spPr>
          <a:xfrm>
            <a:off x="5327650" y="2225292"/>
            <a:ext cx="92075" cy="337185"/>
          </a:xfrm>
          <a:custGeom>
            <a:rect b="b" l="l" r="r" t="t"/>
            <a:pathLst>
              <a:path extrusionOk="0" h="337185" w="92075">
                <a:moveTo>
                  <a:pt x="3428" y="0"/>
                </a:moveTo>
                <a:lnTo>
                  <a:pt x="0" y="11174"/>
                </a:lnTo>
                <a:lnTo>
                  <a:pt x="15477" y="19199"/>
                </a:lnTo>
                <a:lnTo>
                  <a:pt x="28955" y="30892"/>
                </a:lnTo>
                <a:lnTo>
                  <a:pt x="49911" y="65276"/>
                </a:lnTo>
                <a:lnTo>
                  <a:pt x="62594" y="111965"/>
                </a:lnTo>
                <a:lnTo>
                  <a:pt x="66801" y="168654"/>
                </a:lnTo>
                <a:lnTo>
                  <a:pt x="65751" y="198180"/>
                </a:lnTo>
                <a:lnTo>
                  <a:pt x="57317" y="249755"/>
                </a:lnTo>
                <a:lnTo>
                  <a:pt x="40432" y="290732"/>
                </a:lnTo>
                <a:lnTo>
                  <a:pt x="0" y="325753"/>
                </a:lnTo>
                <a:lnTo>
                  <a:pt x="3428" y="336929"/>
                </a:lnTo>
                <a:lnTo>
                  <a:pt x="40989" y="316928"/>
                </a:lnTo>
                <a:lnTo>
                  <a:pt x="68834" y="279017"/>
                </a:lnTo>
                <a:lnTo>
                  <a:pt x="86089" y="228060"/>
                </a:lnTo>
                <a:lnTo>
                  <a:pt x="91821" y="168527"/>
                </a:lnTo>
                <a:lnTo>
                  <a:pt x="90389" y="137618"/>
                </a:lnTo>
                <a:lnTo>
                  <a:pt x="78907" y="82321"/>
                </a:lnTo>
                <a:lnTo>
                  <a:pt x="56113" y="36790"/>
                </a:lnTo>
                <a:lnTo>
                  <a:pt x="23435" y="7834"/>
                </a:lnTo>
                <a:lnTo>
                  <a:pt x="342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9" name="Google Shape;1249;p143"/>
          <p:cNvSpPr/>
          <p:nvPr/>
        </p:nvSpPr>
        <p:spPr>
          <a:xfrm>
            <a:off x="4471547" y="2225292"/>
            <a:ext cx="92075" cy="337185"/>
          </a:xfrm>
          <a:custGeom>
            <a:rect b="b" l="l" r="r" t="t"/>
            <a:pathLst>
              <a:path extrusionOk="0" h="337185" w="92075">
                <a:moveTo>
                  <a:pt x="88512" y="0"/>
                </a:moveTo>
                <a:lnTo>
                  <a:pt x="50888" y="20097"/>
                </a:lnTo>
                <a:lnTo>
                  <a:pt x="22980" y="57910"/>
                </a:lnTo>
                <a:lnTo>
                  <a:pt x="5723" y="108885"/>
                </a:lnTo>
                <a:lnTo>
                  <a:pt x="0" y="168654"/>
                </a:lnTo>
                <a:lnTo>
                  <a:pt x="1423" y="199365"/>
                </a:lnTo>
                <a:lnTo>
                  <a:pt x="12905" y="254610"/>
                </a:lnTo>
                <a:lnTo>
                  <a:pt x="35720" y="300212"/>
                </a:lnTo>
                <a:lnTo>
                  <a:pt x="68486" y="329168"/>
                </a:lnTo>
                <a:lnTo>
                  <a:pt x="88512" y="336929"/>
                </a:lnTo>
                <a:lnTo>
                  <a:pt x="91941" y="325753"/>
                </a:lnTo>
                <a:lnTo>
                  <a:pt x="76462" y="317732"/>
                </a:lnTo>
                <a:lnTo>
                  <a:pt x="62985" y="306054"/>
                </a:lnTo>
                <a:lnTo>
                  <a:pt x="42030" y="271778"/>
                </a:lnTo>
                <a:lnTo>
                  <a:pt x="29282" y="225217"/>
                </a:lnTo>
                <a:lnTo>
                  <a:pt x="25016" y="168527"/>
                </a:lnTo>
                <a:lnTo>
                  <a:pt x="26081" y="139054"/>
                </a:lnTo>
                <a:lnTo>
                  <a:pt x="34602" y="87377"/>
                </a:lnTo>
                <a:lnTo>
                  <a:pt x="51507" y="46250"/>
                </a:lnTo>
                <a:lnTo>
                  <a:pt x="91941" y="11174"/>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50" name="Google Shape;1250;p143"/>
          <p:cNvPicPr preferRelativeResize="0"/>
          <p:nvPr/>
        </p:nvPicPr>
        <p:blipFill rotWithShape="1">
          <a:blip r:embed="rId3">
            <a:alphaModFix/>
          </a:blip>
          <a:srcRect b="0" l="0" r="0" t="0"/>
          <a:stretch/>
        </p:blipFill>
        <p:spPr>
          <a:xfrm>
            <a:off x="4760593" y="2218053"/>
            <a:ext cx="213487" cy="189229"/>
          </a:xfrm>
          <a:prstGeom prst="rect">
            <a:avLst/>
          </a:prstGeom>
          <a:noFill/>
          <a:ln>
            <a:noFill/>
          </a:ln>
        </p:spPr>
      </p:pic>
      <p:sp>
        <p:nvSpPr>
          <p:cNvPr id="1251" name="Google Shape;1251;p143"/>
          <p:cNvSpPr txBox="1"/>
          <p:nvPr/>
        </p:nvSpPr>
        <p:spPr>
          <a:xfrm>
            <a:off x="3043172" y="2414523"/>
            <a:ext cx="164465"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𝜙</a:t>
            </a:r>
            <a:endParaRPr b="0" i="0" sz="1600" u="none" cap="none" strike="noStrike">
              <a:solidFill>
                <a:srgbClr val="000000"/>
              </a:solidFill>
              <a:latin typeface="Arial"/>
              <a:ea typeface="Arial"/>
              <a:cs typeface="Arial"/>
              <a:sym typeface="Arial"/>
            </a:endParaRPr>
          </a:p>
        </p:txBody>
      </p:sp>
      <p:sp>
        <p:nvSpPr>
          <p:cNvPr id="1252" name="Google Shape;1252;p143"/>
          <p:cNvSpPr txBox="1"/>
          <p:nvPr/>
        </p:nvSpPr>
        <p:spPr>
          <a:xfrm>
            <a:off x="6321042" y="2414523"/>
            <a:ext cx="164465"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𝜙</a:t>
            </a:r>
            <a:endParaRPr b="0" i="0" sz="1600" u="none" cap="none" strike="noStrike">
              <a:solidFill>
                <a:srgbClr val="000000"/>
              </a:solidFill>
              <a:latin typeface="Arial"/>
              <a:ea typeface="Arial"/>
              <a:cs typeface="Arial"/>
              <a:sym typeface="Arial"/>
            </a:endParaRPr>
          </a:p>
        </p:txBody>
      </p:sp>
      <p:pic>
        <p:nvPicPr>
          <p:cNvPr id="1253" name="Google Shape;1253;p143"/>
          <p:cNvPicPr preferRelativeResize="0"/>
          <p:nvPr/>
        </p:nvPicPr>
        <p:blipFill rotWithShape="1">
          <a:blip r:embed="rId4">
            <a:alphaModFix/>
          </a:blip>
          <a:srcRect b="0" l="0" r="0" t="0"/>
          <a:stretch/>
        </p:blipFill>
        <p:spPr>
          <a:xfrm>
            <a:off x="7892288" y="2170809"/>
            <a:ext cx="172718" cy="155192"/>
          </a:xfrm>
          <a:prstGeom prst="rect">
            <a:avLst/>
          </a:prstGeom>
          <a:noFill/>
          <a:ln>
            <a:noFill/>
          </a:ln>
        </p:spPr>
      </p:pic>
      <p:sp>
        <p:nvSpPr>
          <p:cNvPr id="1254" name="Google Shape;1254;p143"/>
          <p:cNvSpPr txBox="1"/>
          <p:nvPr/>
        </p:nvSpPr>
        <p:spPr>
          <a:xfrm>
            <a:off x="2546350" y="2155443"/>
            <a:ext cx="151130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maximize ◌ෑ</a:t>
            </a:r>
            <a:endParaRPr b="0" i="0" sz="2200" u="none" cap="none" strike="noStrike">
              <a:solidFill>
                <a:srgbClr val="000000"/>
              </a:solidFill>
              <a:latin typeface="Arial"/>
              <a:ea typeface="Arial"/>
              <a:cs typeface="Arial"/>
              <a:sym typeface="Arial"/>
            </a:endParaRPr>
          </a:p>
        </p:txBody>
      </p:sp>
      <p:sp>
        <p:nvSpPr>
          <p:cNvPr id="1255" name="Google Shape;1255;p143"/>
          <p:cNvSpPr txBox="1"/>
          <p:nvPr/>
        </p:nvSpPr>
        <p:spPr>
          <a:xfrm>
            <a:off x="4465828" y="2155443"/>
            <a:ext cx="1864360" cy="705485"/>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𝑝	𝑦 </a:t>
            </a:r>
            <a:r>
              <a:rPr b="0" baseline="30000" i="0" lang="en-US" sz="2400" u="none" cap="none" strike="noStrike">
                <a:solidFill>
                  <a:srgbClr val="000000"/>
                </a:solidFill>
                <a:latin typeface="Arial"/>
                <a:ea typeface="Arial"/>
                <a:cs typeface="Arial"/>
                <a:sym typeface="Arial"/>
              </a:rPr>
              <a:t>𝑖  </a:t>
            </a:r>
            <a:r>
              <a:rPr b="0" i="0" lang="en-US" sz="2200" u="none" cap="none" strike="noStrike">
                <a:solidFill>
                  <a:srgbClr val="000000"/>
                </a:solidFill>
                <a:latin typeface="Arial"/>
                <a:ea typeface="Arial"/>
                <a:cs typeface="Arial"/>
                <a:sym typeface="Arial"/>
              </a:rPr>
              <a:t>; 𝜙</a:t>
            </a:r>
            <a:endParaRPr b="0" i="0" sz="2200" u="none" cap="none" strike="noStrike">
              <a:solidFill>
                <a:srgbClr val="000000"/>
              </a:solidFill>
              <a:latin typeface="Arial"/>
              <a:ea typeface="Arial"/>
              <a:cs typeface="Arial"/>
              <a:sym typeface="Arial"/>
            </a:endParaRPr>
          </a:p>
          <a:p>
            <a:pPr indent="0" lvl="0" marL="42545" marR="0" rtl="0" algn="l">
              <a:lnSpc>
                <a:spcPct val="100000"/>
              </a:lnSpc>
              <a:spcBef>
                <a:spcPts val="7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𝜙</a:t>
            </a:r>
            <a:endParaRPr b="0" i="0" sz="2200" u="none" cap="none" strike="noStrike">
              <a:solidFill>
                <a:srgbClr val="000000"/>
              </a:solidFill>
              <a:latin typeface="Arial"/>
              <a:ea typeface="Arial"/>
              <a:cs typeface="Arial"/>
              <a:sym typeface="Arial"/>
            </a:endParaRPr>
          </a:p>
        </p:txBody>
      </p:sp>
      <p:sp>
        <p:nvSpPr>
          <p:cNvPr id="1256" name="Google Shape;1256;p143"/>
          <p:cNvSpPr txBox="1"/>
          <p:nvPr/>
        </p:nvSpPr>
        <p:spPr>
          <a:xfrm>
            <a:off x="2520950" y="2499868"/>
            <a:ext cx="1718310"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maximize ◌</a:t>
            </a:r>
            <a:r>
              <a:rPr b="0" baseline="-25000" i="0" lang="en-US" sz="2400" u="none" cap="none" strike="noStrike">
                <a:solidFill>
                  <a:srgbClr val="000000"/>
                </a:solidFill>
                <a:latin typeface="Arial"/>
                <a:ea typeface="Arial"/>
                <a:cs typeface="Arial"/>
                <a:sym typeface="Arial"/>
              </a:rPr>
              <a:t>𝑖=</a:t>
            </a:r>
            <a:r>
              <a:rPr b="0" i="0" lang="en-US" sz="2200" u="none" cap="none" strike="noStrike">
                <a:solidFill>
                  <a:srgbClr val="000000"/>
                </a:solidFill>
                <a:latin typeface="Arial"/>
                <a:ea typeface="Arial"/>
                <a:cs typeface="Arial"/>
                <a:sym typeface="Arial"/>
              </a:rPr>
              <a:t>ෑ </a:t>
            </a:r>
            <a:r>
              <a:rPr b="0" baseline="-25000" i="0" lang="en-US" sz="2400" u="none" cap="none" strike="noStrike">
                <a:solidFill>
                  <a:srgbClr val="000000"/>
                </a:solidFill>
                <a:latin typeface="Arial"/>
                <a:ea typeface="Arial"/>
                <a:cs typeface="Arial"/>
                <a:sym typeface="Arial"/>
              </a:rPr>
              <a:t>1</a:t>
            </a:r>
            <a:endParaRPr b="0" baseline="-25000" i="0" sz="2400" u="none" cap="none" strike="noStrike">
              <a:solidFill>
                <a:srgbClr val="000000"/>
              </a:solidFill>
              <a:latin typeface="Arial"/>
              <a:ea typeface="Arial"/>
              <a:cs typeface="Arial"/>
              <a:sym typeface="Arial"/>
            </a:endParaRPr>
          </a:p>
        </p:txBody>
      </p:sp>
      <p:sp>
        <p:nvSpPr>
          <p:cNvPr id="1257" name="Google Shape;1257;p143"/>
          <p:cNvSpPr txBox="1"/>
          <p:nvPr/>
        </p:nvSpPr>
        <p:spPr>
          <a:xfrm>
            <a:off x="4691888" y="2423668"/>
            <a:ext cx="351790" cy="26924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baseline="-25000" i="0" lang="en-US" sz="2400" u="none" cap="none" strike="noStrike">
                <a:solidFill>
                  <a:srgbClr val="000000"/>
                </a:solidFill>
                <a:latin typeface="Arial"/>
                <a:ea typeface="Arial"/>
                <a:cs typeface="Arial"/>
                <a:sym typeface="Arial"/>
              </a:rPr>
              <a:t>𝑦 </a:t>
            </a:r>
            <a:r>
              <a:rPr b="0" i="0" lang="en-US" sz="1300" u="none" cap="none" strike="noStrike">
                <a:solidFill>
                  <a:srgbClr val="000000"/>
                </a:solidFill>
                <a:latin typeface="Arial"/>
                <a:ea typeface="Arial"/>
                <a:cs typeface="Arial"/>
                <a:sym typeface="Arial"/>
              </a:rPr>
              <a:t>𝑖</a:t>
            </a:r>
            <a:endParaRPr b="0" i="0" sz="1300" u="none" cap="none" strike="noStrike">
              <a:solidFill>
                <a:srgbClr val="000000"/>
              </a:solidFill>
              <a:latin typeface="Arial"/>
              <a:ea typeface="Arial"/>
              <a:cs typeface="Arial"/>
              <a:sym typeface="Arial"/>
            </a:endParaRPr>
          </a:p>
        </p:txBody>
      </p:sp>
      <p:sp>
        <p:nvSpPr>
          <p:cNvPr id="1258" name="Google Shape;1258;p143"/>
          <p:cNvSpPr txBox="1"/>
          <p:nvPr/>
        </p:nvSpPr>
        <p:spPr>
          <a:xfrm>
            <a:off x="688340" y="3045459"/>
            <a:ext cx="10323830" cy="851535"/>
          </a:xfrm>
          <a:prstGeom prst="rect">
            <a:avLst/>
          </a:prstGeom>
          <a:noFill/>
          <a:ln>
            <a:noFill/>
          </a:ln>
        </p:spPr>
        <p:txBody>
          <a:bodyPr anchorCtr="0" anchor="t" bIns="0" lIns="0" spcFirstLastPara="1" rIns="0" wrap="square" tIns="70475">
            <a:spAutoFit/>
          </a:bodyPr>
          <a:lstStyle/>
          <a:p>
            <a:pPr indent="0" lvl="0" marL="12700" marR="5080" rtl="0" algn="l">
              <a:lnSpc>
                <a:spcPct val="99090"/>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Taking the negative log of the optimization objective (just to be consistent with our usual notation of optimization as minimization)</a:t>
            </a:r>
            <a:endParaRPr b="0" i="0" sz="2200" u="none" cap="none" strike="noStrike">
              <a:solidFill>
                <a:srgbClr val="000000"/>
              </a:solidFill>
              <a:latin typeface="Arial Narrow"/>
              <a:ea typeface="Arial Narrow"/>
              <a:cs typeface="Arial Narrow"/>
              <a:sym typeface="Arial Narrow"/>
            </a:endParaRPr>
          </a:p>
          <a:p>
            <a:pPr indent="0" lvl="0" marL="0" marR="1510030" rtl="0" algn="ctr">
              <a:lnSpc>
                <a:spcPct val="105562"/>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p:txBody>
      </p:sp>
      <p:sp>
        <p:nvSpPr>
          <p:cNvPr id="1259" name="Google Shape;1259;p143"/>
          <p:cNvSpPr/>
          <p:nvPr/>
        </p:nvSpPr>
        <p:spPr>
          <a:xfrm>
            <a:off x="8903843" y="2264535"/>
            <a:ext cx="86360" cy="258445"/>
          </a:xfrm>
          <a:custGeom>
            <a:rect b="b" l="l" r="r" t="t"/>
            <a:pathLst>
              <a:path extrusionOk="0" h="258444" w="86359">
                <a:moveTo>
                  <a:pt x="3681" y="0"/>
                </a:moveTo>
                <a:lnTo>
                  <a:pt x="0" y="10412"/>
                </a:lnTo>
                <a:lnTo>
                  <a:pt x="14952" y="16910"/>
                </a:lnTo>
                <a:lnTo>
                  <a:pt x="27811" y="25908"/>
                </a:lnTo>
                <a:lnTo>
                  <a:pt x="53910" y="67522"/>
                </a:lnTo>
                <a:lnTo>
                  <a:pt x="61530" y="105761"/>
                </a:lnTo>
                <a:lnTo>
                  <a:pt x="62482" y="127763"/>
                </a:lnTo>
                <a:lnTo>
                  <a:pt x="61528" y="150600"/>
                </a:lnTo>
                <a:lnTo>
                  <a:pt x="53856" y="189895"/>
                </a:lnTo>
                <a:lnTo>
                  <a:pt x="27796" y="232172"/>
                </a:lnTo>
                <a:lnTo>
                  <a:pt x="379" y="247776"/>
                </a:lnTo>
                <a:lnTo>
                  <a:pt x="3681" y="258318"/>
                </a:lnTo>
                <a:lnTo>
                  <a:pt x="38892" y="241761"/>
                </a:lnTo>
                <a:lnTo>
                  <a:pt x="64770" y="213105"/>
                </a:lnTo>
                <a:lnTo>
                  <a:pt x="80707" y="174800"/>
                </a:lnTo>
                <a:lnTo>
                  <a:pt x="85977" y="129160"/>
                </a:lnTo>
                <a:lnTo>
                  <a:pt x="84646" y="105487"/>
                </a:lnTo>
                <a:lnTo>
                  <a:pt x="74030" y="63525"/>
                </a:lnTo>
                <a:lnTo>
                  <a:pt x="52938" y="29325"/>
                </a:lnTo>
                <a:lnTo>
                  <a:pt x="22371" y="6742"/>
                </a:lnTo>
                <a:lnTo>
                  <a:pt x="368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0" name="Google Shape;1260;p143"/>
          <p:cNvSpPr/>
          <p:nvPr/>
        </p:nvSpPr>
        <p:spPr>
          <a:xfrm>
            <a:off x="8126093" y="2264535"/>
            <a:ext cx="86360" cy="258445"/>
          </a:xfrm>
          <a:custGeom>
            <a:rect b="b" l="l" r="r" t="t"/>
            <a:pathLst>
              <a:path extrusionOk="0" h="258444" w="86359">
                <a:moveTo>
                  <a:pt x="82422" y="0"/>
                </a:moveTo>
                <a:lnTo>
                  <a:pt x="47259" y="16510"/>
                </a:lnTo>
                <a:lnTo>
                  <a:pt x="21334" y="45212"/>
                </a:lnTo>
                <a:lnTo>
                  <a:pt x="5332" y="83612"/>
                </a:lnTo>
                <a:lnTo>
                  <a:pt x="0" y="129160"/>
                </a:lnTo>
                <a:lnTo>
                  <a:pt x="1330" y="152902"/>
                </a:lnTo>
                <a:lnTo>
                  <a:pt x="11946" y="194863"/>
                </a:lnTo>
                <a:lnTo>
                  <a:pt x="33022" y="228940"/>
                </a:lnTo>
                <a:lnTo>
                  <a:pt x="82422" y="258318"/>
                </a:lnTo>
                <a:lnTo>
                  <a:pt x="85597" y="247776"/>
                </a:lnTo>
                <a:lnTo>
                  <a:pt x="70901" y="241255"/>
                </a:lnTo>
                <a:lnTo>
                  <a:pt x="58229" y="232172"/>
                </a:lnTo>
                <a:lnTo>
                  <a:pt x="32194" y="189895"/>
                </a:lnTo>
                <a:lnTo>
                  <a:pt x="24574" y="150600"/>
                </a:lnTo>
                <a:lnTo>
                  <a:pt x="23621" y="127763"/>
                </a:lnTo>
                <a:lnTo>
                  <a:pt x="24574" y="105761"/>
                </a:lnTo>
                <a:lnTo>
                  <a:pt x="32194" y="67522"/>
                </a:lnTo>
                <a:lnTo>
                  <a:pt x="58339" y="25908"/>
                </a:lnTo>
                <a:lnTo>
                  <a:pt x="86104" y="10412"/>
                </a:lnTo>
                <a:lnTo>
                  <a:pt x="8242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61" name="Google Shape;1261;p143"/>
          <p:cNvPicPr preferRelativeResize="0"/>
          <p:nvPr/>
        </p:nvPicPr>
        <p:blipFill rotWithShape="1">
          <a:blip r:embed="rId4">
            <a:alphaModFix/>
          </a:blip>
          <a:srcRect b="0" l="0" r="0" t="0"/>
          <a:stretch/>
        </p:blipFill>
        <p:spPr>
          <a:xfrm>
            <a:off x="9425430" y="2170809"/>
            <a:ext cx="172720" cy="155192"/>
          </a:xfrm>
          <a:prstGeom prst="rect">
            <a:avLst/>
          </a:prstGeom>
          <a:noFill/>
          <a:ln>
            <a:noFill/>
          </a:ln>
        </p:spPr>
      </p:pic>
      <p:sp>
        <p:nvSpPr>
          <p:cNvPr id="1262" name="Google Shape;1262;p143"/>
          <p:cNvSpPr txBox="1"/>
          <p:nvPr/>
        </p:nvSpPr>
        <p:spPr>
          <a:xfrm>
            <a:off x="8205596" y="2128011"/>
            <a:ext cx="69342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1 − 𝜙</a:t>
            </a:r>
            <a:endParaRPr b="0" i="0" sz="2200" u="none" cap="none" strike="noStrike">
              <a:solidFill>
                <a:srgbClr val="000000"/>
              </a:solidFill>
              <a:latin typeface="Arial"/>
              <a:ea typeface="Arial"/>
              <a:cs typeface="Arial"/>
              <a:sym typeface="Arial"/>
            </a:endParaRPr>
          </a:p>
        </p:txBody>
      </p:sp>
      <p:sp>
        <p:nvSpPr>
          <p:cNvPr id="1263" name="Google Shape;1263;p143"/>
          <p:cNvSpPr txBox="1"/>
          <p:nvPr/>
        </p:nvSpPr>
        <p:spPr>
          <a:xfrm>
            <a:off x="8991344" y="2128011"/>
            <a:ext cx="608330" cy="26924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1−𝑦 </a:t>
            </a:r>
            <a:r>
              <a:rPr b="0" baseline="30000" i="0" lang="en-US" sz="1950" u="none" cap="none" strike="noStrike">
                <a:solidFill>
                  <a:srgbClr val="000000"/>
                </a:solidFill>
                <a:latin typeface="Arial"/>
                <a:ea typeface="Arial"/>
                <a:cs typeface="Arial"/>
                <a:sym typeface="Arial"/>
              </a:rPr>
              <a:t>𝑖</a:t>
            </a:r>
            <a:endParaRPr b="0" baseline="30000" i="0" sz="1950" u="none" cap="none" strike="noStrike">
              <a:solidFill>
                <a:srgbClr val="000000"/>
              </a:solidFill>
              <a:latin typeface="Arial"/>
              <a:ea typeface="Arial"/>
              <a:cs typeface="Arial"/>
              <a:sym typeface="Arial"/>
            </a:endParaRPr>
          </a:p>
        </p:txBody>
      </p:sp>
      <p:sp>
        <p:nvSpPr>
          <p:cNvPr id="1264" name="Google Shape;1264;p143"/>
          <p:cNvSpPr/>
          <p:nvPr/>
        </p:nvSpPr>
        <p:spPr>
          <a:xfrm>
            <a:off x="4436997" y="4072001"/>
            <a:ext cx="86360" cy="258445"/>
          </a:xfrm>
          <a:custGeom>
            <a:rect b="b" l="l" r="r" t="t"/>
            <a:pathLst>
              <a:path extrusionOk="0" h="258445" w="86360">
                <a:moveTo>
                  <a:pt x="3684" y="0"/>
                </a:moveTo>
                <a:lnTo>
                  <a:pt x="0" y="10412"/>
                </a:lnTo>
                <a:lnTo>
                  <a:pt x="14955" y="16910"/>
                </a:lnTo>
                <a:lnTo>
                  <a:pt x="27814" y="25908"/>
                </a:lnTo>
                <a:lnTo>
                  <a:pt x="53911" y="67522"/>
                </a:lnTo>
                <a:lnTo>
                  <a:pt x="61531" y="105760"/>
                </a:lnTo>
                <a:lnTo>
                  <a:pt x="62485" y="127762"/>
                </a:lnTo>
                <a:lnTo>
                  <a:pt x="61530" y="150600"/>
                </a:lnTo>
                <a:lnTo>
                  <a:pt x="53858" y="189894"/>
                </a:lnTo>
                <a:lnTo>
                  <a:pt x="27797" y="232171"/>
                </a:lnTo>
                <a:lnTo>
                  <a:pt x="381" y="247775"/>
                </a:lnTo>
                <a:lnTo>
                  <a:pt x="3684" y="258318"/>
                </a:lnTo>
                <a:lnTo>
                  <a:pt x="38893" y="241759"/>
                </a:lnTo>
                <a:lnTo>
                  <a:pt x="64771" y="213106"/>
                </a:lnTo>
                <a:lnTo>
                  <a:pt x="80708" y="174798"/>
                </a:lnTo>
                <a:lnTo>
                  <a:pt x="85979" y="129159"/>
                </a:lnTo>
                <a:lnTo>
                  <a:pt x="84648" y="105487"/>
                </a:lnTo>
                <a:lnTo>
                  <a:pt x="74032" y="63525"/>
                </a:lnTo>
                <a:lnTo>
                  <a:pt x="52939" y="29325"/>
                </a:lnTo>
                <a:lnTo>
                  <a:pt x="22372" y="6742"/>
                </a:lnTo>
                <a:lnTo>
                  <a:pt x="368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5" name="Google Shape;1265;p143"/>
          <p:cNvSpPr/>
          <p:nvPr/>
        </p:nvSpPr>
        <p:spPr>
          <a:xfrm>
            <a:off x="4143883" y="4072001"/>
            <a:ext cx="86360" cy="258445"/>
          </a:xfrm>
          <a:custGeom>
            <a:rect b="b" l="l" r="r" t="t"/>
            <a:pathLst>
              <a:path extrusionOk="0" h="258445" w="86360">
                <a:moveTo>
                  <a:pt x="82421" y="0"/>
                </a:moveTo>
                <a:lnTo>
                  <a:pt x="47259" y="16510"/>
                </a:lnTo>
                <a:lnTo>
                  <a:pt x="21336" y="45212"/>
                </a:lnTo>
                <a:lnTo>
                  <a:pt x="5333" y="83612"/>
                </a:lnTo>
                <a:lnTo>
                  <a:pt x="0" y="129159"/>
                </a:lnTo>
                <a:lnTo>
                  <a:pt x="1330" y="152901"/>
                </a:lnTo>
                <a:lnTo>
                  <a:pt x="11946" y="194862"/>
                </a:lnTo>
                <a:lnTo>
                  <a:pt x="33022" y="228939"/>
                </a:lnTo>
                <a:lnTo>
                  <a:pt x="82421" y="258318"/>
                </a:lnTo>
                <a:lnTo>
                  <a:pt x="85596" y="247775"/>
                </a:lnTo>
                <a:lnTo>
                  <a:pt x="70900" y="241254"/>
                </a:lnTo>
                <a:lnTo>
                  <a:pt x="58228" y="232171"/>
                </a:lnTo>
                <a:lnTo>
                  <a:pt x="32193" y="189894"/>
                </a:lnTo>
                <a:lnTo>
                  <a:pt x="24573" y="150600"/>
                </a:lnTo>
                <a:lnTo>
                  <a:pt x="23620" y="127762"/>
                </a:lnTo>
                <a:lnTo>
                  <a:pt x="24573" y="105760"/>
                </a:lnTo>
                <a:lnTo>
                  <a:pt x="32193" y="67522"/>
                </a:lnTo>
                <a:lnTo>
                  <a:pt x="58339" y="25906"/>
                </a:lnTo>
                <a:lnTo>
                  <a:pt x="86104" y="10412"/>
                </a:lnTo>
                <a:lnTo>
                  <a:pt x="8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6" name="Google Shape;1266;p143"/>
          <p:cNvSpPr txBox="1"/>
          <p:nvPr/>
        </p:nvSpPr>
        <p:spPr>
          <a:xfrm>
            <a:off x="2745994" y="3923284"/>
            <a:ext cx="1678939" cy="574040"/>
          </a:xfrm>
          <a:prstGeom prst="rect">
            <a:avLst/>
          </a:prstGeom>
          <a:noFill/>
          <a:ln>
            <a:noFill/>
          </a:ln>
        </p:spPr>
        <p:txBody>
          <a:bodyPr anchorCtr="0" anchor="t" bIns="0" lIns="0" spcFirstLastPara="1" rIns="0" wrap="square" tIns="12700">
            <a:spAutoFit/>
          </a:bodyPr>
          <a:lstStyle/>
          <a:p>
            <a:pPr indent="0" lvl="0" marL="12700" marR="0" rtl="0" algn="l">
              <a:lnSpc>
                <a:spcPct val="114545"/>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maximize ℓ 𝜙</a:t>
            </a:r>
            <a:endParaRPr b="0" i="0" sz="2200" u="none" cap="none" strike="noStrike">
              <a:solidFill>
                <a:srgbClr val="000000"/>
              </a:solidFill>
              <a:latin typeface="Arial"/>
              <a:ea typeface="Arial"/>
              <a:cs typeface="Arial"/>
              <a:sym typeface="Arial"/>
            </a:endParaRPr>
          </a:p>
          <a:p>
            <a:pPr indent="0" lvl="0" marL="508634" marR="0" rtl="0" algn="l">
              <a:lnSpc>
                <a:spcPct val="1125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𝜙</a:t>
            </a:r>
            <a:endParaRPr b="0" i="0" sz="1600" u="none" cap="none" strike="noStrike">
              <a:solidFill>
                <a:srgbClr val="000000"/>
              </a:solidFill>
              <a:latin typeface="Arial"/>
              <a:ea typeface="Arial"/>
              <a:cs typeface="Arial"/>
              <a:sym typeface="Arial"/>
            </a:endParaRPr>
          </a:p>
        </p:txBody>
      </p:sp>
      <p:sp>
        <p:nvSpPr>
          <p:cNvPr id="1267" name="Google Shape;1267;p143"/>
          <p:cNvSpPr/>
          <p:nvPr/>
        </p:nvSpPr>
        <p:spPr>
          <a:xfrm>
            <a:off x="5305176" y="4032758"/>
            <a:ext cx="92075" cy="337185"/>
          </a:xfrm>
          <a:custGeom>
            <a:rect b="b" l="l" r="r" t="t"/>
            <a:pathLst>
              <a:path extrusionOk="0" h="337185" w="92075">
                <a:moveTo>
                  <a:pt x="88512" y="0"/>
                </a:moveTo>
                <a:lnTo>
                  <a:pt x="50888" y="20096"/>
                </a:lnTo>
                <a:lnTo>
                  <a:pt x="22980" y="57912"/>
                </a:lnTo>
                <a:lnTo>
                  <a:pt x="5723" y="108885"/>
                </a:lnTo>
                <a:lnTo>
                  <a:pt x="0" y="168655"/>
                </a:lnTo>
                <a:lnTo>
                  <a:pt x="1423" y="199365"/>
                </a:lnTo>
                <a:lnTo>
                  <a:pt x="12905" y="254610"/>
                </a:lnTo>
                <a:lnTo>
                  <a:pt x="35720" y="300211"/>
                </a:lnTo>
                <a:lnTo>
                  <a:pt x="68486" y="329167"/>
                </a:lnTo>
                <a:lnTo>
                  <a:pt x="88512" y="336930"/>
                </a:lnTo>
                <a:lnTo>
                  <a:pt x="91941" y="325754"/>
                </a:lnTo>
                <a:lnTo>
                  <a:pt x="76462" y="317732"/>
                </a:lnTo>
                <a:lnTo>
                  <a:pt x="62985" y="306053"/>
                </a:lnTo>
                <a:lnTo>
                  <a:pt x="42030" y="271779"/>
                </a:lnTo>
                <a:lnTo>
                  <a:pt x="29282" y="225217"/>
                </a:lnTo>
                <a:lnTo>
                  <a:pt x="25016" y="168528"/>
                </a:lnTo>
                <a:lnTo>
                  <a:pt x="26081" y="139054"/>
                </a:lnTo>
                <a:lnTo>
                  <a:pt x="34602" y="87377"/>
                </a:lnTo>
                <a:lnTo>
                  <a:pt x="51507" y="46250"/>
                </a:lnTo>
                <a:lnTo>
                  <a:pt x="91941" y="11175"/>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68" name="Google Shape;1268;p143"/>
          <p:cNvPicPr preferRelativeResize="0"/>
          <p:nvPr/>
        </p:nvPicPr>
        <p:blipFill rotWithShape="1">
          <a:blip r:embed="rId5">
            <a:alphaModFix/>
          </a:blip>
          <a:srcRect b="0" l="0" r="0" t="0"/>
          <a:stretch/>
        </p:blipFill>
        <p:spPr>
          <a:xfrm>
            <a:off x="5592698" y="4025519"/>
            <a:ext cx="213487" cy="189229"/>
          </a:xfrm>
          <a:prstGeom prst="rect">
            <a:avLst/>
          </a:prstGeom>
          <a:noFill/>
          <a:ln>
            <a:noFill/>
          </a:ln>
        </p:spPr>
      </p:pic>
      <p:sp>
        <p:nvSpPr>
          <p:cNvPr id="1269" name="Google Shape;1269;p143"/>
          <p:cNvSpPr/>
          <p:nvPr/>
        </p:nvSpPr>
        <p:spPr>
          <a:xfrm>
            <a:off x="6842892" y="4032758"/>
            <a:ext cx="92075" cy="337185"/>
          </a:xfrm>
          <a:custGeom>
            <a:rect b="b" l="l" r="r" t="t"/>
            <a:pathLst>
              <a:path extrusionOk="0" h="337185" w="92075">
                <a:moveTo>
                  <a:pt x="88512" y="0"/>
                </a:moveTo>
                <a:lnTo>
                  <a:pt x="50888" y="20096"/>
                </a:lnTo>
                <a:lnTo>
                  <a:pt x="22980" y="57912"/>
                </a:lnTo>
                <a:lnTo>
                  <a:pt x="5723" y="108885"/>
                </a:lnTo>
                <a:lnTo>
                  <a:pt x="0" y="168655"/>
                </a:lnTo>
                <a:lnTo>
                  <a:pt x="1423" y="199365"/>
                </a:lnTo>
                <a:lnTo>
                  <a:pt x="12905" y="254610"/>
                </a:lnTo>
                <a:lnTo>
                  <a:pt x="35720" y="300211"/>
                </a:lnTo>
                <a:lnTo>
                  <a:pt x="68486" y="329167"/>
                </a:lnTo>
                <a:lnTo>
                  <a:pt x="88512" y="336930"/>
                </a:lnTo>
                <a:lnTo>
                  <a:pt x="91941" y="325754"/>
                </a:lnTo>
                <a:lnTo>
                  <a:pt x="76462" y="317732"/>
                </a:lnTo>
                <a:lnTo>
                  <a:pt x="62985" y="306053"/>
                </a:lnTo>
                <a:lnTo>
                  <a:pt x="42030" y="271779"/>
                </a:lnTo>
                <a:lnTo>
                  <a:pt x="29282" y="225217"/>
                </a:lnTo>
                <a:lnTo>
                  <a:pt x="25016" y="168528"/>
                </a:lnTo>
                <a:lnTo>
                  <a:pt x="26081" y="139054"/>
                </a:lnTo>
                <a:lnTo>
                  <a:pt x="34602" y="87377"/>
                </a:lnTo>
                <a:lnTo>
                  <a:pt x="51507" y="46250"/>
                </a:lnTo>
                <a:lnTo>
                  <a:pt x="91941" y="11175"/>
                </a:lnTo>
                <a:lnTo>
                  <a:pt x="8851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70" name="Google Shape;1270;p143"/>
          <p:cNvGrpSpPr/>
          <p:nvPr/>
        </p:nvGrpSpPr>
        <p:grpSpPr>
          <a:xfrm>
            <a:off x="7616570" y="4025519"/>
            <a:ext cx="345185" cy="344424"/>
            <a:chOff x="7616570" y="4025519"/>
            <a:chExt cx="345185" cy="344424"/>
          </a:xfrm>
        </p:grpSpPr>
        <p:sp>
          <p:nvSpPr>
            <p:cNvPr id="1271" name="Google Shape;1271;p143"/>
            <p:cNvSpPr/>
            <p:nvPr/>
          </p:nvSpPr>
          <p:spPr>
            <a:xfrm>
              <a:off x="7869680" y="4032758"/>
              <a:ext cx="92075" cy="337185"/>
            </a:xfrm>
            <a:custGeom>
              <a:rect b="b" l="l" r="r" t="t"/>
              <a:pathLst>
                <a:path extrusionOk="0" h="337185" w="92075">
                  <a:moveTo>
                    <a:pt x="3428" y="0"/>
                  </a:moveTo>
                  <a:lnTo>
                    <a:pt x="0" y="11175"/>
                  </a:lnTo>
                  <a:lnTo>
                    <a:pt x="15477" y="19199"/>
                  </a:lnTo>
                  <a:lnTo>
                    <a:pt x="28955" y="30891"/>
                  </a:lnTo>
                  <a:lnTo>
                    <a:pt x="49910" y="65277"/>
                  </a:lnTo>
                  <a:lnTo>
                    <a:pt x="62594" y="111965"/>
                  </a:lnTo>
                  <a:lnTo>
                    <a:pt x="66801" y="168655"/>
                  </a:lnTo>
                  <a:lnTo>
                    <a:pt x="65751" y="198180"/>
                  </a:lnTo>
                  <a:lnTo>
                    <a:pt x="57317" y="249755"/>
                  </a:lnTo>
                  <a:lnTo>
                    <a:pt x="40432" y="290732"/>
                  </a:lnTo>
                  <a:lnTo>
                    <a:pt x="0" y="325754"/>
                  </a:lnTo>
                  <a:lnTo>
                    <a:pt x="3428" y="336930"/>
                  </a:lnTo>
                  <a:lnTo>
                    <a:pt x="40989" y="316928"/>
                  </a:lnTo>
                  <a:lnTo>
                    <a:pt x="68833" y="279018"/>
                  </a:lnTo>
                  <a:lnTo>
                    <a:pt x="86089" y="228060"/>
                  </a:lnTo>
                  <a:lnTo>
                    <a:pt x="91821" y="168528"/>
                  </a:lnTo>
                  <a:lnTo>
                    <a:pt x="90389" y="137618"/>
                  </a:lnTo>
                  <a:lnTo>
                    <a:pt x="78907" y="82321"/>
                  </a:lnTo>
                  <a:lnTo>
                    <a:pt x="56113" y="36790"/>
                  </a:lnTo>
                  <a:lnTo>
                    <a:pt x="23435" y="7834"/>
                  </a:lnTo>
                  <a:lnTo>
                    <a:pt x="342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72" name="Google Shape;1272;p143"/>
            <p:cNvPicPr preferRelativeResize="0"/>
            <p:nvPr/>
          </p:nvPicPr>
          <p:blipFill rotWithShape="1">
            <a:blip r:embed="rId5">
              <a:alphaModFix/>
            </a:blip>
            <a:srcRect b="0" l="0" r="0" t="0"/>
            <a:stretch/>
          </p:blipFill>
          <p:spPr>
            <a:xfrm>
              <a:off x="7616570" y="4025519"/>
              <a:ext cx="213485" cy="189229"/>
            </a:xfrm>
            <a:prstGeom prst="rect">
              <a:avLst/>
            </a:prstGeom>
            <a:noFill/>
            <a:ln>
              <a:noFill/>
            </a:ln>
          </p:spPr>
        </p:pic>
      </p:grpSp>
      <p:sp>
        <p:nvSpPr>
          <p:cNvPr id="1273" name="Google Shape;1273;p143"/>
          <p:cNvSpPr/>
          <p:nvPr/>
        </p:nvSpPr>
        <p:spPr>
          <a:xfrm>
            <a:off x="9196451" y="4032757"/>
            <a:ext cx="211454" cy="337185"/>
          </a:xfrm>
          <a:custGeom>
            <a:rect b="b" l="l" r="r" t="t"/>
            <a:pathLst>
              <a:path extrusionOk="0" h="337185" w="211454">
                <a:moveTo>
                  <a:pt x="85979" y="168402"/>
                </a:moveTo>
                <a:lnTo>
                  <a:pt x="74028" y="102768"/>
                </a:lnTo>
                <a:lnTo>
                  <a:pt x="52933" y="68580"/>
                </a:lnTo>
                <a:lnTo>
                  <a:pt x="3683" y="39243"/>
                </a:lnTo>
                <a:lnTo>
                  <a:pt x="0" y="49657"/>
                </a:lnTo>
                <a:lnTo>
                  <a:pt x="14947" y="56159"/>
                </a:lnTo>
                <a:lnTo>
                  <a:pt x="27813" y="65151"/>
                </a:lnTo>
                <a:lnTo>
                  <a:pt x="53911" y="106768"/>
                </a:lnTo>
                <a:lnTo>
                  <a:pt x="61531" y="145008"/>
                </a:lnTo>
                <a:lnTo>
                  <a:pt x="62484" y="167005"/>
                </a:lnTo>
                <a:lnTo>
                  <a:pt x="61518" y="189852"/>
                </a:lnTo>
                <a:lnTo>
                  <a:pt x="53848" y="229146"/>
                </a:lnTo>
                <a:lnTo>
                  <a:pt x="27787" y="271424"/>
                </a:lnTo>
                <a:lnTo>
                  <a:pt x="381" y="287020"/>
                </a:lnTo>
                <a:lnTo>
                  <a:pt x="3683" y="297561"/>
                </a:lnTo>
                <a:lnTo>
                  <a:pt x="38887" y="281012"/>
                </a:lnTo>
                <a:lnTo>
                  <a:pt x="64770" y="252349"/>
                </a:lnTo>
                <a:lnTo>
                  <a:pt x="80708" y="214045"/>
                </a:lnTo>
                <a:lnTo>
                  <a:pt x="85979" y="168402"/>
                </a:lnTo>
                <a:close/>
              </a:path>
              <a:path extrusionOk="0" h="337185" w="211454">
                <a:moveTo>
                  <a:pt x="211328" y="168529"/>
                </a:moveTo>
                <a:lnTo>
                  <a:pt x="198412" y="82321"/>
                </a:lnTo>
                <a:lnTo>
                  <a:pt x="175615" y="36791"/>
                </a:lnTo>
                <a:lnTo>
                  <a:pt x="142887" y="7835"/>
                </a:lnTo>
                <a:lnTo>
                  <a:pt x="122809" y="0"/>
                </a:lnTo>
                <a:lnTo>
                  <a:pt x="119507" y="11176"/>
                </a:lnTo>
                <a:lnTo>
                  <a:pt x="134975" y="19202"/>
                </a:lnTo>
                <a:lnTo>
                  <a:pt x="148463" y="30899"/>
                </a:lnTo>
                <a:lnTo>
                  <a:pt x="169418" y="65278"/>
                </a:lnTo>
                <a:lnTo>
                  <a:pt x="182092" y="111975"/>
                </a:lnTo>
                <a:lnTo>
                  <a:pt x="186309" y="168656"/>
                </a:lnTo>
                <a:lnTo>
                  <a:pt x="185254" y="198183"/>
                </a:lnTo>
                <a:lnTo>
                  <a:pt x="176822" y="249758"/>
                </a:lnTo>
                <a:lnTo>
                  <a:pt x="159931" y="290741"/>
                </a:lnTo>
                <a:lnTo>
                  <a:pt x="119507" y="325755"/>
                </a:lnTo>
                <a:lnTo>
                  <a:pt x="122809" y="336931"/>
                </a:lnTo>
                <a:lnTo>
                  <a:pt x="160477" y="316928"/>
                </a:lnTo>
                <a:lnTo>
                  <a:pt x="188341" y="279019"/>
                </a:lnTo>
                <a:lnTo>
                  <a:pt x="205587" y="228066"/>
                </a:lnTo>
                <a:lnTo>
                  <a:pt x="211328" y="1685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4" name="Google Shape;1274;p143"/>
          <p:cNvSpPr/>
          <p:nvPr/>
        </p:nvSpPr>
        <p:spPr>
          <a:xfrm>
            <a:off x="8417179" y="4072001"/>
            <a:ext cx="86360" cy="258445"/>
          </a:xfrm>
          <a:custGeom>
            <a:rect b="b" l="l" r="r" t="t"/>
            <a:pathLst>
              <a:path extrusionOk="0" h="258445" w="86359">
                <a:moveTo>
                  <a:pt x="82423" y="0"/>
                </a:moveTo>
                <a:lnTo>
                  <a:pt x="47259" y="16510"/>
                </a:lnTo>
                <a:lnTo>
                  <a:pt x="21336" y="45212"/>
                </a:lnTo>
                <a:lnTo>
                  <a:pt x="5334" y="83612"/>
                </a:lnTo>
                <a:lnTo>
                  <a:pt x="0" y="129159"/>
                </a:lnTo>
                <a:lnTo>
                  <a:pt x="1330" y="152901"/>
                </a:lnTo>
                <a:lnTo>
                  <a:pt x="11946" y="194862"/>
                </a:lnTo>
                <a:lnTo>
                  <a:pt x="33022" y="228939"/>
                </a:lnTo>
                <a:lnTo>
                  <a:pt x="82423" y="258318"/>
                </a:lnTo>
                <a:lnTo>
                  <a:pt x="85598" y="247775"/>
                </a:lnTo>
                <a:lnTo>
                  <a:pt x="70901" y="241254"/>
                </a:lnTo>
                <a:lnTo>
                  <a:pt x="58229" y="232171"/>
                </a:lnTo>
                <a:lnTo>
                  <a:pt x="32194" y="189894"/>
                </a:lnTo>
                <a:lnTo>
                  <a:pt x="24574" y="150600"/>
                </a:lnTo>
                <a:lnTo>
                  <a:pt x="23622" y="127762"/>
                </a:lnTo>
                <a:lnTo>
                  <a:pt x="24574" y="105760"/>
                </a:lnTo>
                <a:lnTo>
                  <a:pt x="32194" y="67522"/>
                </a:lnTo>
                <a:lnTo>
                  <a:pt x="58339" y="25906"/>
                </a:lnTo>
                <a:lnTo>
                  <a:pt x="86104" y="10412"/>
                </a:lnTo>
                <a:lnTo>
                  <a:pt x="8242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5" name="Google Shape;1275;p143"/>
          <p:cNvSpPr txBox="1"/>
          <p:nvPr/>
        </p:nvSpPr>
        <p:spPr>
          <a:xfrm>
            <a:off x="4560951" y="3812032"/>
            <a:ext cx="4653915" cy="865505"/>
          </a:xfrm>
          <a:prstGeom prst="rect">
            <a:avLst/>
          </a:prstGeom>
          <a:noFill/>
          <a:ln>
            <a:noFill/>
          </a:ln>
        </p:spPr>
        <p:txBody>
          <a:bodyPr anchorCtr="0" anchor="t" bIns="0" lIns="0" spcFirstLastPara="1" rIns="0" wrap="square" tIns="163175">
            <a:spAutoFit/>
          </a:bodyPr>
          <a:lstStyle/>
          <a:p>
            <a:pPr indent="0" lvl="0" marL="635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11	𝑦 </a:t>
            </a:r>
            <a:r>
              <a:rPr b="0" baseline="30000" i="0" lang="en-US" sz="2400" u="none" cap="none" strike="noStrike">
                <a:solidFill>
                  <a:srgbClr val="000000"/>
                </a:solidFill>
                <a:latin typeface="Arial"/>
                <a:ea typeface="Arial"/>
                <a:cs typeface="Arial"/>
                <a:sym typeface="Arial"/>
              </a:rPr>
              <a:t>𝑖</a:t>
            </a:r>
            <a:r>
              <a:rPr b="0" i="0" lang="en-US" sz="2200" u="none" cap="none" strike="noStrike">
                <a:solidFill>
                  <a:srgbClr val="000000"/>
                </a:solidFill>
                <a:latin typeface="Arial"/>
                <a:ea typeface="Arial"/>
                <a:cs typeface="Arial"/>
                <a:sym typeface="Arial"/>
              </a:rPr>
              <a:t>log 𝜙 +	1 − 𝑦 </a:t>
            </a:r>
            <a:r>
              <a:rPr b="0" baseline="30000" i="0" lang="en-US" sz="2400" u="none" cap="none" strike="noStrike">
                <a:solidFill>
                  <a:srgbClr val="000000"/>
                </a:solidFill>
                <a:latin typeface="Arial"/>
                <a:ea typeface="Arial"/>
                <a:cs typeface="Arial"/>
                <a:sym typeface="Arial"/>
              </a:rPr>
              <a:t>𝑖	</a:t>
            </a:r>
            <a:r>
              <a:rPr b="0" i="0" lang="en-US" sz="2200" u="none" cap="none" strike="noStrike">
                <a:solidFill>
                  <a:srgbClr val="000000"/>
                </a:solidFill>
                <a:latin typeface="Arial"/>
                <a:ea typeface="Arial"/>
                <a:cs typeface="Arial"/>
                <a:sym typeface="Arial"/>
              </a:rPr>
              <a:t>log 1 − 𝜙</a:t>
            </a:r>
            <a:endParaRPr b="0" i="0" sz="2200" u="none" cap="none" strike="noStrike">
              <a:solidFill>
                <a:srgbClr val="000000"/>
              </a:solidFill>
              <a:latin typeface="Arial"/>
              <a:ea typeface="Arial"/>
              <a:cs typeface="Arial"/>
              <a:sym typeface="Arial"/>
            </a:endParaRPr>
          </a:p>
          <a:p>
            <a:pPr indent="0" lvl="0" marL="363220" marR="0" rtl="0" algn="l">
              <a:lnSpc>
                <a:spcPct val="100000"/>
              </a:lnSpc>
              <a:spcBef>
                <a:spcPts val="865"/>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𝑖=1</a:t>
            </a:r>
            <a:endParaRPr b="0" i="0" sz="1600" u="none" cap="none" strike="noStrike">
              <a:solidFill>
                <a:srgbClr val="000000"/>
              </a:solidFill>
              <a:latin typeface="Arial"/>
              <a:ea typeface="Arial"/>
              <a:cs typeface="Arial"/>
              <a:sym typeface="Arial"/>
            </a:endParaRPr>
          </a:p>
        </p:txBody>
      </p:sp>
      <p:pic>
        <p:nvPicPr>
          <p:cNvPr id="1276" name="Google Shape;1276;p143"/>
          <p:cNvPicPr preferRelativeResize="0"/>
          <p:nvPr/>
        </p:nvPicPr>
        <p:blipFill rotWithShape="1">
          <a:blip r:embed="rId6">
            <a:alphaModFix/>
          </a:blip>
          <a:srcRect b="0" l="0" r="0" t="0"/>
          <a:stretch/>
        </p:blipFill>
        <p:spPr>
          <a:xfrm>
            <a:off x="6072759" y="5131941"/>
            <a:ext cx="213487" cy="189228"/>
          </a:xfrm>
          <a:prstGeom prst="rect">
            <a:avLst/>
          </a:prstGeom>
          <a:noFill/>
          <a:ln>
            <a:noFill/>
          </a:ln>
        </p:spPr>
      </p:pic>
      <p:sp>
        <p:nvSpPr>
          <p:cNvPr id="1277" name="Google Shape;1277;p143"/>
          <p:cNvSpPr txBox="1"/>
          <p:nvPr/>
        </p:nvSpPr>
        <p:spPr>
          <a:xfrm>
            <a:off x="4292219" y="5139435"/>
            <a:ext cx="2057400"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⟹𝜙 = </a:t>
            </a:r>
            <a:r>
              <a:rPr b="0" i="0" lang="en-US" sz="1600" u="sng" cap="none" strike="noStrike">
                <a:solidFill>
                  <a:srgbClr val="000000"/>
                </a:solidFill>
                <a:latin typeface="Arial"/>
                <a:ea typeface="Arial"/>
                <a:cs typeface="Arial"/>
                <a:sym typeface="Arial"/>
              </a:rPr>
              <a:t>  𝑖=1	</a:t>
            </a:r>
            <a:endParaRPr b="0" i="0" sz="1600" u="none" cap="none" strike="noStrike">
              <a:solidFill>
                <a:srgbClr val="000000"/>
              </a:solidFill>
              <a:latin typeface="Arial"/>
              <a:ea typeface="Arial"/>
              <a:cs typeface="Arial"/>
              <a:sym typeface="Arial"/>
            </a:endParaRPr>
          </a:p>
        </p:txBody>
      </p:sp>
      <p:sp>
        <p:nvSpPr>
          <p:cNvPr id="1278" name="Google Shape;1278;p143"/>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18</a:t>
            </a:r>
            <a:endParaRPr/>
          </a:p>
        </p:txBody>
      </p:sp>
      <p:sp>
        <p:nvSpPr>
          <p:cNvPr id="1279" name="Google Shape;1279;p143"/>
          <p:cNvSpPr txBox="1"/>
          <p:nvPr/>
        </p:nvSpPr>
        <p:spPr>
          <a:xfrm>
            <a:off x="5259959" y="4953508"/>
            <a:ext cx="429259"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σ</a:t>
            </a:r>
            <a:r>
              <a:rPr b="0" i="0" lang="en-US" sz="1600" u="none" cap="none" strike="noStrike">
                <a:solidFill>
                  <a:srgbClr val="000000"/>
                </a:solidFill>
                <a:latin typeface="Arial"/>
                <a:ea typeface="Arial"/>
                <a:cs typeface="Arial"/>
                <a:sym typeface="Arial"/>
              </a:rPr>
              <a:t>𝑚</a:t>
            </a:r>
            <a:endParaRPr b="0" i="0" sz="1600" u="none" cap="none" strike="noStrike">
              <a:solidFill>
                <a:srgbClr val="000000"/>
              </a:solidFill>
              <a:latin typeface="Arial"/>
              <a:ea typeface="Arial"/>
              <a:cs typeface="Arial"/>
              <a:sym typeface="Arial"/>
            </a:endParaRPr>
          </a:p>
        </p:txBody>
      </p:sp>
      <p:sp>
        <p:nvSpPr>
          <p:cNvPr id="1280" name="Google Shape;1280;p143"/>
          <p:cNvSpPr txBox="1"/>
          <p:nvPr/>
        </p:nvSpPr>
        <p:spPr>
          <a:xfrm>
            <a:off x="5847969" y="4968747"/>
            <a:ext cx="406400" cy="36068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𝑦 </a:t>
            </a:r>
            <a:r>
              <a:rPr b="0" i="0" lang="en-US" sz="1600" u="none" cap="none" strike="noStrike">
                <a:solidFill>
                  <a:srgbClr val="000000"/>
                </a:solidFill>
                <a:latin typeface="Arial"/>
                <a:ea typeface="Arial"/>
                <a:cs typeface="Arial"/>
                <a:sym typeface="Arial"/>
              </a:rPr>
              <a:t>𝑖</a:t>
            </a:r>
            <a:endParaRPr b="0" i="0" sz="1600" u="none" cap="none" strike="noStrike">
              <a:solidFill>
                <a:srgbClr val="000000"/>
              </a:solidFill>
              <a:latin typeface="Arial"/>
              <a:ea typeface="Arial"/>
              <a:cs typeface="Arial"/>
              <a:sym typeface="Arial"/>
            </a:endParaRPr>
          </a:p>
        </p:txBody>
      </p:sp>
      <p:sp>
        <p:nvSpPr>
          <p:cNvPr id="1281" name="Google Shape;1281;p143"/>
          <p:cNvSpPr txBox="1"/>
          <p:nvPr/>
        </p:nvSpPr>
        <p:spPr>
          <a:xfrm>
            <a:off x="5673977" y="5468620"/>
            <a:ext cx="25971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𝑚</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descr="$PPTXTitle" id="1286" name="Google Shape;1286;p144"/>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1858010" rtl="0" algn="l">
              <a:lnSpc>
                <a:spcPct val="100000"/>
              </a:lnSpc>
              <a:spcBef>
                <a:spcPts val="0"/>
              </a:spcBef>
              <a:spcAft>
                <a:spcPts val="0"/>
              </a:spcAft>
              <a:buSzPts val="1400"/>
              <a:buNone/>
            </a:pPr>
            <a:r>
              <a:rPr lang="en-US"/>
              <a:t>Loss functions in decision trees</a:t>
            </a:r>
            <a:endParaRPr/>
          </a:p>
        </p:txBody>
      </p:sp>
      <p:sp>
        <p:nvSpPr>
          <p:cNvPr id="1287" name="Google Shape;1287;p144"/>
          <p:cNvSpPr/>
          <p:nvPr/>
        </p:nvSpPr>
        <p:spPr>
          <a:xfrm>
            <a:off x="5999734" y="2081022"/>
            <a:ext cx="95250" cy="283845"/>
          </a:xfrm>
          <a:custGeom>
            <a:rect b="b" l="l" r="r" t="t"/>
            <a:pathLst>
              <a:path extrusionOk="0" h="283844" w="95250">
                <a:moveTo>
                  <a:pt x="3937" y="0"/>
                </a:moveTo>
                <a:lnTo>
                  <a:pt x="0" y="0"/>
                </a:lnTo>
                <a:lnTo>
                  <a:pt x="0" y="11301"/>
                </a:lnTo>
                <a:lnTo>
                  <a:pt x="2286" y="11301"/>
                </a:lnTo>
                <a:lnTo>
                  <a:pt x="12475" y="12012"/>
                </a:lnTo>
                <a:lnTo>
                  <a:pt x="45212" y="37416"/>
                </a:lnTo>
                <a:lnTo>
                  <a:pt x="48260" y="59688"/>
                </a:lnTo>
                <a:lnTo>
                  <a:pt x="48070" y="65218"/>
                </a:lnTo>
                <a:lnTo>
                  <a:pt x="47513" y="71342"/>
                </a:lnTo>
                <a:lnTo>
                  <a:pt x="45338" y="85469"/>
                </a:lnTo>
                <a:lnTo>
                  <a:pt x="43306" y="95629"/>
                </a:lnTo>
                <a:lnTo>
                  <a:pt x="42290" y="102997"/>
                </a:lnTo>
                <a:lnTo>
                  <a:pt x="42290" y="115697"/>
                </a:lnTo>
                <a:lnTo>
                  <a:pt x="44830" y="122681"/>
                </a:lnTo>
                <a:lnTo>
                  <a:pt x="54737" y="133476"/>
                </a:lnTo>
                <a:lnTo>
                  <a:pt x="60578" y="137413"/>
                </a:lnTo>
                <a:lnTo>
                  <a:pt x="67437" y="140080"/>
                </a:lnTo>
                <a:lnTo>
                  <a:pt x="67437" y="142748"/>
                </a:lnTo>
                <a:lnTo>
                  <a:pt x="42290" y="167004"/>
                </a:lnTo>
                <a:lnTo>
                  <a:pt x="42290" y="179831"/>
                </a:lnTo>
                <a:lnTo>
                  <a:pt x="43306" y="187071"/>
                </a:lnTo>
                <a:lnTo>
                  <a:pt x="46598" y="204690"/>
                </a:lnTo>
                <a:lnTo>
                  <a:pt x="47513" y="211439"/>
                </a:lnTo>
                <a:lnTo>
                  <a:pt x="48070" y="217592"/>
                </a:lnTo>
                <a:lnTo>
                  <a:pt x="48260" y="223138"/>
                </a:lnTo>
                <a:lnTo>
                  <a:pt x="47498" y="235592"/>
                </a:lnTo>
                <a:lnTo>
                  <a:pt x="21509" y="269701"/>
                </a:lnTo>
                <a:lnTo>
                  <a:pt x="2286" y="272542"/>
                </a:lnTo>
                <a:lnTo>
                  <a:pt x="0" y="272542"/>
                </a:lnTo>
                <a:lnTo>
                  <a:pt x="0" y="283845"/>
                </a:lnTo>
                <a:lnTo>
                  <a:pt x="3937" y="283845"/>
                </a:lnTo>
                <a:lnTo>
                  <a:pt x="20292" y="282630"/>
                </a:lnTo>
                <a:lnTo>
                  <a:pt x="56261" y="267843"/>
                </a:lnTo>
                <a:lnTo>
                  <a:pt x="73532" y="220473"/>
                </a:lnTo>
                <a:lnTo>
                  <a:pt x="73317" y="214066"/>
                </a:lnTo>
                <a:lnTo>
                  <a:pt x="72674" y="207232"/>
                </a:lnTo>
                <a:lnTo>
                  <a:pt x="71603" y="199969"/>
                </a:lnTo>
                <a:lnTo>
                  <a:pt x="70103" y="192277"/>
                </a:lnTo>
                <a:lnTo>
                  <a:pt x="67690" y="181736"/>
                </a:lnTo>
                <a:lnTo>
                  <a:pt x="66548" y="174751"/>
                </a:lnTo>
                <a:lnTo>
                  <a:pt x="66548" y="164337"/>
                </a:lnTo>
                <a:lnTo>
                  <a:pt x="68961" y="158750"/>
                </a:lnTo>
                <a:lnTo>
                  <a:pt x="78358" y="150113"/>
                </a:lnTo>
                <a:lnTo>
                  <a:pt x="85470" y="147827"/>
                </a:lnTo>
                <a:lnTo>
                  <a:pt x="94995" y="147447"/>
                </a:lnTo>
                <a:lnTo>
                  <a:pt x="94995" y="135254"/>
                </a:lnTo>
                <a:lnTo>
                  <a:pt x="85470" y="135000"/>
                </a:lnTo>
                <a:lnTo>
                  <a:pt x="78358" y="132714"/>
                </a:lnTo>
                <a:lnTo>
                  <a:pt x="68961" y="124078"/>
                </a:lnTo>
                <a:lnTo>
                  <a:pt x="66548" y="118489"/>
                </a:lnTo>
                <a:lnTo>
                  <a:pt x="66548" y="108075"/>
                </a:lnTo>
                <a:lnTo>
                  <a:pt x="67690" y="100963"/>
                </a:lnTo>
                <a:lnTo>
                  <a:pt x="70103" y="90424"/>
                </a:lnTo>
                <a:lnTo>
                  <a:pt x="71603" y="82805"/>
                </a:lnTo>
                <a:lnTo>
                  <a:pt x="72674" y="75580"/>
                </a:lnTo>
                <a:lnTo>
                  <a:pt x="73317" y="68760"/>
                </a:lnTo>
                <a:lnTo>
                  <a:pt x="73532" y="62355"/>
                </a:lnTo>
                <a:lnTo>
                  <a:pt x="72458" y="47826"/>
                </a:lnTo>
                <a:lnTo>
                  <a:pt x="46478" y="9215"/>
                </a:lnTo>
                <a:lnTo>
                  <a:pt x="20292" y="121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8" name="Google Shape;1288;p144"/>
          <p:cNvSpPr/>
          <p:nvPr/>
        </p:nvSpPr>
        <p:spPr>
          <a:xfrm>
            <a:off x="5486779" y="2081022"/>
            <a:ext cx="95250" cy="283845"/>
          </a:xfrm>
          <a:custGeom>
            <a:rect b="b" l="l" r="r" t="t"/>
            <a:pathLst>
              <a:path extrusionOk="0" h="283844" w="95250">
                <a:moveTo>
                  <a:pt x="94996" y="0"/>
                </a:moveTo>
                <a:lnTo>
                  <a:pt x="91186" y="0"/>
                </a:lnTo>
                <a:lnTo>
                  <a:pt x="74777" y="1214"/>
                </a:lnTo>
                <a:lnTo>
                  <a:pt x="38862" y="16000"/>
                </a:lnTo>
                <a:lnTo>
                  <a:pt x="21663" y="59561"/>
                </a:lnTo>
                <a:lnTo>
                  <a:pt x="21678" y="68615"/>
                </a:lnTo>
                <a:lnTo>
                  <a:pt x="22335" y="75406"/>
                </a:lnTo>
                <a:lnTo>
                  <a:pt x="23445" y="82624"/>
                </a:lnTo>
                <a:lnTo>
                  <a:pt x="27304" y="100836"/>
                </a:lnTo>
                <a:lnTo>
                  <a:pt x="28448" y="107950"/>
                </a:lnTo>
                <a:lnTo>
                  <a:pt x="28448" y="118362"/>
                </a:lnTo>
                <a:lnTo>
                  <a:pt x="26162" y="123951"/>
                </a:lnTo>
                <a:lnTo>
                  <a:pt x="16637" y="132587"/>
                </a:lnTo>
                <a:lnTo>
                  <a:pt x="9525" y="134874"/>
                </a:lnTo>
                <a:lnTo>
                  <a:pt x="0" y="135127"/>
                </a:lnTo>
                <a:lnTo>
                  <a:pt x="0" y="147320"/>
                </a:lnTo>
                <a:lnTo>
                  <a:pt x="9525" y="147574"/>
                </a:lnTo>
                <a:lnTo>
                  <a:pt x="16637" y="149986"/>
                </a:lnTo>
                <a:lnTo>
                  <a:pt x="26162" y="158623"/>
                </a:lnTo>
                <a:lnTo>
                  <a:pt x="28448" y="164210"/>
                </a:lnTo>
                <a:lnTo>
                  <a:pt x="28448" y="174625"/>
                </a:lnTo>
                <a:lnTo>
                  <a:pt x="27304" y="181609"/>
                </a:lnTo>
                <a:lnTo>
                  <a:pt x="23445" y="199823"/>
                </a:lnTo>
                <a:lnTo>
                  <a:pt x="22335" y="207041"/>
                </a:lnTo>
                <a:lnTo>
                  <a:pt x="21678" y="213832"/>
                </a:lnTo>
                <a:lnTo>
                  <a:pt x="21462" y="220218"/>
                </a:lnTo>
                <a:lnTo>
                  <a:pt x="22556" y="235267"/>
                </a:lnTo>
                <a:lnTo>
                  <a:pt x="48627" y="274629"/>
                </a:lnTo>
                <a:lnTo>
                  <a:pt x="91186" y="283845"/>
                </a:lnTo>
                <a:lnTo>
                  <a:pt x="94996" y="283845"/>
                </a:lnTo>
                <a:lnTo>
                  <a:pt x="94996" y="272542"/>
                </a:lnTo>
                <a:lnTo>
                  <a:pt x="92710" y="272542"/>
                </a:lnTo>
                <a:lnTo>
                  <a:pt x="82520" y="271829"/>
                </a:lnTo>
                <a:lnTo>
                  <a:pt x="49784" y="246062"/>
                </a:lnTo>
                <a:lnTo>
                  <a:pt x="46736" y="222886"/>
                </a:lnTo>
                <a:lnTo>
                  <a:pt x="46926" y="217412"/>
                </a:lnTo>
                <a:lnTo>
                  <a:pt x="47498" y="211296"/>
                </a:lnTo>
                <a:lnTo>
                  <a:pt x="48450" y="204561"/>
                </a:lnTo>
                <a:lnTo>
                  <a:pt x="51688" y="186944"/>
                </a:lnTo>
                <a:lnTo>
                  <a:pt x="52704" y="179704"/>
                </a:lnTo>
                <a:lnTo>
                  <a:pt x="52704" y="166877"/>
                </a:lnTo>
                <a:lnTo>
                  <a:pt x="50291" y="160020"/>
                </a:lnTo>
                <a:lnTo>
                  <a:pt x="40386" y="149098"/>
                </a:lnTo>
                <a:lnTo>
                  <a:pt x="34416" y="145160"/>
                </a:lnTo>
                <a:lnTo>
                  <a:pt x="27559" y="142621"/>
                </a:lnTo>
                <a:lnTo>
                  <a:pt x="27559" y="139953"/>
                </a:lnTo>
                <a:lnTo>
                  <a:pt x="34416" y="137286"/>
                </a:lnTo>
                <a:lnTo>
                  <a:pt x="40386" y="133350"/>
                </a:lnTo>
                <a:lnTo>
                  <a:pt x="50291" y="122554"/>
                </a:lnTo>
                <a:lnTo>
                  <a:pt x="52704" y="115568"/>
                </a:lnTo>
                <a:lnTo>
                  <a:pt x="52704" y="102741"/>
                </a:lnTo>
                <a:lnTo>
                  <a:pt x="51688" y="95502"/>
                </a:lnTo>
                <a:lnTo>
                  <a:pt x="48450" y="77886"/>
                </a:lnTo>
                <a:lnTo>
                  <a:pt x="47498" y="71151"/>
                </a:lnTo>
                <a:lnTo>
                  <a:pt x="46926" y="65035"/>
                </a:lnTo>
                <a:lnTo>
                  <a:pt x="46736" y="59561"/>
                </a:lnTo>
                <a:lnTo>
                  <a:pt x="47498" y="47589"/>
                </a:lnTo>
                <a:lnTo>
                  <a:pt x="73484" y="14127"/>
                </a:lnTo>
                <a:lnTo>
                  <a:pt x="92710" y="11301"/>
                </a:lnTo>
                <a:lnTo>
                  <a:pt x="94996" y="11301"/>
                </a:lnTo>
                <a:lnTo>
                  <a:pt x="9499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9" name="Google Shape;1289;p144"/>
          <p:cNvSpPr txBox="1"/>
          <p:nvPr/>
        </p:nvSpPr>
        <p:spPr>
          <a:xfrm>
            <a:off x="650240" y="1611883"/>
            <a:ext cx="10776585" cy="1814830"/>
          </a:xfrm>
          <a:prstGeom prst="rect">
            <a:avLst/>
          </a:prstGeom>
          <a:noFill/>
          <a:ln>
            <a:noFill/>
          </a:ln>
        </p:spPr>
        <p:txBody>
          <a:bodyPr anchorCtr="0" anchor="t" bIns="0" lIns="0" spcFirstLastPara="1" rIns="0" wrap="square" tIns="31750">
            <a:spAutoFit/>
          </a:bodyPr>
          <a:lstStyle/>
          <a:p>
            <a:pPr indent="0" lvl="0" marL="50800" marR="796925" rtl="0" algn="l">
              <a:lnSpc>
                <a:spcPct val="117083"/>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Let’s assume the output is binary for now (classification task, we will deal with regression shortly), and assume </a:t>
            </a:r>
            <a:r>
              <a:rPr b="0" i="0" lang="en-US" sz="2400" u="none" cap="none" strike="noStrike">
                <a:solidFill>
                  <a:srgbClr val="000000"/>
                </a:solidFill>
                <a:latin typeface="Arial"/>
                <a:ea typeface="Arial"/>
                <a:cs typeface="Arial"/>
                <a:sym typeface="Arial"/>
              </a:rPr>
              <a:t>𝑦 ∈	0,1</a:t>
            </a:r>
            <a:endParaRPr b="0" i="0" sz="2400" u="none" cap="none" strike="noStrike">
              <a:solidFill>
                <a:srgbClr val="000000"/>
              </a:solidFill>
              <a:latin typeface="Arial"/>
              <a:ea typeface="Arial"/>
              <a:cs typeface="Arial"/>
              <a:sym typeface="Arial"/>
            </a:endParaRPr>
          </a:p>
          <a:p>
            <a:pPr indent="0" lvl="0" marL="50800" marR="0" rtl="0" algn="l">
              <a:lnSpc>
                <a:spcPct val="118541"/>
              </a:lnSpc>
              <a:spcBef>
                <a:spcPts val="263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The typical decision tree algorithm using a probabilistic loss function that considers</a:t>
            </a:r>
            <a:endParaRPr b="0" i="0" sz="2400" u="none" cap="none" strike="noStrike">
              <a:solidFill>
                <a:srgbClr val="000000"/>
              </a:solidFill>
              <a:latin typeface="Arial Narrow"/>
              <a:ea typeface="Arial Narrow"/>
              <a:cs typeface="Arial Narrow"/>
              <a:sym typeface="Arial Narrow"/>
            </a:endParaRPr>
          </a:p>
          <a:p>
            <a:pPr indent="0" lvl="0" marL="50800" marR="0" rtl="0" algn="l">
              <a:lnSpc>
                <a:spcPct val="10537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𝑦 </a:t>
            </a:r>
            <a:r>
              <a:rPr b="0" i="0" lang="en-US" sz="2400" u="none" cap="none" strike="noStrike">
                <a:solidFill>
                  <a:srgbClr val="000000"/>
                </a:solidFill>
                <a:latin typeface="Arial Narrow"/>
                <a:ea typeface="Arial Narrow"/>
                <a:cs typeface="Arial Narrow"/>
                <a:sym typeface="Arial Narrow"/>
              </a:rPr>
              <a:t>to be a Bernoulli random variable with probability </a:t>
            </a:r>
            <a:r>
              <a:rPr b="0" i="0" lang="en-US" sz="2400" u="none" cap="none" strike="noStrike">
                <a:solidFill>
                  <a:srgbClr val="000000"/>
                </a:solidFill>
                <a:latin typeface="Arial"/>
                <a:ea typeface="Arial"/>
                <a:cs typeface="Arial"/>
                <a:sym typeface="Arial"/>
              </a:rPr>
              <a:t>ℎ</a:t>
            </a:r>
            <a:r>
              <a:rPr b="0" baseline="-25000" i="0" lang="en-US" sz="2700" u="none" cap="none" strike="noStrike">
                <a:solidFill>
                  <a:srgbClr val="000000"/>
                </a:solidFill>
                <a:latin typeface="Arial"/>
                <a:ea typeface="Arial"/>
                <a:cs typeface="Arial"/>
                <a:sym typeface="Arial"/>
              </a:rPr>
              <a:t>𝜃</a:t>
            </a:r>
            <a:r>
              <a:rPr b="0" i="0" lang="en-US" sz="2400" u="none" cap="none" strike="noStrike">
                <a:solidFill>
                  <a:srgbClr val="000000"/>
                </a:solidFill>
                <a:latin typeface="Arial"/>
                <a:ea typeface="Arial"/>
                <a:cs typeface="Arial"/>
                <a:sym typeface="Arial"/>
              </a:rPr>
              <a:t>(𝑥)</a:t>
            </a:r>
            <a:endParaRPr b="0" i="0" sz="2400" u="none" cap="none" strike="noStrike">
              <a:solidFill>
                <a:srgbClr val="000000"/>
              </a:solidFill>
              <a:latin typeface="Arial"/>
              <a:ea typeface="Arial"/>
              <a:cs typeface="Arial"/>
              <a:sym typeface="Arial"/>
            </a:endParaRPr>
          </a:p>
        </p:txBody>
      </p:sp>
      <p:sp>
        <p:nvSpPr>
          <p:cNvPr id="1290" name="Google Shape;1290;p144"/>
          <p:cNvSpPr/>
          <p:nvPr/>
        </p:nvSpPr>
        <p:spPr>
          <a:xfrm>
            <a:off x="4221605" y="3625975"/>
            <a:ext cx="23495" cy="277495"/>
          </a:xfrm>
          <a:custGeom>
            <a:rect b="b" l="l" r="r" t="t"/>
            <a:pathLst>
              <a:path extrusionOk="0" h="277495" w="23495">
                <a:moveTo>
                  <a:pt x="22987" y="0"/>
                </a:moveTo>
                <a:lnTo>
                  <a:pt x="0" y="0"/>
                </a:lnTo>
                <a:lnTo>
                  <a:pt x="0" y="276987"/>
                </a:lnTo>
                <a:lnTo>
                  <a:pt x="22987" y="276987"/>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144"/>
          <p:cNvSpPr/>
          <p:nvPr/>
        </p:nvSpPr>
        <p:spPr>
          <a:xfrm>
            <a:off x="3842891" y="3623945"/>
            <a:ext cx="94615" cy="282575"/>
          </a:xfrm>
          <a:custGeom>
            <a:rect b="b" l="l" r="r" t="t"/>
            <a:pathLst>
              <a:path extrusionOk="0" h="282575" w="94614">
                <a:moveTo>
                  <a:pt x="90042" y="0"/>
                </a:moveTo>
                <a:lnTo>
                  <a:pt x="51640" y="18080"/>
                </a:lnTo>
                <a:lnTo>
                  <a:pt x="23240" y="49401"/>
                </a:lnTo>
                <a:lnTo>
                  <a:pt x="5810" y="91408"/>
                </a:lnTo>
                <a:lnTo>
                  <a:pt x="0" y="141222"/>
                </a:lnTo>
                <a:lnTo>
                  <a:pt x="1452" y="167158"/>
                </a:lnTo>
                <a:lnTo>
                  <a:pt x="13073" y="212981"/>
                </a:lnTo>
                <a:lnTo>
                  <a:pt x="36125" y="250226"/>
                </a:lnTo>
                <a:lnTo>
                  <a:pt x="69514" y="274941"/>
                </a:lnTo>
                <a:lnTo>
                  <a:pt x="90042" y="282319"/>
                </a:lnTo>
                <a:lnTo>
                  <a:pt x="93599" y="270762"/>
                </a:lnTo>
                <a:lnTo>
                  <a:pt x="77530" y="263663"/>
                </a:lnTo>
                <a:lnTo>
                  <a:pt x="63642" y="253776"/>
                </a:lnTo>
                <a:lnTo>
                  <a:pt x="35210" y="207529"/>
                </a:lnTo>
                <a:lnTo>
                  <a:pt x="26828" y="164580"/>
                </a:lnTo>
                <a:lnTo>
                  <a:pt x="25780" y="139698"/>
                </a:lnTo>
                <a:lnTo>
                  <a:pt x="26828" y="115623"/>
                </a:lnTo>
                <a:lnTo>
                  <a:pt x="35210" y="73851"/>
                </a:lnTo>
                <a:lnTo>
                  <a:pt x="63753" y="28304"/>
                </a:lnTo>
                <a:lnTo>
                  <a:pt x="94107" y="11428"/>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2" name="Google Shape;1292;p144"/>
          <p:cNvSpPr/>
          <p:nvPr/>
        </p:nvSpPr>
        <p:spPr>
          <a:xfrm>
            <a:off x="4981575" y="3623944"/>
            <a:ext cx="220979" cy="282575"/>
          </a:xfrm>
          <a:custGeom>
            <a:rect b="b" l="l" r="r" t="t"/>
            <a:pathLst>
              <a:path extrusionOk="0" h="282575" w="220979">
                <a:moveTo>
                  <a:pt x="93980" y="141224"/>
                </a:moveTo>
                <a:lnTo>
                  <a:pt x="80899" y="69430"/>
                </a:lnTo>
                <a:lnTo>
                  <a:pt x="57772" y="32092"/>
                </a:lnTo>
                <a:lnTo>
                  <a:pt x="24384" y="7378"/>
                </a:lnTo>
                <a:lnTo>
                  <a:pt x="3937" y="0"/>
                </a:lnTo>
                <a:lnTo>
                  <a:pt x="0" y="11430"/>
                </a:lnTo>
                <a:lnTo>
                  <a:pt x="16306" y="18503"/>
                </a:lnTo>
                <a:lnTo>
                  <a:pt x="30353" y="28308"/>
                </a:lnTo>
                <a:lnTo>
                  <a:pt x="58877" y="73863"/>
                </a:lnTo>
                <a:lnTo>
                  <a:pt x="67170" y="115633"/>
                </a:lnTo>
                <a:lnTo>
                  <a:pt x="68199" y="139700"/>
                </a:lnTo>
                <a:lnTo>
                  <a:pt x="67144" y="164592"/>
                </a:lnTo>
                <a:lnTo>
                  <a:pt x="58813" y="207530"/>
                </a:lnTo>
                <a:lnTo>
                  <a:pt x="30391" y="253784"/>
                </a:lnTo>
                <a:lnTo>
                  <a:pt x="381" y="270764"/>
                </a:lnTo>
                <a:lnTo>
                  <a:pt x="3937" y="282321"/>
                </a:lnTo>
                <a:lnTo>
                  <a:pt x="42430" y="264248"/>
                </a:lnTo>
                <a:lnTo>
                  <a:pt x="70739" y="232918"/>
                </a:lnTo>
                <a:lnTo>
                  <a:pt x="88163" y="191071"/>
                </a:lnTo>
                <a:lnTo>
                  <a:pt x="93980" y="141224"/>
                </a:lnTo>
                <a:close/>
              </a:path>
              <a:path extrusionOk="0" h="282575" w="220979">
                <a:moveTo>
                  <a:pt x="220459" y="141224"/>
                </a:moveTo>
                <a:lnTo>
                  <a:pt x="207391" y="69430"/>
                </a:lnTo>
                <a:lnTo>
                  <a:pt x="184264" y="32092"/>
                </a:lnTo>
                <a:lnTo>
                  <a:pt x="150876" y="7378"/>
                </a:lnTo>
                <a:lnTo>
                  <a:pt x="130416" y="0"/>
                </a:lnTo>
                <a:lnTo>
                  <a:pt x="126479" y="11430"/>
                </a:lnTo>
                <a:lnTo>
                  <a:pt x="142786" y="18503"/>
                </a:lnTo>
                <a:lnTo>
                  <a:pt x="156832" y="28308"/>
                </a:lnTo>
                <a:lnTo>
                  <a:pt x="185356" y="73863"/>
                </a:lnTo>
                <a:lnTo>
                  <a:pt x="193662" y="115633"/>
                </a:lnTo>
                <a:lnTo>
                  <a:pt x="194678" y="139700"/>
                </a:lnTo>
                <a:lnTo>
                  <a:pt x="193636" y="164592"/>
                </a:lnTo>
                <a:lnTo>
                  <a:pt x="185305" y="207530"/>
                </a:lnTo>
                <a:lnTo>
                  <a:pt x="156883" y="253784"/>
                </a:lnTo>
                <a:lnTo>
                  <a:pt x="126860" y="270764"/>
                </a:lnTo>
                <a:lnTo>
                  <a:pt x="130416" y="282321"/>
                </a:lnTo>
                <a:lnTo>
                  <a:pt x="168922" y="264248"/>
                </a:lnTo>
                <a:lnTo>
                  <a:pt x="197218" y="232918"/>
                </a:lnTo>
                <a:lnTo>
                  <a:pt x="214655" y="191071"/>
                </a:lnTo>
                <a:lnTo>
                  <a:pt x="220459" y="14122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3" name="Google Shape;1293;p144"/>
          <p:cNvSpPr/>
          <p:nvPr/>
        </p:nvSpPr>
        <p:spPr>
          <a:xfrm>
            <a:off x="4705477" y="3623945"/>
            <a:ext cx="94615" cy="282575"/>
          </a:xfrm>
          <a:custGeom>
            <a:rect b="b" l="l" r="r" t="t"/>
            <a:pathLst>
              <a:path extrusionOk="0" h="282575" w="94614">
                <a:moveTo>
                  <a:pt x="90043" y="0"/>
                </a:moveTo>
                <a:lnTo>
                  <a:pt x="51640" y="18080"/>
                </a:lnTo>
                <a:lnTo>
                  <a:pt x="23239" y="49401"/>
                </a:lnTo>
                <a:lnTo>
                  <a:pt x="5810" y="91408"/>
                </a:lnTo>
                <a:lnTo>
                  <a:pt x="0" y="141222"/>
                </a:lnTo>
                <a:lnTo>
                  <a:pt x="1451" y="167158"/>
                </a:lnTo>
                <a:lnTo>
                  <a:pt x="13073" y="212981"/>
                </a:lnTo>
                <a:lnTo>
                  <a:pt x="36125" y="250226"/>
                </a:lnTo>
                <a:lnTo>
                  <a:pt x="69513" y="274941"/>
                </a:lnTo>
                <a:lnTo>
                  <a:pt x="90043" y="282319"/>
                </a:lnTo>
                <a:lnTo>
                  <a:pt x="93599" y="270762"/>
                </a:lnTo>
                <a:lnTo>
                  <a:pt x="77530" y="263663"/>
                </a:lnTo>
                <a:lnTo>
                  <a:pt x="63642" y="253776"/>
                </a:lnTo>
                <a:lnTo>
                  <a:pt x="35209" y="207529"/>
                </a:lnTo>
                <a:lnTo>
                  <a:pt x="26827" y="164580"/>
                </a:lnTo>
                <a:lnTo>
                  <a:pt x="25781" y="139698"/>
                </a:lnTo>
                <a:lnTo>
                  <a:pt x="26827" y="115623"/>
                </a:lnTo>
                <a:lnTo>
                  <a:pt x="35209" y="73851"/>
                </a:lnTo>
                <a:lnTo>
                  <a:pt x="63753" y="28304"/>
                </a:lnTo>
                <a:lnTo>
                  <a:pt x="94107" y="11428"/>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4" name="Google Shape;1294;p144"/>
          <p:cNvSpPr/>
          <p:nvPr/>
        </p:nvSpPr>
        <p:spPr>
          <a:xfrm>
            <a:off x="6258686" y="3623945"/>
            <a:ext cx="93980" cy="282575"/>
          </a:xfrm>
          <a:custGeom>
            <a:rect b="b" l="l" r="r" t="t"/>
            <a:pathLst>
              <a:path extrusionOk="0" h="282575" w="93979">
                <a:moveTo>
                  <a:pt x="3937" y="0"/>
                </a:moveTo>
                <a:lnTo>
                  <a:pt x="0" y="11428"/>
                </a:lnTo>
                <a:lnTo>
                  <a:pt x="16308" y="18503"/>
                </a:lnTo>
                <a:lnTo>
                  <a:pt x="30352" y="28304"/>
                </a:lnTo>
                <a:lnTo>
                  <a:pt x="58877" y="73851"/>
                </a:lnTo>
                <a:lnTo>
                  <a:pt x="67171" y="115623"/>
                </a:lnTo>
                <a:lnTo>
                  <a:pt x="68200" y="139698"/>
                </a:lnTo>
                <a:lnTo>
                  <a:pt x="67153" y="164580"/>
                </a:lnTo>
                <a:lnTo>
                  <a:pt x="58822" y="207529"/>
                </a:lnTo>
                <a:lnTo>
                  <a:pt x="30399" y="253776"/>
                </a:lnTo>
                <a:lnTo>
                  <a:pt x="380" y="270762"/>
                </a:lnTo>
                <a:lnTo>
                  <a:pt x="3937" y="282319"/>
                </a:lnTo>
                <a:lnTo>
                  <a:pt x="42433" y="264238"/>
                </a:lnTo>
                <a:lnTo>
                  <a:pt x="70740" y="232916"/>
                </a:lnTo>
                <a:lnTo>
                  <a:pt x="88169" y="191071"/>
                </a:lnTo>
                <a:lnTo>
                  <a:pt x="93979" y="141222"/>
                </a:lnTo>
                <a:lnTo>
                  <a:pt x="92527" y="115338"/>
                </a:lnTo>
                <a:lnTo>
                  <a:pt x="80906" y="69429"/>
                </a:lnTo>
                <a:lnTo>
                  <a:pt x="57783" y="32092"/>
                </a:lnTo>
                <a:lnTo>
                  <a:pt x="24394" y="7378"/>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5" name="Google Shape;1295;p144"/>
          <p:cNvSpPr/>
          <p:nvPr/>
        </p:nvSpPr>
        <p:spPr>
          <a:xfrm>
            <a:off x="5982589" y="3623945"/>
            <a:ext cx="94615" cy="282575"/>
          </a:xfrm>
          <a:custGeom>
            <a:rect b="b" l="l" r="r" t="t"/>
            <a:pathLst>
              <a:path extrusionOk="0" h="282575" w="94614">
                <a:moveTo>
                  <a:pt x="90043" y="0"/>
                </a:moveTo>
                <a:lnTo>
                  <a:pt x="51640" y="18080"/>
                </a:lnTo>
                <a:lnTo>
                  <a:pt x="23239" y="49401"/>
                </a:lnTo>
                <a:lnTo>
                  <a:pt x="5810" y="91408"/>
                </a:lnTo>
                <a:lnTo>
                  <a:pt x="0" y="141222"/>
                </a:lnTo>
                <a:lnTo>
                  <a:pt x="1451" y="167158"/>
                </a:lnTo>
                <a:lnTo>
                  <a:pt x="13073" y="212981"/>
                </a:lnTo>
                <a:lnTo>
                  <a:pt x="36125" y="250226"/>
                </a:lnTo>
                <a:lnTo>
                  <a:pt x="69513" y="274941"/>
                </a:lnTo>
                <a:lnTo>
                  <a:pt x="90043" y="282319"/>
                </a:lnTo>
                <a:lnTo>
                  <a:pt x="93599" y="270762"/>
                </a:lnTo>
                <a:lnTo>
                  <a:pt x="77530" y="263663"/>
                </a:lnTo>
                <a:lnTo>
                  <a:pt x="63642" y="253776"/>
                </a:lnTo>
                <a:lnTo>
                  <a:pt x="35209" y="207529"/>
                </a:lnTo>
                <a:lnTo>
                  <a:pt x="26827" y="164580"/>
                </a:lnTo>
                <a:lnTo>
                  <a:pt x="25781" y="139698"/>
                </a:lnTo>
                <a:lnTo>
                  <a:pt x="26827" y="115623"/>
                </a:lnTo>
                <a:lnTo>
                  <a:pt x="35209" y="73851"/>
                </a:lnTo>
                <a:lnTo>
                  <a:pt x="63753" y="28304"/>
                </a:lnTo>
                <a:lnTo>
                  <a:pt x="94107" y="11428"/>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6" name="Google Shape;1296;p144"/>
          <p:cNvSpPr/>
          <p:nvPr/>
        </p:nvSpPr>
        <p:spPr>
          <a:xfrm>
            <a:off x="6572377" y="3580003"/>
            <a:ext cx="100965" cy="368300"/>
          </a:xfrm>
          <a:custGeom>
            <a:rect b="b" l="l" r="r" t="t"/>
            <a:pathLst>
              <a:path extrusionOk="0" h="368300" w="100965">
                <a:moveTo>
                  <a:pt x="96774" y="0"/>
                </a:moveTo>
                <a:lnTo>
                  <a:pt x="55625" y="21906"/>
                </a:lnTo>
                <a:lnTo>
                  <a:pt x="25146" y="63246"/>
                </a:lnTo>
                <a:lnTo>
                  <a:pt x="6286" y="118967"/>
                </a:lnTo>
                <a:lnTo>
                  <a:pt x="0" y="184023"/>
                </a:lnTo>
                <a:lnTo>
                  <a:pt x="1570" y="217791"/>
                </a:lnTo>
                <a:lnTo>
                  <a:pt x="14143" y="278230"/>
                </a:lnTo>
                <a:lnTo>
                  <a:pt x="39052" y="328024"/>
                </a:lnTo>
                <a:lnTo>
                  <a:pt x="74866" y="359647"/>
                </a:lnTo>
                <a:lnTo>
                  <a:pt x="96774" y="368173"/>
                </a:lnTo>
                <a:lnTo>
                  <a:pt x="100455" y="355981"/>
                </a:lnTo>
                <a:lnTo>
                  <a:pt x="83548" y="347218"/>
                </a:lnTo>
                <a:lnTo>
                  <a:pt x="68818" y="334453"/>
                </a:lnTo>
                <a:lnTo>
                  <a:pt x="45847" y="296925"/>
                </a:lnTo>
                <a:lnTo>
                  <a:pt x="32019" y="246077"/>
                </a:lnTo>
                <a:lnTo>
                  <a:pt x="27430" y="184276"/>
                </a:lnTo>
                <a:lnTo>
                  <a:pt x="28576" y="151917"/>
                </a:lnTo>
                <a:lnTo>
                  <a:pt x="37772" y="95389"/>
                </a:lnTo>
                <a:lnTo>
                  <a:pt x="56254" y="50481"/>
                </a:lnTo>
                <a:lnTo>
                  <a:pt x="83548" y="20955"/>
                </a:lnTo>
                <a:lnTo>
                  <a:pt x="100455" y="12192"/>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7" name="Google Shape;1297;p144"/>
          <p:cNvSpPr/>
          <p:nvPr/>
        </p:nvSpPr>
        <p:spPr>
          <a:xfrm>
            <a:off x="7846682" y="3580002"/>
            <a:ext cx="231140" cy="368300"/>
          </a:xfrm>
          <a:custGeom>
            <a:rect b="b" l="l" r="r" t="t"/>
            <a:pathLst>
              <a:path extrusionOk="0" h="368300" w="231140">
                <a:moveTo>
                  <a:pt x="93980" y="185166"/>
                </a:moveTo>
                <a:lnTo>
                  <a:pt x="80911" y="113372"/>
                </a:lnTo>
                <a:lnTo>
                  <a:pt x="57785" y="76034"/>
                </a:lnTo>
                <a:lnTo>
                  <a:pt x="24396" y="51320"/>
                </a:lnTo>
                <a:lnTo>
                  <a:pt x="3937" y="43942"/>
                </a:lnTo>
                <a:lnTo>
                  <a:pt x="0" y="55372"/>
                </a:lnTo>
                <a:lnTo>
                  <a:pt x="16319" y="62445"/>
                </a:lnTo>
                <a:lnTo>
                  <a:pt x="30353" y="72250"/>
                </a:lnTo>
                <a:lnTo>
                  <a:pt x="58877" y="117805"/>
                </a:lnTo>
                <a:lnTo>
                  <a:pt x="67183" y="159575"/>
                </a:lnTo>
                <a:lnTo>
                  <a:pt x="68211" y="183642"/>
                </a:lnTo>
                <a:lnTo>
                  <a:pt x="67157" y="208534"/>
                </a:lnTo>
                <a:lnTo>
                  <a:pt x="58826" y="251472"/>
                </a:lnTo>
                <a:lnTo>
                  <a:pt x="30403" y="297726"/>
                </a:lnTo>
                <a:lnTo>
                  <a:pt x="381" y="314706"/>
                </a:lnTo>
                <a:lnTo>
                  <a:pt x="3937" y="326263"/>
                </a:lnTo>
                <a:lnTo>
                  <a:pt x="42443" y="308190"/>
                </a:lnTo>
                <a:lnTo>
                  <a:pt x="70739" y="276860"/>
                </a:lnTo>
                <a:lnTo>
                  <a:pt x="88176" y="235013"/>
                </a:lnTo>
                <a:lnTo>
                  <a:pt x="93980" y="185166"/>
                </a:lnTo>
                <a:close/>
              </a:path>
              <a:path extrusionOk="0" h="368300" w="231140">
                <a:moveTo>
                  <a:pt x="230898" y="184023"/>
                </a:moveTo>
                <a:lnTo>
                  <a:pt x="216750" y="89941"/>
                </a:lnTo>
                <a:lnTo>
                  <a:pt x="191846" y="40157"/>
                </a:lnTo>
                <a:lnTo>
                  <a:pt x="156032" y="8534"/>
                </a:lnTo>
                <a:lnTo>
                  <a:pt x="134124" y="0"/>
                </a:lnTo>
                <a:lnTo>
                  <a:pt x="130441" y="12192"/>
                </a:lnTo>
                <a:lnTo>
                  <a:pt x="147345" y="20955"/>
                </a:lnTo>
                <a:lnTo>
                  <a:pt x="162077" y="33718"/>
                </a:lnTo>
                <a:lnTo>
                  <a:pt x="185051" y="71247"/>
                </a:lnTo>
                <a:lnTo>
                  <a:pt x="198932" y="122288"/>
                </a:lnTo>
                <a:lnTo>
                  <a:pt x="203593" y="184277"/>
                </a:lnTo>
                <a:lnTo>
                  <a:pt x="202425" y="216547"/>
                </a:lnTo>
                <a:lnTo>
                  <a:pt x="193141" y="272884"/>
                </a:lnTo>
                <a:lnTo>
                  <a:pt x="174637" y="317690"/>
                </a:lnTo>
                <a:lnTo>
                  <a:pt x="147345" y="347218"/>
                </a:lnTo>
                <a:lnTo>
                  <a:pt x="130441" y="355981"/>
                </a:lnTo>
                <a:lnTo>
                  <a:pt x="134124" y="368173"/>
                </a:lnTo>
                <a:lnTo>
                  <a:pt x="175272" y="346265"/>
                </a:lnTo>
                <a:lnTo>
                  <a:pt x="205752" y="304927"/>
                </a:lnTo>
                <a:lnTo>
                  <a:pt x="224612" y="249199"/>
                </a:lnTo>
                <a:lnTo>
                  <a:pt x="230898" y="1840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8" name="Google Shape;1298;p144"/>
          <p:cNvSpPr/>
          <p:nvPr/>
        </p:nvSpPr>
        <p:spPr>
          <a:xfrm>
            <a:off x="7570596" y="3623945"/>
            <a:ext cx="94615" cy="282575"/>
          </a:xfrm>
          <a:custGeom>
            <a:rect b="b" l="l" r="r" t="t"/>
            <a:pathLst>
              <a:path extrusionOk="0" h="282575" w="94615">
                <a:moveTo>
                  <a:pt x="90042" y="0"/>
                </a:moveTo>
                <a:lnTo>
                  <a:pt x="51640" y="18080"/>
                </a:lnTo>
                <a:lnTo>
                  <a:pt x="23240" y="49401"/>
                </a:lnTo>
                <a:lnTo>
                  <a:pt x="5810" y="91408"/>
                </a:lnTo>
                <a:lnTo>
                  <a:pt x="0" y="141222"/>
                </a:lnTo>
                <a:lnTo>
                  <a:pt x="1451" y="167158"/>
                </a:lnTo>
                <a:lnTo>
                  <a:pt x="13073" y="212981"/>
                </a:lnTo>
                <a:lnTo>
                  <a:pt x="36125" y="250226"/>
                </a:lnTo>
                <a:lnTo>
                  <a:pt x="69513" y="274941"/>
                </a:lnTo>
                <a:lnTo>
                  <a:pt x="90042" y="282319"/>
                </a:lnTo>
                <a:lnTo>
                  <a:pt x="93599" y="270762"/>
                </a:lnTo>
                <a:lnTo>
                  <a:pt x="77530" y="263663"/>
                </a:lnTo>
                <a:lnTo>
                  <a:pt x="63642" y="253776"/>
                </a:lnTo>
                <a:lnTo>
                  <a:pt x="35209" y="207529"/>
                </a:lnTo>
                <a:lnTo>
                  <a:pt x="26827" y="164580"/>
                </a:lnTo>
                <a:lnTo>
                  <a:pt x="25779" y="139698"/>
                </a:lnTo>
                <a:lnTo>
                  <a:pt x="26827" y="115623"/>
                </a:lnTo>
                <a:lnTo>
                  <a:pt x="35209" y="73851"/>
                </a:lnTo>
                <a:lnTo>
                  <a:pt x="63752" y="28304"/>
                </a:lnTo>
                <a:lnTo>
                  <a:pt x="94105" y="11428"/>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9" name="Google Shape;1299;p144"/>
          <p:cNvSpPr txBox="1"/>
          <p:nvPr/>
        </p:nvSpPr>
        <p:spPr>
          <a:xfrm>
            <a:off x="6044691" y="3404108"/>
            <a:ext cx="509270"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3600"/>
              <a:buFont typeface="Arial"/>
              <a:buNone/>
            </a:pPr>
            <a:r>
              <a:rPr b="0" baseline="-25000" i="0" lang="en-US" sz="3600" u="none" cap="none" strike="noStrike">
                <a:solidFill>
                  <a:srgbClr val="000000"/>
                </a:solidFill>
                <a:latin typeface="Arial"/>
                <a:ea typeface="Arial"/>
                <a:cs typeface="Arial"/>
                <a:sym typeface="Arial"/>
              </a:rPr>
              <a:t>𝑥	</a:t>
            </a:r>
            <a:r>
              <a:rPr b="0" i="0" lang="en-US" sz="1800" u="none" cap="none" strike="noStrike">
                <a:solidFill>
                  <a:srgbClr val="000000"/>
                </a:solidFill>
                <a:latin typeface="Arial"/>
                <a:ea typeface="Arial"/>
                <a:cs typeface="Arial"/>
                <a:sym typeface="Arial"/>
              </a:rPr>
              <a:t>𝑦</a:t>
            </a:r>
            <a:endParaRPr b="0" i="0" sz="1800" u="none" cap="none" strike="noStrike">
              <a:solidFill>
                <a:srgbClr val="000000"/>
              </a:solidFill>
              <a:latin typeface="Arial"/>
              <a:ea typeface="Arial"/>
              <a:cs typeface="Arial"/>
              <a:sym typeface="Arial"/>
            </a:endParaRPr>
          </a:p>
        </p:txBody>
      </p:sp>
      <p:sp>
        <p:nvSpPr>
          <p:cNvPr id="1300" name="Google Shape;1300;p144"/>
          <p:cNvSpPr txBox="1"/>
          <p:nvPr/>
        </p:nvSpPr>
        <p:spPr>
          <a:xfrm>
            <a:off x="3579114" y="3507740"/>
            <a:ext cx="4305300" cy="391160"/>
          </a:xfrm>
          <a:prstGeom prst="rect">
            <a:avLst/>
          </a:prstGeom>
          <a:noFill/>
          <a:ln>
            <a:noFill/>
          </a:ln>
        </p:spPr>
        <p:txBody>
          <a:bodyPr anchorCtr="0" anchor="t" bIns="0" lIns="0" spcFirstLastPara="1" rIns="0" wrap="square" tIns="12700">
            <a:spAutoFit/>
          </a:bodyPr>
          <a:lstStyle/>
          <a:p>
            <a:pPr indent="0" lvl="0" marL="635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𝑝	𝑦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	=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1 −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a:t>
            </a:r>
            <a:endParaRPr b="0" i="0" sz="2400" u="none" cap="none" strike="noStrike">
              <a:solidFill>
                <a:srgbClr val="000000"/>
              </a:solidFill>
              <a:latin typeface="Arial"/>
              <a:ea typeface="Arial"/>
              <a:cs typeface="Arial"/>
              <a:sym typeface="Arial"/>
            </a:endParaRPr>
          </a:p>
        </p:txBody>
      </p:sp>
      <p:sp>
        <p:nvSpPr>
          <p:cNvPr id="1301" name="Google Shape;1301;p144"/>
          <p:cNvSpPr txBox="1"/>
          <p:nvPr/>
        </p:nvSpPr>
        <p:spPr>
          <a:xfrm>
            <a:off x="8086725" y="3388867"/>
            <a:ext cx="44640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1−𝑦</a:t>
            </a:r>
            <a:endParaRPr b="0" i="0" sz="1800" u="none" cap="none" strike="noStrike">
              <a:solidFill>
                <a:srgbClr val="000000"/>
              </a:solidFill>
              <a:latin typeface="Arial"/>
              <a:ea typeface="Arial"/>
              <a:cs typeface="Arial"/>
              <a:sym typeface="Arial"/>
            </a:endParaRPr>
          </a:p>
        </p:txBody>
      </p:sp>
      <p:sp>
        <p:nvSpPr>
          <p:cNvPr id="1302" name="Google Shape;1302;p144"/>
          <p:cNvSpPr/>
          <p:nvPr/>
        </p:nvSpPr>
        <p:spPr>
          <a:xfrm>
            <a:off x="3134232" y="5105271"/>
            <a:ext cx="94615" cy="282575"/>
          </a:xfrm>
          <a:custGeom>
            <a:rect b="b" l="l" r="r" t="t"/>
            <a:pathLst>
              <a:path extrusionOk="0" h="282575" w="94614">
                <a:moveTo>
                  <a:pt x="90043" y="0"/>
                </a:moveTo>
                <a:lnTo>
                  <a:pt x="51638" y="18083"/>
                </a:lnTo>
                <a:lnTo>
                  <a:pt x="23241" y="49403"/>
                </a:lnTo>
                <a:lnTo>
                  <a:pt x="5802" y="91414"/>
                </a:lnTo>
                <a:lnTo>
                  <a:pt x="0" y="141224"/>
                </a:lnTo>
                <a:lnTo>
                  <a:pt x="1446" y="167170"/>
                </a:lnTo>
                <a:lnTo>
                  <a:pt x="13068" y="212991"/>
                </a:lnTo>
                <a:lnTo>
                  <a:pt x="36117" y="250228"/>
                </a:lnTo>
                <a:lnTo>
                  <a:pt x="69507" y="274942"/>
                </a:lnTo>
                <a:lnTo>
                  <a:pt x="90043" y="282321"/>
                </a:lnTo>
                <a:lnTo>
                  <a:pt x="93599" y="270764"/>
                </a:lnTo>
                <a:lnTo>
                  <a:pt x="77519" y="263664"/>
                </a:lnTo>
                <a:lnTo>
                  <a:pt x="63638" y="253784"/>
                </a:lnTo>
                <a:lnTo>
                  <a:pt x="35204" y="207530"/>
                </a:lnTo>
                <a:lnTo>
                  <a:pt x="26822" y="164592"/>
                </a:lnTo>
                <a:lnTo>
                  <a:pt x="25781" y="139700"/>
                </a:lnTo>
                <a:lnTo>
                  <a:pt x="26822" y="115633"/>
                </a:lnTo>
                <a:lnTo>
                  <a:pt x="35204" y="73863"/>
                </a:lnTo>
                <a:lnTo>
                  <a:pt x="63741" y="28308"/>
                </a:lnTo>
                <a:lnTo>
                  <a:pt x="77786" y="18516"/>
                </a:lnTo>
                <a:lnTo>
                  <a:pt x="94106" y="11430"/>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3" name="Google Shape;1303;p144"/>
          <p:cNvSpPr/>
          <p:nvPr/>
        </p:nvSpPr>
        <p:spPr>
          <a:xfrm>
            <a:off x="3589909" y="5105271"/>
            <a:ext cx="94615" cy="282575"/>
          </a:xfrm>
          <a:custGeom>
            <a:rect b="b" l="l" r="r" t="t"/>
            <a:pathLst>
              <a:path extrusionOk="0" h="282575" w="94614">
                <a:moveTo>
                  <a:pt x="90042" y="0"/>
                </a:moveTo>
                <a:lnTo>
                  <a:pt x="51638" y="18083"/>
                </a:lnTo>
                <a:lnTo>
                  <a:pt x="23240" y="49403"/>
                </a:lnTo>
                <a:lnTo>
                  <a:pt x="5802" y="91414"/>
                </a:lnTo>
                <a:lnTo>
                  <a:pt x="0" y="141224"/>
                </a:lnTo>
                <a:lnTo>
                  <a:pt x="1446" y="167170"/>
                </a:lnTo>
                <a:lnTo>
                  <a:pt x="13068" y="212991"/>
                </a:lnTo>
                <a:lnTo>
                  <a:pt x="36117" y="250228"/>
                </a:lnTo>
                <a:lnTo>
                  <a:pt x="69507" y="274942"/>
                </a:lnTo>
                <a:lnTo>
                  <a:pt x="90042" y="282321"/>
                </a:lnTo>
                <a:lnTo>
                  <a:pt x="93599" y="270764"/>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6" y="11430"/>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4" name="Google Shape;1304;p144"/>
          <p:cNvSpPr/>
          <p:nvPr/>
        </p:nvSpPr>
        <p:spPr>
          <a:xfrm>
            <a:off x="3866007" y="5105271"/>
            <a:ext cx="93980" cy="282575"/>
          </a:xfrm>
          <a:custGeom>
            <a:rect b="b" l="l" r="r" t="t"/>
            <a:pathLst>
              <a:path extrusionOk="0" h="282575" w="93979">
                <a:moveTo>
                  <a:pt x="3937" y="0"/>
                </a:moveTo>
                <a:lnTo>
                  <a:pt x="0" y="11430"/>
                </a:lnTo>
                <a:lnTo>
                  <a:pt x="16305" y="18516"/>
                </a:lnTo>
                <a:lnTo>
                  <a:pt x="30352" y="28308"/>
                </a:lnTo>
                <a:lnTo>
                  <a:pt x="58863" y="73863"/>
                </a:lnTo>
                <a:lnTo>
                  <a:pt x="67170" y="115633"/>
                </a:lnTo>
                <a:lnTo>
                  <a:pt x="68198" y="139700"/>
                </a:lnTo>
                <a:lnTo>
                  <a:pt x="67143" y="164592"/>
                </a:lnTo>
                <a:lnTo>
                  <a:pt x="58812" y="207530"/>
                </a:lnTo>
                <a:lnTo>
                  <a:pt x="30391" y="253784"/>
                </a:lnTo>
                <a:lnTo>
                  <a:pt x="380" y="270764"/>
                </a:lnTo>
                <a:lnTo>
                  <a:pt x="3937" y="282321"/>
                </a:lnTo>
                <a:lnTo>
                  <a:pt x="42429" y="264247"/>
                </a:lnTo>
                <a:lnTo>
                  <a:pt x="70738" y="232918"/>
                </a:lnTo>
                <a:lnTo>
                  <a:pt x="88163" y="191071"/>
                </a:lnTo>
                <a:lnTo>
                  <a:pt x="93979" y="141224"/>
                </a:lnTo>
                <a:lnTo>
                  <a:pt x="88163" y="91414"/>
                </a:lnTo>
                <a:lnTo>
                  <a:pt x="70738" y="49403"/>
                </a:lnTo>
                <a:lnTo>
                  <a:pt x="42329" y="18083"/>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5" name="Google Shape;1305;p144"/>
          <p:cNvSpPr/>
          <p:nvPr/>
        </p:nvSpPr>
        <p:spPr>
          <a:xfrm>
            <a:off x="4282059" y="5105271"/>
            <a:ext cx="93980" cy="282575"/>
          </a:xfrm>
          <a:custGeom>
            <a:rect b="b" l="l" r="r" t="t"/>
            <a:pathLst>
              <a:path extrusionOk="0" h="282575" w="93979">
                <a:moveTo>
                  <a:pt x="3937" y="0"/>
                </a:moveTo>
                <a:lnTo>
                  <a:pt x="0" y="11430"/>
                </a:lnTo>
                <a:lnTo>
                  <a:pt x="16305" y="18516"/>
                </a:lnTo>
                <a:lnTo>
                  <a:pt x="30352" y="28308"/>
                </a:lnTo>
                <a:lnTo>
                  <a:pt x="58863" y="73863"/>
                </a:lnTo>
                <a:lnTo>
                  <a:pt x="67170" y="115633"/>
                </a:lnTo>
                <a:lnTo>
                  <a:pt x="68199" y="139700"/>
                </a:lnTo>
                <a:lnTo>
                  <a:pt x="67143" y="164592"/>
                </a:lnTo>
                <a:lnTo>
                  <a:pt x="58812" y="207530"/>
                </a:lnTo>
                <a:lnTo>
                  <a:pt x="30391" y="253784"/>
                </a:lnTo>
                <a:lnTo>
                  <a:pt x="380" y="270764"/>
                </a:lnTo>
                <a:lnTo>
                  <a:pt x="3937" y="282321"/>
                </a:lnTo>
                <a:lnTo>
                  <a:pt x="42429" y="264247"/>
                </a:lnTo>
                <a:lnTo>
                  <a:pt x="70738" y="232918"/>
                </a:lnTo>
                <a:lnTo>
                  <a:pt x="88163" y="191071"/>
                </a:lnTo>
                <a:lnTo>
                  <a:pt x="93979" y="141224"/>
                </a:lnTo>
                <a:lnTo>
                  <a:pt x="88163" y="91414"/>
                </a:lnTo>
                <a:lnTo>
                  <a:pt x="70738" y="49403"/>
                </a:lnTo>
                <a:lnTo>
                  <a:pt x="42329" y="18083"/>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6" name="Google Shape;1306;p144"/>
          <p:cNvSpPr/>
          <p:nvPr/>
        </p:nvSpPr>
        <p:spPr>
          <a:xfrm>
            <a:off x="5721984" y="5105271"/>
            <a:ext cx="94615" cy="282575"/>
          </a:xfrm>
          <a:custGeom>
            <a:rect b="b" l="l" r="r" t="t"/>
            <a:pathLst>
              <a:path extrusionOk="0" h="282575" w="94614">
                <a:moveTo>
                  <a:pt x="90042" y="0"/>
                </a:moveTo>
                <a:lnTo>
                  <a:pt x="51638" y="18083"/>
                </a:lnTo>
                <a:lnTo>
                  <a:pt x="23240" y="49403"/>
                </a:lnTo>
                <a:lnTo>
                  <a:pt x="5802" y="91414"/>
                </a:lnTo>
                <a:lnTo>
                  <a:pt x="0" y="141224"/>
                </a:lnTo>
                <a:lnTo>
                  <a:pt x="1446" y="167170"/>
                </a:lnTo>
                <a:lnTo>
                  <a:pt x="13068" y="212991"/>
                </a:lnTo>
                <a:lnTo>
                  <a:pt x="36117" y="250228"/>
                </a:lnTo>
                <a:lnTo>
                  <a:pt x="69507" y="274942"/>
                </a:lnTo>
                <a:lnTo>
                  <a:pt x="90042" y="282321"/>
                </a:lnTo>
                <a:lnTo>
                  <a:pt x="93599" y="270764"/>
                </a:lnTo>
                <a:lnTo>
                  <a:pt x="77519" y="263664"/>
                </a:lnTo>
                <a:lnTo>
                  <a:pt x="63638" y="253784"/>
                </a:lnTo>
                <a:lnTo>
                  <a:pt x="35204" y="207530"/>
                </a:lnTo>
                <a:lnTo>
                  <a:pt x="26822" y="164592"/>
                </a:lnTo>
                <a:lnTo>
                  <a:pt x="25780" y="139700"/>
                </a:lnTo>
                <a:lnTo>
                  <a:pt x="26822" y="115633"/>
                </a:lnTo>
                <a:lnTo>
                  <a:pt x="35204" y="73863"/>
                </a:lnTo>
                <a:lnTo>
                  <a:pt x="63753" y="28308"/>
                </a:lnTo>
                <a:lnTo>
                  <a:pt x="77786" y="18516"/>
                </a:lnTo>
                <a:lnTo>
                  <a:pt x="94106" y="11430"/>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7" name="Google Shape;1307;p144"/>
          <p:cNvSpPr/>
          <p:nvPr/>
        </p:nvSpPr>
        <p:spPr>
          <a:xfrm>
            <a:off x="6100698" y="5107303"/>
            <a:ext cx="23495" cy="277495"/>
          </a:xfrm>
          <a:custGeom>
            <a:rect b="b" l="l" r="r" t="t"/>
            <a:pathLst>
              <a:path extrusionOk="0" h="277495" w="23495">
                <a:moveTo>
                  <a:pt x="22987" y="0"/>
                </a:moveTo>
                <a:lnTo>
                  <a:pt x="0" y="0"/>
                </a:lnTo>
                <a:lnTo>
                  <a:pt x="0" y="276987"/>
                </a:lnTo>
                <a:lnTo>
                  <a:pt x="22987" y="276987"/>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8" name="Google Shape;1308;p144"/>
          <p:cNvSpPr/>
          <p:nvPr/>
        </p:nvSpPr>
        <p:spPr>
          <a:xfrm>
            <a:off x="6584568" y="5105271"/>
            <a:ext cx="94615" cy="282575"/>
          </a:xfrm>
          <a:custGeom>
            <a:rect b="b" l="l" r="r" t="t"/>
            <a:pathLst>
              <a:path extrusionOk="0" h="282575" w="94615">
                <a:moveTo>
                  <a:pt x="90042" y="0"/>
                </a:moveTo>
                <a:lnTo>
                  <a:pt x="51638" y="18083"/>
                </a:lnTo>
                <a:lnTo>
                  <a:pt x="23228" y="49403"/>
                </a:lnTo>
                <a:lnTo>
                  <a:pt x="5803" y="91414"/>
                </a:lnTo>
                <a:lnTo>
                  <a:pt x="0" y="141224"/>
                </a:lnTo>
                <a:lnTo>
                  <a:pt x="1447" y="167170"/>
                </a:lnTo>
                <a:lnTo>
                  <a:pt x="13068" y="212991"/>
                </a:lnTo>
                <a:lnTo>
                  <a:pt x="36118" y="250228"/>
                </a:lnTo>
                <a:lnTo>
                  <a:pt x="69507" y="274942"/>
                </a:lnTo>
                <a:lnTo>
                  <a:pt x="90042" y="282321"/>
                </a:lnTo>
                <a:lnTo>
                  <a:pt x="93599" y="270764"/>
                </a:lnTo>
                <a:lnTo>
                  <a:pt x="77520" y="263664"/>
                </a:lnTo>
                <a:lnTo>
                  <a:pt x="63639" y="253784"/>
                </a:lnTo>
                <a:lnTo>
                  <a:pt x="35204" y="207530"/>
                </a:lnTo>
                <a:lnTo>
                  <a:pt x="26822" y="164592"/>
                </a:lnTo>
                <a:lnTo>
                  <a:pt x="25780" y="139700"/>
                </a:lnTo>
                <a:lnTo>
                  <a:pt x="26822" y="115633"/>
                </a:lnTo>
                <a:lnTo>
                  <a:pt x="35204" y="73863"/>
                </a:lnTo>
                <a:lnTo>
                  <a:pt x="63753" y="28308"/>
                </a:lnTo>
                <a:lnTo>
                  <a:pt x="77787" y="18516"/>
                </a:lnTo>
                <a:lnTo>
                  <a:pt x="94106" y="11430"/>
                </a:lnTo>
                <a:lnTo>
                  <a:pt x="90042"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9" name="Google Shape;1309;p144"/>
          <p:cNvSpPr/>
          <p:nvPr/>
        </p:nvSpPr>
        <p:spPr>
          <a:xfrm>
            <a:off x="6860667" y="5105272"/>
            <a:ext cx="220979" cy="282575"/>
          </a:xfrm>
          <a:custGeom>
            <a:rect b="b" l="l" r="r" t="t"/>
            <a:pathLst>
              <a:path extrusionOk="0" h="282575" w="220979">
                <a:moveTo>
                  <a:pt x="93980" y="141224"/>
                </a:moveTo>
                <a:lnTo>
                  <a:pt x="88163" y="91414"/>
                </a:lnTo>
                <a:lnTo>
                  <a:pt x="70739" y="49403"/>
                </a:lnTo>
                <a:lnTo>
                  <a:pt x="42329" y="18084"/>
                </a:lnTo>
                <a:lnTo>
                  <a:pt x="3937" y="0"/>
                </a:lnTo>
                <a:lnTo>
                  <a:pt x="0" y="11430"/>
                </a:lnTo>
                <a:lnTo>
                  <a:pt x="16306" y="18516"/>
                </a:lnTo>
                <a:lnTo>
                  <a:pt x="30340" y="28308"/>
                </a:lnTo>
                <a:lnTo>
                  <a:pt x="58864" y="73863"/>
                </a:lnTo>
                <a:lnTo>
                  <a:pt x="67170" y="115633"/>
                </a:lnTo>
                <a:lnTo>
                  <a:pt x="68199" y="139700"/>
                </a:lnTo>
                <a:lnTo>
                  <a:pt x="67144" y="164592"/>
                </a:lnTo>
                <a:lnTo>
                  <a:pt x="58813" y="207530"/>
                </a:lnTo>
                <a:lnTo>
                  <a:pt x="30391" y="253784"/>
                </a:lnTo>
                <a:lnTo>
                  <a:pt x="381" y="270764"/>
                </a:lnTo>
                <a:lnTo>
                  <a:pt x="3937" y="282321"/>
                </a:lnTo>
                <a:lnTo>
                  <a:pt x="42430" y="264248"/>
                </a:lnTo>
                <a:lnTo>
                  <a:pt x="70739" y="232918"/>
                </a:lnTo>
                <a:lnTo>
                  <a:pt x="88163" y="191071"/>
                </a:lnTo>
                <a:lnTo>
                  <a:pt x="92519" y="167170"/>
                </a:lnTo>
                <a:lnTo>
                  <a:pt x="93980" y="141224"/>
                </a:lnTo>
                <a:close/>
              </a:path>
              <a:path extrusionOk="0" h="282575" w="220979">
                <a:moveTo>
                  <a:pt x="220472" y="141224"/>
                </a:moveTo>
                <a:lnTo>
                  <a:pt x="214655" y="91414"/>
                </a:lnTo>
                <a:lnTo>
                  <a:pt x="197231" y="49403"/>
                </a:lnTo>
                <a:lnTo>
                  <a:pt x="168821" y="18084"/>
                </a:lnTo>
                <a:lnTo>
                  <a:pt x="130429" y="0"/>
                </a:lnTo>
                <a:lnTo>
                  <a:pt x="126492" y="11430"/>
                </a:lnTo>
                <a:lnTo>
                  <a:pt x="142798" y="18516"/>
                </a:lnTo>
                <a:lnTo>
                  <a:pt x="156845" y="28308"/>
                </a:lnTo>
                <a:lnTo>
                  <a:pt x="185356" y="73863"/>
                </a:lnTo>
                <a:lnTo>
                  <a:pt x="193662" y="115633"/>
                </a:lnTo>
                <a:lnTo>
                  <a:pt x="194691" y="139700"/>
                </a:lnTo>
                <a:lnTo>
                  <a:pt x="193636" y="164592"/>
                </a:lnTo>
                <a:lnTo>
                  <a:pt x="185305" y="207530"/>
                </a:lnTo>
                <a:lnTo>
                  <a:pt x="156883" y="253784"/>
                </a:lnTo>
                <a:lnTo>
                  <a:pt x="126873" y="270764"/>
                </a:lnTo>
                <a:lnTo>
                  <a:pt x="130429" y="282321"/>
                </a:lnTo>
                <a:lnTo>
                  <a:pt x="168922" y="264248"/>
                </a:lnTo>
                <a:lnTo>
                  <a:pt x="197231" y="232918"/>
                </a:lnTo>
                <a:lnTo>
                  <a:pt x="214655" y="191071"/>
                </a:lnTo>
                <a:lnTo>
                  <a:pt x="219011" y="167170"/>
                </a:lnTo>
                <a:lnTo>
                  <a:pt x="220472" y="14122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0" name="Google Shape;1310;p144"/>
          <p:cNvSpPr/>
          <p:nvPr/>
        </p:nvSpPr>
        <p:spPr>
          <a:xfrm>
            <a:off x="5793866" y="5490845"/>
            <a:ext cx="93980" cy="282575"/>
          </a:xfrm>
          <a:custGeom>
            <a:rect b="b" l="l" r="r" t="t"/>
            <a:pathLst>
              <a:path extrusionOk="0" h="282575" w="93979">
                <a:moveTo>
                  <a:pt x="3937" y="0"/>
                </a:moveTo>
                <a:lnTo>
                  <a:pt x="0" y="11428"/>
                </a:lnTo>
                <a:lnTo>
                  <a:pt x="16308" y="18503"/>
                </a:lnTo>
                <a:lnTo>
                  <a:pt x="30353" y="28304"/>
                </a:lnTo>
                <a:lnTo>
                  <a:pt x="58877" y="73851"/>
                </a:lnTo>
                <a:lnTo>
                  <a:pt x="67171" y="115623"/>
                </a:lnTo>
                <a:lnTo>
                  <a:pt x="68199" y="139698"/>
                </a:lnTo>
                <a:lnTo>
                  <a:pt x="67153" y="164604"/>
                </a:lnTo>
                <a:lnTo>
                  <a:pt x="58822" y="207543"/>
                </a:lnTo>
                <a:lnTo>
                  <a:pt x="30399" y="253784"/>
                </a:lnTo>
                <a:lnTo>
                  <a:pt x="381" y="270827"/>
                </a:lnTo>
                <a:lnTo>
                  <a:pt x="3937" y="282281"/>
                </a:lnTo>
                <a:lnTo>
                  <a:pt x="42433" y="264213"/>
                </a:lnTo>
                <a:lnTo>
                  <a:pt x="70738" y="232943"/>
                </a:lnTo>
                <a:lnTo>
                  <a:pt x="88169" y="191071"/>
                </a:lnTo>
                <a:lnTo>
                  <a:pt x="93980" y="141198"/>
                </a:lnTo>
                <a:lnTo>
                  <a:pt x="92527" y="115313"/>
                </a:lnTo>
                <a:lnTo>
                  <a:pt x="80906" y="69423"/>
                </a:lnTo>
                <a:lnTo>
                  <a:pt x="57783" y="32092"/>
                </a:lnTo>
                <a:lnTo>
                  <a:pt x="24394" y="7378"/>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1" name="Google Shape;1311;p144"/>
          <p:cNvSpPr/>
          <p:nvPr/>
        </p:nvSpPr>
        <p:spPr>
          <a:xfrm>
            <a:off x="5517769" y="5490845"/>
            <a:ext cx="94615" cy="282575"/>
          </a:xfrm>
          <a:custGeom>
            <a:rect b="b" l="l" r="r" t="t"/>
            <a:pathLst>
              <a:path extrusionOk="0" h="282575" w="94614">
                <a:moveTo>
                  <a:pt x="90041" y="0"/>
                </a:moveTo>
                <a:lnTo>
                  <a:pt x="51640" y="18080"/>
                </a:lnTo>
                <a:lnTo>
                  <a:pt x="23239" y="49401"/>
                </a:lnTo>
                <a:lnTo>
                  <a:pt x="5810" y="91390"/>
                </a:lnTo>
                <a:lnTo>
                  <a:pt x="0" y="141198"/>
                </a:lnTo>
                <a:lnTo>
                  <a:pt x="1451" y="167134"/>
                </a:lnTo>
                <a:lnTo>
                  <a:pt x="13073" y="213006"/>
                </a:lnTo>
                <a:lnTo>
                  <a:pt x="36125" y="250228"/>
                </a:lnTo>
                <a:lnTo>
                  <a:pt x="69513" y="274897"/>
                </a:lnTo>
                <a:lnTo>
                  <a:pt x="90041" y="282281"/>
                </a:lnTo>
                <a:lnTo>
                  <a:pt x="93597" y="270827"/>
                </a:lnTo>
                <a:lnTo>
                  <a:pt x="77530" y="263700"/>
                </a:lnTo>
                <a:lnTo>
                  <a:pt x="63642" y="253784"/>
                </a:lnTo>
                <a:lnTo>
                  <a:pt x="35209" y="207543"/>
                </a:lnTo>
                <a:lnTo>
                  <a:pt x="26827" y="164604"/>
                </a:lnTo>
                <a:lnTo>
                  <a:pt x="25779" y="139698"/>
                </a:lnTo>
                <a:lnTo>
                  <a:pt x="26827" y="115623"/>
                </a:lnTo>
                <a:lnTo>
                  <a:pt x="35209" y="73851"/>
                </a:lnTo>
                <a:lnTo>
                  <a:pt x="63752" y="28304"/>
                </a:lnTo>
                <a:lnTo>
                  <a:pt x="94105" y="11428"/>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2" name="Google Shape;1312;p144"/>
          <p:cNvSpPr/>
          <p:nvPr/>
        </p:nvSpPr>
        <p:spPr>
          <a:xfrm>
            <a:off x="7115176" y="5490845"/>
            <a:ext cx="93980" cy="282575"/>
          </a:xfrm>
          <a:custGeom>
            <a:rect b="b" l="l" r="r" t="t"/>
            <a:pathLst>
              <a:path extrusionOk="0" h="282575" w="93979">
                <a:moveTo>
                  <a:pt x="3935" y="0"/>
                </a:moveTo>
                <a:lnTo>
                  <a:pt x="0" y="11428"/>
                </a:lnTo>
                <a:lnTo>
                  <a:pt x="16306" y="18503"/>
                </a:lnTo>
                <a:lnTo>
                  <a:pt x="30352" y="28304"/>
                </a:lnTo>
                <a:lnTo>
                  <a:pt x="58875" y="73851"/>
                </a:lnTo>
                <a:lnTo>
                  <a:pt x="67170" y="115623"/>
                </a:lnTo>
                <a:lnTo>
                  <a:pt x="68199" y="139698"/>
                </a:lnTo>
                <a:lnTo>
                  <a:pt x="67152" y="164604"/>
                </a:lnTo>
                <a:lnTo>
                  <a:pt x="58821" y="207543"/>
                </a:lnTo>
                <a:lnTo>
                  <a:pt x="30399" y="253784"/>
                </a:lnTo>
                <a:lnTo>
                  <a:pt x="379" y="270827"/>
                </a:lnTo>
                <a:lnTo>
                  <a:pt x="3935" y="282281"/>
                </a:lnTo>
                <a:lnTo>
                  <a:pt x="42433" y="264213"/>
                </a:lnTo>
                <a:lnTo>
                  <a:pt x="70739" y="232943"/>
                </a:lnTo>
                <a:lnTo>
                  <a:pt x="88168" y="191071"/>
                </a:lnTo>
                <a:lnTo>
                  <a:pt x="93978" y="141198"/>
                </a:lnTo>
                <a:lnTo>
                  <a:pt x="92527" y="115313"/>
                </a:lnTo>
                <a:lnTo>
                  <a:pt x="80905" y="69423"/>
                </a:lnTo>
                <a:lnTo>
                  <a:pt x="57782" y="32092"/>
                </a:lnTo>
                <a:lnTo>
                  <a:pt x="24392" y="7378"/>
                </a:lnTo>
                <a:lnTo>
                  <a:pt x="393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3" name="Google Shape;1313;p144"/>
          <p:cNvSpPr/>
          <p:nvPr/>
        </p:nvSpPr>
        <p:spPr>
          <a:xfrm>
            <a:off x="6304153" y="5490845"/>
            <a:ext cx="94615" cy="282575"/>
          </a:xfrm>
          <a:custGeom>
            <a:rect b="b" l="l" r="r" t="t"/>
            <a:pathLst>
              <a:path extrusionOk="0" h="282575" w="94614">
                <a:moveTo>
                  <a:pt x="90043" y="0"/>
                </a:moveTo>
                <a:lnTo>
                  <a:pt x="51640" y="18080"/>
                </a:lnTo>
                <a:lnTo>
                  <a:pt x="23241" y="49401"/>
                </a:lnTo>
                <a:lnTo>
                  <a:pt x="5810" y="91390"/>
                </a:lnTo>
                <a:lnTo>
                  <a:pt x="0" y="141198"/>
                </a:lnTo>
                <a:lnTo>
                  <a:pt x="1451" y="167134"/>
                </a:lnTo>
                <a:lnTo>
                  <a:pt x="13073" y="213006"/>
                </a:lnTo>
                <a:lnTo>
                  <a:pt x="36125" y="250228"/>
                </a:lnTo>
                <a:lnTo>
                  <a:pt x="69514" y="274897"/>
                </a:lnTo>
                <a:lnTo>
                  <a:pt x="90043" y="282281"/>
                </a:lnTo>
                <a:lnTo>
                  <a:pt x="93599" y="270827"/>
                </a:lnTo>
                <a:lnTo>
                  <a:pt x="77530" y="263700"/>
                </a:lnTo>
                <a:lnTo>
                  <a:pt x="63642" y="253784"/>
                </a:lnTo>
                <a:lnTo>
                  <a:pt x="35210" y="207543"/>
                </a:lnTo>
                <a:lnTo>
                  <a:pt x="26828" y="164604"/>
                </a:lnTo>
                <a:lnTo>
                  <a:pt x="25781" y="139698"/>
                </a:lnTo>
                <a:lnTo>
                  <a:pt x="26828" y="115623"/>
                </a:lnTo>
                <a:lnTo>
                  <a:pt x="35210" y="73851"/>
                </a:lnTo>
                <a:lnTo>
                  <a:pt x="63754" y="28304"/>
                </a:lnTo>
                <a:lnTo>
                  <a:pt x="94107" y="11428"/>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4" name="Google Shape;1314;p144"/>
          <p:cNvSpPr/>
          <p:nvPr/>
        </p:nvSpPr>
        <p:spPr>
          <a:xfrm>
            <a:off x="7709281" y="5446901"/>
            <a:ext cx="100965" cy="368300"/>
          </a:xfrm>
          <a:custGeom>
            <a:rect b="b" l="l" r="r" t="t"/>
            <a:pathLst>
              <a:path extrusionOk="0" h="368300" w="100965">
                <a:moveTo>
                  <a:pt x="96774" y="0"/>
                </a:moveTo>
                <a:lnTo>
                  <a:pt x="55625" y="21907"/>
                </a:lnTo>
                <a:lnTo>
                  <a:pt x="25146" y="63245"/>
                </a:lnTo>
                <a:lnTo>
                  <a:pt x="6286" y="118986"/>
                </a:lnTo>
                <a:lnTo>
                  <a:pt x="0" y="184086"/>
                </a:lnTo>
                <a:lnTo>
                  <a:pt x="1562" y="217817"/>
                </a:lnTo>
                <a:lnTo>
                  <a:pt x="14135" y="278244"/>
                </a:lnTo>
                <a:lnTo>
                  <a:pt x="39052" y="328028"/>
                </a:lnTo>
                <a:lnTo>
                  <a:pt x="74866" y="359663"/>
                </a:lnTo>
                <a:lnTo>
                  <a:pt x="96774" y="368185"/>
                </a:lnTo>
                <a:lnTo>
                  <a:pt x="100457" y="355980"/>
                </a:lnTo>
                <a:lnTo>
                  <a:pt x="83540" y="347217"/>
                </a:lnTo>
                <a:lnTo>
                  <a:pt x="68808" y="334467"/>
                </a:lnTo>
                <a:lnTo>
                  <a:pt x="45847" y="296964"/>
                </a:lnTo>
                <a:lnTo>
                  <a:pt x="32016" y="246062"/>
                </a:lnTo>
                <a:lnTo>
                  <a:pt x="27432" y="184086"/>
                </a:lnTo>
                <a:lnTo>
                  <a:pt x="28575" y="151904"/>
                </a:lnTo>
                <a:lnTo>
                  <a:pt x="37768" y="95402"/>
                </a:lnTo>
                <a:lnTo>
                  <a:pt x="56248" y="50482"/>
                </a:lnTo>
                <a:lnTo>
                  <a:pt x="83540" y="20954"/>
                </a:lnTo>
                <a:lnTo>
                  <a:pt x="100457" y="12191"/>
                </a:lnTo>
                <a:lnTo>
                  <a:pt x="9677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5" name="Google Shape;1315;p144"/>
          <p:cNvSpPr/>
          <p:nvPr/>
        </p:nvSpPr>
        <p:spPr>
          <a:xfrm>
            <a:off x="8707502" y="5490843"/>
            <a:ext cx="94615" cy="282575"/>
          </a:xfrm>
          <a:custGeom>
            <a:rect b="b" l="l" r="r" t="t"/>
            <a:pathLst>
              <a:path extrusionOk="0" h="282575" w="94615">
                <a:moveTo>
                  <a:pt x="90043" y="0"/>
                </a:moveTo>
                <a:lnTo>
                  <a:pt x="51636" y="18084"/>
                </a:lnTo>
                <a:lnTo>
                  <a:pt x="23241" y="49402"/>
                </a:lnTo>
                <a:lnTo>
                  <a:pt x="5802" y="91401"/>
                </a:lnTo>
                <a:lnTo>
                  <a:pt x="0" y="141198"/>
                </a:lnTo>
                <a:lnTo>
                  <a:pt x="1446" y="167144"/>
                </a:lnTo>
                <a:lnTo>
                  <a:pt x="13067" y="213017"/>
                </a:lnTo>
                <a:lnTo>
                  <a:pt x="36117" y="250240"/>
                </a:lnTo>
                <a:lnTo>
                  <a:pt x="69507" y="274904"/>
                </a:lnTo>
                <a:lnTo>
                  <a:pt x="90043" y="282282"/>
                </a:lnTo>
                <a:lnTo>
                  <a:pt x="93599" y="270827"/>
                </a:lnTo>
                <a:lnTo>
                  <a:pt x="77519" y="263702"/>
                </a:lnTo>
                <a:lnTo>
                  <a:pt x="63638" y="253784"/>
                </a:lnTo>
                <a:lnTo>
                  <a:pt x="35203" y="207556"/>
                </a:lnTo>
                <a:lnTo>
                  <a:pt x="26821" y="164617"/>
                </a:lnTo>
                <a:lnTo>
                  <a:pt x="25781" y="139700"/>
                </a:lnTo>
                <a:lnTo>
                  <a:pt x="26821" y="115633"/>
                </a:lnTo>
                <a:lnTo>
                  <a:pt x="35203" y="73863"/>
                </a:lnTo>
                <a:lnTo>
                  <a:pt x="63753" y="28308"/>
                </a:lnTo>
                <a:lnTo>
                  <a:pt x="77786" y="18516"/>
                </a:lnTo>
                <a:lnTo>
                  <a:pt x="94107" y="11430"/>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6" name="Google Shape;1316;p144"/>
          <p:cNvSpPr/>
          <p:nvPr/>
        </p:nvSpPr>
        <p:spPr>
          <a:xfrm>
            <a:off x="8983599" y="5446902"/>
            <a:ext cx="231140" cy="368300"/>
          </a:xfrm>
          <a:custGeom>
            <a:rect b="b" l="l" r="r" t="t"/>
            <a:pathLst>
              <a:path extrusionOk="0" h="368300" w="231140">
                <a:moveTo>
                  <a:pt x="93980" y="185140"/>
                </a:moveTo>
                <a:lnTo>
                  <a:pt x="88163" y="135343"/>
                </a:lnTo>
                <a:lnTo>
                  <a:pt x="70739" y="93345"/>
                </a:lnTo>
                <a:lnTo>
                  <a:pt x="42329" y="62026"/>
                </a:lnTo>
                <a:lnTo>
                  <a:pt x="3937" y="43942"/>
                </a:lnTo>
                <a:lnTo>
                  <a:pt x="0" y="55372"/>
                </a:lnTo>
                <a:lnTo>
                  <a:pt x="16306" y="62458"/>
                </a:lnTo>
                <a:lnTo>
                  <a:pt x="30353" y="72250"/>
                </a:lnTo>
                <a:lnTo>
                  <a:pt x="58864" y="117805"/>
                </a:lnTo>
                <a:lnTo>
                  <a:pt x="67170" y="159575"/>
                </a:lnTo>
                <a:lnTo>
                  <a:pt x="68199" y="183642"/>
                </a:lnTo>
                <a:lnTo>
                  <a:pt x="67144" y="208559"/>
                </a:lnTo>
                <a:lnTo>
                  <a:pt x="58813" y="251498"/>
                </a:lnTo>
                <a:lnTo>
                  <a:pt x="30391" y="297726"/>
                </a:lnTo>
                <a:lnTo>
                  <a:pt x="381" y="314769"/>
                </a:lnTo>
                <a:lnTo>
                  <a:pt x="3937" y="326224"/>
                </a:lnTo>
                <a:lnTo>
                  <a:pt x="42430" y="308165"/>
                </a:lnTo>
                <a:lnTo>
                  <a:pt x="70739" y="276885"/>
                </a:lnTo>
                <a:lnTo>
                  <a:pt x="88163" y="235013"/>
                </a:lnTo>
                <a:lnTo>
                  <a:pt x="92519" y="211086"/>
                </a:lnTo>
                <a:lnTo>
                  <a:pt x="93980" y="185140"/>
                </a:lnTo>
                <a:close/>
              </a:path>
              <a:path extrusionOk="0" h="368300" w="231140">
                <a:moveTo>
                  <a:pt x="230886" y="184086"/>
                </a:moveTo>
                <a:lnTo>
                  <a:pt x="224599" y="118986"/>
                </a:lnTo>
                <a:lnTo>
                  <a:pt x="205740" y="63246"/>
                </a:lnTo>
                <a:lnTo>
                  <a:pt x="175260" y="21907"/>
                </a:lnTo>
                <a:lnTo>
                  <a:pt x="134112" y="0"/>
                </a:lnTo>
                <a:lnTo>
                  <a:pt x="130429" y="12192"/>
                </a:lnTo>
                <a:lnTo>
                  <a:pt x="147332" y="20955"/>
                </a:lnTo>
                <a:lnTo>
                  <a:pt x="162064" y="33718"/>
                </a:lnTo>
                <a:lnTo>
                  <a:pt x="185039" y="71247"/>
                </a:lnTo>
                <a:lnTo>
                  <a:pt x="198920" y="122288"/>
                </a:lnTo>
                <a:lnTo>
                  <a:pt x="203581" y="184226"/>
                </a:lnTo>
                <a:lnTo>
                  <a:pt x="202412" y="216509"/>
                </a:lnTo>
                <a:lnTo>
                  <a:pt x="193128" y="272884"/>
                </a:lnTo>
                <a:lnTo>
                  <a:pt x="174625" y="317715"/>
                </a:lnTo>
                <a:lnTo>
                  <a:pt x="147332" y="347218"/>
                </a:lnTo>
                <a:lnTo>
                  <a:pt x="130429" y="355981"/>
                </a:lnTo>
                <a:lnTo>
                  <a:pt x="134112" y="368185"/>
                </a:lnTo>
                <a:lnTo>
                  <a:pt x="175260" y="346278"/>
                </a:lnTo>
                <a:lnTo>
                  <a:pt x="205740" y="304927"/>
                </a:lnTo>
                <a:lnTo>
                  <a:pt x="224599" y="249199"/>
                </a:lnTo>
                <a:lnTo>
                  <a:pt x="229311" y="217817"/>
                </a:lnTo>
                <a:lnTo>
                  <a:pt x="230886" y="18408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17" name="Google Shape;1317;p144"/>
          <p:cNvSpPr txBox="1"/>
          <p:nvPr/>
        </p:nvSpPr>
        <p:spPr>
          <a:xfrm>
            <a:off x="650240" y="4272788"/>
            <a:ext cx="10611485" cy="1503680"/>
          </a:xfrm>
          <a:prstGeom prst="rect">
            <a:avLst/>
          </a:prstGeom>
          <a:noFill/>
          <a:ln>
            <a:noFill/>
          </a:ln>
        </p:spPr>
        <p:txBody>
          <a:bodyPr anchorCtr="0" anchor="t" bIns="0" lIns="0" spcFirstLastPara="1" rIns="0" wrap="square" tIns="12700">
            <a:spAutoFit/>
          </a:bodyPr>
          <a:lstStyle/>
          <a:p>
            <a:pPr indent="0" lvl="0" marL="50800" marR="4318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The loss function is just the negative log probability of the output (like in maximum likelihood estimation)</a:t>
            </a:r>
            <a:endParaRPr b="0" i="0" sz="2400" u="none" cap="none" strike="noStrike">
              <a:solidFill>
                <a:srgbClr val="000000"/>
              </a:solidFill>
              <a:latin typeface="Arial Narrow"/>
              <a:ea typeface="Arial Narrow"/>
              <a:cs typeface="Arial Narrow"/>
              <a:sym typeface="Arial Narrow"/>
            </a:endParaRPr>
          </a:p>
          <a:p>
            <a:pPr indent="0" lvl="0" marL="2298700" marR="0" rtl="0" algn="l">
              <a:lnSpc>
                <a:spcPct val="10314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ℓ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	, 𝑦	= − log 𝑝	𝑦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a:t>
            </a:r>
            <a:endParaRPr b="0" i="0" sz="2400" u="none" cap="none" strike="noStrike">
              <a:solidFill>
                <a:srgbClr val="000000"/>
              </a:solidFill>
              <a:latin typeface="Arial"/>
              <a:ea typeface="Arial"/>
              <a:cs typeface="Arial"/>
              <a:sym typeface="Arial"/>
            </a:endParaRPr>
          </a:p>
          <a:p>
            <a:pPr indent="0" lvl="0" marL="3301365" marR="0" rtl="0" algn="l">
              <a:lnSpc>
                <a:spcPct val="100000"/>
              </a:lnSpc>
              <a:spcBef>
                <a:spcPts val="215"/>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−𝑦 log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	−	1 − 𝑦	log	1 − ℎ</a:t>
            </a:r>
            <a:r>
              <a:rPr b="0" baseline="-25000" i="0" lang="en-US" sz="2700" u="none" cap="none" strike="noStrike">
                <a:solidFill>
                  <a:srgbClr val="000000"/>
                </a:solidFill>
                <a:latin typeface="Arial"/>
                <a:ea typeface="Arial"/>
                <a:cs typeface="Arial"/>
                <a:sym typeface="Arial"/>
              </a:rPr>
              <a:t>𝜃	</a:t>
            </a:r>
            <a:r>
              <a:rPr b="0" i="0" lang="en-US" sz="2400" u="none" cap="none" strike="noStrike">
                <a:solidFill>
                  <a:srgbClr val="000000"/>
                </a:solidFill>
                <a:latin typeface="Arial"/>
                <a:ea typeface="Arial"/>
                <a:cs typeface="Arial"/>
                <a:sym typeface="Arial"/>
              </a:rPr>
              <a:t>𝑥</a:t>
            </a:r>
            <a:endParaRPr b="0" i="0" sz="2400" u="none" cap="none" strike="noStrike">
              <a:solidFill>
                <a:srgbClr val="000000"/>
              </a:solidFill>
              <a:latin typeface="Arial"/>
              <a:ea typeface="Arial"/>
              <a:cs typeface="Arial"/>
              <a:sym typeface="Arial"/>
            </a:endParaRPr>
          </a:p>
        </p:txBody>
      </p:sp>
      <p:sp>
        <p:nvSpPr>
          <p:cNvPr id="1318" name="Google Shape;1318;p144"/>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19</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descr="$PPTXTitle" id="1323" name="Google Shape;1323;p146"/>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549525" rtl="0" algn="l">
              <a:lnSpc>
                <a:spcPct val="100000"/>
              </a:lnSpc>
              <a:spcBef>
                <a:spcPts val="0"/>
              </a:spcBef>
              <a:spcAft>
                <a:spcPts val="0"/>
              </a:spcAft>
              <a:buSzPts val="1400"/>
              <a:buNone/>
            </a:pPr>
            <a:r>
              <a:rPr lang="en-US"/>
              <a:t>Optimizing decision trees</a:t>
            </a:r>
            <a:endParaRPr/>
          </a:p>
        </p:txBody>
      </p:sp>
      <p:sp>
        <p:nvSpPr>
          <p:cNvPr id="1324" name="Google Shape;1324;p146"/>
          <p:cNvSpPr/>
          <p:nvPr/>
        </p:nvSpPr>
        <p:spPr>
          <a:xfrm>
            <a:off x="8147048" y="2835400"/>
            <a:ext cx="95250" cy="283845"/>
          </a:xfrm>
          <a:custGeom>
            <a:rect b="b" l="l" r="r" t="t"/>
            <a:pathLst>
              <a:path extrusionOk="0" h="283844" w="95250">
                <a:moveTo>
                  <a:pt x="3936" y="0"/>
                </a:moveTo>
                <a:lnTo>
                  <a:pt x="0" y="0"/>
                </a:lnTo>
                <a:lnTo>
                  <a:pt x="0" y="11301"/>
                </a:lnTo>
                <a:lnTo>
                  <a:pt x="2285" y="11301"/>
                </a:lnTo>
                <a:lnTo>
                  <a:pt x="12476" y="12012"/>
                </a:lnTo>
                <a:lnTo>
                  <a:pt x="45213" y="37418"/>
                </a:lnTo>
                <a:lnTo>
                  <a:pt x="48259" y="59689"/>
                </a:lnTo>
                <a:lnTo>
                  <a:pt x="48072" y="65218"/>
                </a:lnTo>
                <a:lnTo>
                  <a:pt x="47514" y="71342"/>
                </a:lnTo>
                <a:lnTo>
                  <a:pt x="45340" y="85471"/>
                </a:lnTo>
                <a:lnTo>
                  <a:pt x="43306" y="95630"/>
                </a:lnTo>
                <a:lnTo>
                  <a:pt x="42292" y="102997"/>
                </a:lnTo>
                <a:lnTo>
                  <a:pt x="42292" y="115698"/>
                </a:lnTo>
                <a:lnTo>
                  <a:pt x="44830" y="122683"/>
                </a:lnTo>
                <a:lnTo>
                  <a:pt x="54736" y="133476"/>
                </a:lnTo>
                <a:lnTo>
                  <a:pt x="60578" y="137413"/>
                </a:lnTo>
                <a:lnTo>
                  <a:pt x="67436" y="140082"/>
                </a:lnTo>
                <a:lnTo>
                  <a:pt x="67436" y="142749"/>
                </a:lnTo>
                <a:lnTo>
                  <a:pt x="42292" y="167006"/>
                </a:lnTo>
                <a:lnTo>
                  <a:pt x="42292" y="179833"/>
                </a:lnTo>
                <a:lnTo>
                  <a:pt x="43306" y="187072"/>
                </a:lnTo>
                <a:lnTo>
                  <a:pt x="46600" y="204690"/>
                </a:lnTo>
                <a:lnTo>
                  <a:pt x="47514" y="211439"/>
                </a:lnTo>
                <a:lnTo>
                  <a:pt x="48072" y="217592"/>
                </a:lnTo>
                <a:lnTo>
                  <a:pt x="48259" y="223138"/>
                </a:lnTo>
                <a:lnTo>
                  <a:pt x="47498" y="235592"/>
                </a:lnTo>
                <a:lnTo>
                  <a:pt x="21511" y="269701"/>
                </a:lnTo>
                <a:lnTo>
                  <a:pt x="2285" y="272543"/>
                </a:lnTo>
                <a:lnTo>
                  <a:pt x="0" y="272543"/>
                </a:lnTo>
                <a:lnTo>
                  <a:pt x="0" y="283846"/>
                </a:lnTo>
                <a:lnTo>
                  <a:pt x="3936" y="283846"/>
                </a:lnTo>
                <a:lnTo>
                  <a:pt x="20293" y="282630"/>
                </a:lnTo>
                <a:lnTo>
                  <a:pt x="56260" y="267844"/>
                </a:lnTo>
                <a:lnTo>
                  <a:pt x="73532" y="220473"/>
                </a:lnTo>
                <a:lnTo>
                  <a:pt x="73319" y="214067"/>
                </a:lnTo>
                <a:lnTo>
                  <a:pt x="72675" y="207233"/>
                </a:lnTo>
                <a:lnTo>
                  <a:pt x="71605" y="199970"/>
                </a:lnTo>
                <a:lnTo>
                  <a:pt x="70103" y="192277"/>
                </a:lnTo>
                <a:lnTo>
                  <a:pt x="67692" y="181738"/>
                </a:lnTo>
                <a:lnTo>
                  <a:pt x="66549" y="174751"/>
                </a:lnTo>
                <a:lnTo>
                  <a:pt x="66549" y="164337"/>
                </a:lnTo>
                <a:lnTo>
                  <a:pt x="68960" y="158751"/>
                </a:lnTo>
                <a:lnTo>
                  <a:pt x="78358" y="150113"/>
                </a:lnTo>
                <a:lnTo>
                  <a:pt x="85472" y="147827"/>
                </a:lnTo>
                <a:lnTo>
                  <a:pt x="94997" y="147448"/>
                </a:lnTo>
                <a:lnTo>
                  <a:pt x="94997" y="135256"/>
                </a:lnTo>
                <a:lnTo>
                  <a:pt x="85472" y="135000"/>
                </a:lnTo>
                <a:lnTo>
                  <a:pt x="78358" y="132714"/>
                </a:lnTo>
                <a:lnTo>
                  <a:pt x="68960" y="124078"/>
                </a:lnTo>
                <a:lnTo>
                  <a:pt x="66549" y="118490"/>
                </a:lnTo>
                <a:lnTo>
                  <a:pt x="66549" y="108076"/>
                </a:lnTo>
                <a:lnTo>
                  <a:pt x="67692" y="100964"/>
                </a:lnTo>
                <a:lnTo>
                  <a:pt x="70103" y="90424"/>
                </a:lnTo>
                <a:lnTo>
                  <a:pt x="71605" y="82805"/>
                </a:lnTo>
                <a:lnTo>
                  <a:pt x="72675" y="75580"/>
                </a:lnTo>
                <a:lnTo>
                  <a:pt x="73319" y="68760"/>
                </a:lnTo>
                <a:lnTo>
                  <a:pt x="73532" y="62356"/>
                </a:lnTo>
                <a:lnTo>
                  <a:pt x="72459" y="47826"/>
                </a:lnTo>
                <a:lnTo>
                  <a:pt x="46479" y="9215"/>
                </a:lnTo>
                <a:lnTo>
                  <a:pt x="20293" y="1214"/>
                </a:lnTo>
                <a:lnTo>
                  <a:pt x="393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146"/>
          <p:cNvSpPr/>
          <p:nvPr/>
        </p:nvSpPr>
        <p:spPr>
          <a:xfrm>
            <a:off x="7634096" y="2835400"/>
            <a:ext cx="95250" cy="283845"/>
          </a:xfrm>
          <a:custGeom>
            <a:rect b="b" l="l" r="r" t="t"/>
            <a:pathLst>
              <a:path extrusionOk="0" h="283844" w="95250">
                <a:moveTo>
                  <a:pt x="94995" y="0"/>
                </a:moveTo>
                <a:lnTo>
                  <a:pt x="91185" y="0"/>
                </a:lnTo>
                <a:lnTo>
                  <a:pt x="74777" y="1214"/>
                </a:lnTo>
                <a:lnTo>
                  <a:pt x="38861" y="16000"/>
                </a:lnTo>
                <a:lnTo>
                  <a:pt x="21664" y="59562"/>
                </a:lnTo>
                <a:lnTo>
                  <a:pt x="21678" y="68615"/>
                </a:lnTo>
                <a:lnTo>
                  <a:pt x="22336" y="75406"/>
                </a:lnTo>
                <a:lnTo>
                  <a:pt x="23445" y="82624"/>
                </a:lnTo>
                <a:lnTo>
                  <a:pt x="27304" y="100837"/>
                </a:lnTo>
                <a:lnTo>
                  <a:pt x="28448" y="107951"/>
                </a:lnTo>
                <a:lnTo>
                  <a:pt x="28448" y="118363"/>
                </a:lnTo>
                <a:lnTo>
                  <a:pt x="26161" y="123951"/>
                </a:lnTo>
                <a:lnTo>
                  <a:pt x="16636" y="132587"/>
                </a:lnTo>
                <a:lnTo>
                  <a:pt x="9525" y="134875"/>
                </a:lnTo>
                <a:lnTo>
                  <a:pt x="0" y="135127"/>
                </a:lnTo>
                <a:lnTo>
                  <a:pt x="0" y="147321"/>
                </a:lnTo>
                <a:lnTo>
                  <a:pt x="9525" y="147575"/>
                </a:lnTo>
                <a:lnTo>
                  <a:pt x="16636" y="149988"/>
                </a:lnTo>
                <a:lnTo>
                  <a:pt x="26161" y="158624"/>
                </a:lnTo>
                <a:lnTo>
                  <a:pt x="28448" y="164212"/>
                </a:lnTo>
                <a:lnTo>
                  <a:pt x="28448" y="174626"/>
                </a:lnTo>
                <a:lnTo>
                  <a:pt x="27304" y="181611"/>
                </a:lnTo>
                <a:lnTo>
                  <a:pt x="23445" y="199823"/>
                </a:lnTo>
                <a:lnTo>
                  <a:pt x="22336" y="207041"/>
                </a:lnTo>
                <a:lnTo>
                  <a:pt x="21678" y="213832"/>
                </a:lnTo>
                <a:lnTo>
                  <a:pt x="21462" y="220219"/>
                </a:lnTo>
                <a:lnTo>
                  <a:pt x="22556" y="235267"/>
                </a:lnTo>
                <a:lnTo>
                  <a:pt x="48627" y="274629"/>
                </a:lnTo>
                <a:lnTo>
                  <a:pt x="91185" y="283846"/>
                </a:lnTo>
                <a:lnTo>
                  <a:pt x="94995" y="283846"/>
                </a:lnTo>
                <a:lnTo>
                  <a:pt x="94995" y="272543"/>
                </a:lnTo>
                <a:lnTo>
                  <a:pt x="92709" y="272543"/>
                </a:lnTo>
                <a:lnTo>
                  <a:pt x="82520" y="271830"/>
                </a:lnTo>
                <a:lnTo>
                  <a:pt x="49783" y="246062"/>
                </a:lnTo>
                <a:lnTo>
                  <a:pt x="46735" y="222886"/>
                </a:lnTo>
                <a:lnTo>
                  <a:pt x="46926" y="217412"/>
                </a:lnTo>
                <a:lnTo>
                  <a:pt x="47498" y="211297"/>
                </a:lnTo>
                <a:lnTo>
                  <a:pt x="48450" y="204561"/>
                </a:lnTo>
                <a:lnTo>
                  <a:pt x="51688" y="186945"/>
                </a:lnTo>
                <a:lnTo>
                  <a:pt x="52704" y="179706"/>
                </a:lnTo>
                <a:lnTo>
                  <a:pt x="52704" y="166877"/>
                </a:lnTo>
                <a:lnTo>
                  <a:pt x="50291" y="160021"/>
                </a:lnTo>
                <a:lnTo>
                  <a:pt x="40385" y="149099"/>
                </a:lnTo>
                <a:lnTo>
                  <a:pt x="34416" y="145162"/>
                </a:lnTo>
                <a:lnTo>
                  <a:pt x="27558" y="142622"/>
                </a:lnTo>
                <a:lnTo>
                  <a:pt x="27558" y="139953"/>
                </a:lnTo>
                <a:lnTo>
                  <a:pt x="34416" y="137288"/>
                </a:lnTo>
                <a:lnTo>
                  <a:pt x="40385" y="133351"/>
                </a:lnTo>
                <a:lnTo>
                  <a:pt x="50291" y="122556"/>
                </a:lnTo>
                <a:lnTo>
                  <a:pt x="52704" y="115571"/>
                </a:lnTo>
                <a:lnTo>
                  <a:pt x="52704" y="102743"/>
                </a:lnTo>
                <a:lnTo>
                  <a:pt x="51688" y="95503"/>
                </a:lnTo>
                <a:lnTo>
                  <a:pt x="48450" y="77886"/>
                </a:lnTo>
                <a:lnTo>
                  <a:pt x="47498" y="71151"/>
                </a:lnTo>
                <a:lnTo>
                  <a:pt x="46926" y="65035"/>
                </a:lnTo>
                <a:lnTo>
                  <a:pt x="46735" y="59562"/>
                </a:lnTo>
                <a:lnTo>
                  <a:pt x="47498" y="47589"/>
                </a:lnTo>
                <a:lnTo>
                  <a:pt x="73486" y="14128"/>
                </a:lnTo>
                <a:lnTo>
                  <a:pt x="92709" y="11301"/>
                </a:lnTo>
                <a:lnTo>
                  <a:pt x="94995" y="11301"/>
                </a:lnTo>
                <a:lnTo>
                  <a:pt x="9499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6" name="Google Shape;1326;p146"/>
          <p:cNvSpPr txBox="1"/>
          <p:nvPr/>
        </p:nvSpPr>
        <p:spPr>
          <a:xfrm>
            <a:off x="688340" y="1611883"/>
            <a:ext cx="9517380" cy="760095"/>
          </a:xfrm>
          <a:prstGeom prst="rect">
            <a:avLst/>
          </a:prstGeom>
          <a:noFill/>
          <a:ln>
            <a:noFill/>
          </a:ln>
        </p:spPr>
        <p:txBody>
          <a:bodyPr anchorCtr="0" anchor="t" bIns="0" lIns="0" spcFirstLastPara="1" rIns="0" wrap="square" tIns="9525">
            <a:spAutoFit/>
          </a:bodyPr>
          <a:lstStyle/>
          <a:p>
            <a:pPr indent="0" lvl="0" marL="12700" marR="50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Key challenge: unlike models we have considered previously, discrete tree structure means there are no gradients</a:t>
            </a:r>
            <a:endParaRPr b="0" i="0" sz="2400" u="none" cap="none" strike="noStrike">
              <a:solidFill>
                <a:srgbClr val="000000"/>
              </a:solidFill>
              <a:latin typeface="Arial Narrow"/>
              <a:ea typeface="Arial Narrow"/>
              <a:cs typeface="Arial Narrow"/>
              <a:sym typeface="Arial Narrow"/>
            </a:endParaRPr>
          </a:p>
        </p:txBody>
      </p:sp>
      <p:sp>
        <p:nvSpPr>
          <p:cNvPr id="1327" name="Google Shape;1327;p146"/>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21</a:t>
            </a:r>
            <a:endParaRPr/>
          </a:p>
        </p:txBody>
      </p:sp>
      <p:sp>
        <p:nvSpPr>
          <p:cNvPr id="1328" name="Google Shape;1328;p146"/>
          <p:cNvSpPr txBox="1"/>
          <p:nvPr/>
        </p:nvSpPr>
        <p:spPr>
          <a:xfrm>
            <a:off x="662940" y="2742692"/>
            <a:ext cx="9596120" cy="760095"/>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Additionally, even if we assume binary inputs i.e., </a:t>
            </a:r>
            <a:r>
              <a:rPr b="0" i="0" lang="en-US" sz="2400" u="none" cap="none" strike="noStrike">
                <a:solidFill>
                  <a:srgbClr val="000000"/>
                </a:solidFill>
                <a:latin typeface="Arial"/>
                <a:ea typeface="Arial"/>
                <a:cs typeface="Arial"/>
                <a:sym typeface="Arial"/>
              </a:rPr>
              <a:t>𝑥 ∈	0,1 </a:t>
            </a:r>
            <a:r>
              <a:rPr b="0" baseline="30000" i="0" lang="en-US" sz="2700" u="none" cap="none" strike="noStrike">
                <a:solidFill>
                  <a:srgbClr val="000000"/>
                </a:solidFill>
                <a:latin typeface="Arial"/>
                <a:ea typeface="Arial"/>
                <a:cs typeface="Arial"/>
                <a:sym typeface="Arial"/>
              </a:rPr>
              <a:t>𝑛</a:t>
            </a:r>
            <a:r>
              <a:rPr b="0" i="0" lang="en-US" sz="2400" u="none" cap="none" strike="noStrike">
                <a:solidFill>
                  <a:srgbClr val="000000"/>
                </a:solidFill>
                <a:latin typeface="Arial Narrow"/>
                <a:ea typeface="Arial Narrow"/>
                <a:cs typeface="Arial Narrow"/>
                <a:sym typeface="Arial Narrow"/>
              </a:rPr>
              <a:t>, there are </a:t>
            </a:r>
            <a:r>
              <a:rPr b="0" i="0" lang="en-US" sz="2400" u="none" cap="none" strike="noStrike">
                <a:solidFill>
                  <a:srgbClr val="000000"/>
                </a:solidFill>
                <a:latin typeface="Arial"/>
                <a:ea typeface="Arial"/>
                <a:cs typeface="Arial"/>
                <a:sym typeface="Arial"/>
              </a:rPr>
              <a:t>2</a:t>
            </a:r>
            <a:r>
              <a:rPr b="0" baseline="30000" i="0" lang="en-US" sz="2700" u="none" cap="none" strike="noStrike">
                <a:solidFill>
                  <a:srgbClr val="000000"/>
                </a:solidFill>
                <a:latin typeface="Arial"/>
                <a:ea typeface="Arial"/>
                <a:cs typeface="Arial"/>
                <a:sym typeface="Arial"/>
              </a:rPr>
              <a:t>2</a:t>
            </a:r>
            <a:r>
              <a:rPr b="0" baseline="30000" i="0" lang="en-US" sz="2100" u="none" cap="none" strike="noStrike">
                <a:solidFill>
                  <a:srgbClr val="000000"/>
                </a:solidFill>
                <a:latin typeface="Arial"/>
                <a:ea typeface="Arial"/>
                <a:cs typeface="Arial"/>
                <a:sym typeface="Arial"/>
              </a:rPr>
              <a:t>𝑛</a:t>
            </a:r>
            <a:endParaRPr b="0" baseline="30000" i="0" sz="2100" u="none" cap="none" strike="noStrike">
              <a:solidFill>
                <a:srgbClr val="000000"/>
              </a:solidFill>
              <a:latin typeface="Arial"/>
              <a:ea typeface="Arial"/>
              <a:cs typeface="Arial"/>
              <a:sym typeface="Arial"/>
            </a:endParaRPr>
          </a:p>
          <a:p>
            <a:pPr indent="0" lvl="0" marL="38100" marR="0" rtl="0" algn="l">
              <a:lnSpc>
                <a:spcPct val="100000"/>
              </a:lnSpc>
              <a:spcBef>
                <a:spcPts val="2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decision trees: </a:t>
            </a:r>
            <a:r>
              <a:rPr b="0" i="0" lang="en-US" sz="2400" u="none" cap="none" strike="noStrike">
                <a:solidFill>
                  <a:srgbClr val="000000"/>
                </a:solidFill>
                <a:latin typeface="Arial"/>
                <a:ea typeface="Arial"/>
                <a:cs typeface="Arial"/>
                <a:sym typeface="Arial"/>
              </a:rPr>
              <a:t>𝑛 = 7 </a:t>
            </a:r>
            <a:r>
              <a:rPr b="0" i="0" lang="en-US" sz="2400" u="none" cap="none" strike="noStrike">
                <a:solidFill>
                  <a:srgbClr val="000000"/>
                </a:solidFill>
                <a:latin typeface="Arial Narrow"/>
                <a:ea typeface="Arial Narrow"/>
                <a:cs typeface="Arial Narrow"/>
                <a:sym typeface="Arial Narrow"/>
              </a:rPr>
              <a:t>means </a:t>
            </a:r>
            <a:r>
              <a:rPr b="0" i="0" lang="en-US" sz="2400" u="none" cap="none" strike="noStrike">
                <a:solidFill>
                  <a:srgbClr val="000000"/>
                </a:solidFill>
                <a:latin typeface="Arial"/>
                <a:ea typeface="Arial"/>
                <a:cs typeface="Arial"/>
                <a:sym typeface="Arial"/>
              </a:rPr>
              <a:t>3.4 × 10</a:t>
            </a:r>
            <a:r>
              <a:rPr b="0" baseline="30000" i="0" lang="en-US" sz="2700" u="none" cap="none" strike="noStrike">
                <a:solidFill>
                  <a:srgbClr val="000000"/>
                </a:solidFill>
                <a:latin typeface="Arial"/>
                <a:ea typeface="Arial"/>
                <a:cs typeface="Arial"/>
                <a:sym typeface="Arial"/>
              </a:rPr>
              <a:t>38 </a:t>
            </a:r>
            <a:r>
              <a:rPr b="0" i="0" lang="en-US" sz="2400" u="none" cap="none" strike="noStrike">
                <a:solidFill>
                  <a:srgbClr val="000000"/>
                </a:solidFill>
                <a:latin typeface="Arial Narrow"/>
                <a:ea typeface="Arial Narrow"/>
                <a:cs typeface="Arial Narrow"/>
                <a:sym typeface="Arial Narrow"/>
              </a:rPr>
              <a:t>possible trees</a:t>
            </a:r>
            <a:endParaRPr b="0" i="0" sz="2400" u="none" cap="none" strike="noStrike">
              <a:solidFill>
                <a:srgbClr val="000000"/>
              </a:solidFill>
              <a:latin typeface="Arial Narrow"/>
              <a:ea typeface="Arial Narrow"/>
              <a:cs typeface="Arial Narrow"/>
              <a:sym typeface="Arial Narrow"/>
            </a:endParaRPr>
          </a:p>
        </p:txBody>
      </p:sp>
      <p:sp>
        <p:nvSpPr>
          <p:cNvPr id="1329" name="Google Shape;1329;p146"/>
          <p:cNvSpPr txBox="1"/>
          <p:nvPr/>
        </p:nvSpPr>
        <p:spPr>
          <a:xfrm>
            <a:off x="10332656" y="2742692"/>
            <a:ext cx="1061085"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possible</a:t>
            </a:r>
            <a:endParaRPr b="0" i="0" sz="2400" u="none" cap="none" strike="noStrike">
              <a:solidFill>
                <a:srgbClr val="000000"/>
              </a:solidFill>
              <a:latin typeface="Arial Narrow"/>
              <a:ea typeface="Arial Narrow"/>
              <a:cs typeface="Arial Narrow"/>
              <a:sym typeface="Arial Narrow"/>
            </a:endParaRPr>
          </a:p>
        </p:txBody>
      </p:sp>
      <p:sp>
        <p:nvSpPr>
          <p:cNvPr id="1330" name="Google Shape;1330;p146"/>
          <p:cNvSpPr txBox="1"/>
          <p:nvPr/>
        </p:nvSpPr>
        <p:spPr>
          <a:xfrm>
            <a:off x="688340" y="3861308"/>
            <a:ext cx="10206355" cy="760095"/>
          </a:xfrm>
          <a:prstGeom prst="rect">
            <a:avLst/>
          </a:prstGeom>
          <a:noFill/>
          <a:ln>
            <a:noFill/>
          </a:ln>
        </p:spPr>
        <p:txBody>
          <a:bodyPr anchorCtr="0" anchor="t" bIns="0" lIns="0" spcFirstLastPara="1" rIns="0" wrap="square" tIns="9525">
            <a:spAutoFit/>
          </a:bodyPr>
          <a:lstStyle/>
          <a:p>
            <a:pPr indent="0" lvl="0" marL="12700" marR="50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Instead, we’re going to use </a:t>
            </a:r>
            <a:r>
              <a:rPr b="0" i="1" lang="en-US" sz="2400" u="none" cap="none" strike="noStrike">
                <a:solidFill>
                  <a:srgbClr val="000000"/>
                </a:solidFill>
                <a:latin typeface="Arial Narrow"/>
                <a:ea typeface="Arial Narrow"/>
                <a:cs typeface="Arial Narrow"/>
                <a:sym typeface="Arial Narrow"/>
              </a:rPr>
              <a:t>greedy </a:t>
            </a:r>
            <a:r>
              <a:rPr b="0" i="0" lang="en-US" sz="2400" u="none" cap="none" strike="noStrike">
                <a:solidFill>
                  <a:srgbClr val="000000"/>
                </a:solidFill>
                <a:latin typeface="Arial Narrow"/>
                <a:ea typeface="Arial Narrow"/>
                <a:cs typeface="Arial Narrow"/>
                <a:sym typeface="Arial Narrow"/>
              </a:rPr>
              <a:t>methods to incrementally build the tree (i.e., minimize the loss function) one node at a time</a:t>
            </a:r>
            <a:endParaRPr b="0" i="0" sz="24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descr="$PPTXTitle" id="1335" name="Google Shape;1335;p148"/>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2762250" rtl="0" algn="l">
              <a:lnSpc>
                <a:spcPct val="100000"/>
              </a:lnSpc>
              <a:spcBef>
                <a:spcPts val="0"/>
              </a:spcBef>
              <a:spcAft>
                <a:spcPts val="0"/>
              </a:spcAft>
              <a:buSzPts val="1400"/>
              <a:buNone/>
            </a:pPr>
            <a:r>
              <a:rPr lang="en-US"/>
              <a:t>Optimizing a single leaf</a:t>
            </a:r>
            <a:endParaRPr/>
          </a:p>
        </p:txBody>
      </p:sp>
      <p:sp>
        <p:nvSpPr>
          <p:cNvPr id="1336" name="Google Shape;1336;p148"/>
          <p:cNvSpPr txBox="1"/>
          <p:nvPr/>
        </p:nvSpPr>
        <p:spPr>
          <a:xfrm>
            <a:off x="688340" y="1545843"/>
            <a:ext cx="791210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Consider a single leaf in a decision tree (could be root of initial tree)</a:t>
            </a:r>
            <a:endParaRPr b="0" i="0" sz="2200" u="none" cap="none" strike="noStrike">
              <a:solidFill>
                <a:srgbClr val="000000"/>
              </a:solidFill>
              <a:latin typeface="Arial Narrow"/>
              <a:ea typeface="Arial Narrow"/>
              <a:cs typeface="Arial Narrow"/>
              <a:sym typeface="Arial Narrow"/>
            </a:endParaRPr>
          </a:p>
        </p:txBody>
      </p:sp>
      <p:sp>
        <p:nvSpPr>
          <p:cNvPr id="1337" name="Google Shape;1337;p148"/>
          <p:cNvSpPr txBox="1"/>
          <p:nvPr/>
        </p:nvSpPr>
        <p:spPr>
          <a:xfrm>
            <a:off x="662940" y="2195068"/>
            <a:ext cx="9979660" cy="1214120"/>
          </a:xfrm>
          <a:prstGeom prst="rect">
            <a:avLst/>
          </a:prstGeom>
          <a:noFill/>
          <a:ln>
            <a:noFill/>
          </a:ln>
        </p:spPr>
        <p:txBody>
          <a:bodyPr anchorCtr="0" anchor="t" bIns="0" lIns="0" spcFirstLastPara="1" rIns="0" wrap="square" tIns="82550">
            <a:spAutoFit/>
          </a:bodyPr>
          <a:lstStyle/>
          <a:p>
            <a:pPr indent="0" lvl="0" marL="38100" marR="30480" rtl="0" algn="l">
              <a:lnSpc>
                <a:spcPct val="79100"/>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Let </a:t>
            </a:r>
            <a:r>
              <a:rPr b="0" i="0" lang="en-US" sz="2200" u="none" cap="none" strike="noStrike">
                <a:solidFill>
                  <a:srgbClr val="000000"/>
                </a:solidFill>
                <a:latin typeface="Arial"/>
                <a:ea typeface="Arial"/>
                <a:cs typeface="Arial"/>
                <a:sym typeface="Arial"/>
              </a:rPr>
              <a:t>𝒳 </a:t>
            </a:r>
            <a:r>
              <a:rPr b="0" i="0" lang="en-US" sz="2200" u="none" cap="none" strike="noStrike">
                <a:solidFill>
                  <a:srgbClr val="000000"/>
                </a:solidFill>
                <a:latin typeface="Arial Narrow"/>
                <a:ea typeface="Arial Narrow"/>
                <a:cs typeface="Arial Narrow"/>
                <a:sym typeface="Arial Narrow"/>
              </a:rPr>
              <a:t>denote the examples at this leaf (e.g., in this partition), where </a:t>
            </a:r>
            <a:r>
              <a:rPr b="0" i="0" lang="en-US" sz="2200" u="none" cap="none" strike="noStrike">
                <a:solidFill>
                  <a:srgbClr val="000000"/>
                </a:solidFill>
                <a:latin typeface="Arial"/>
                <a:ea typeface="Arial"/>
                <a:cs typeface="Arial"/>
                <a:sym typeface="Arial"/>
              </a:rPr>
              <a:t>𝒳</a:t>
            </a:r>
            <a:r>
              <a:rPr b="0" baseline="30000" i="0" lang="en-US" sz="24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Narrow"/>
                <a:ea typeface="Arial Narrow"/>
                <a:cs typeface="Arial Narrow"/>
                <a:sym typeface="Arial Narrow"/>
              </a:rPr>
              <a:t>denotes the positive examples and </a:t>
            </a:r>
            <a:r>
              <a:rPr b="0" i="0" lang="en-US" sz="2200" u="none" cap="none" strike="noStrike">
                <a:solidFill>
                  <a:srgbClr val="000000"/>
                </a:solidFill>
                <a:latin typeface="Arial"/>
                <a:ea typeface="Arial"/>
                <a:cs typeface="Arial"/>
                <a:sym typeface="Arial"/>
              </a:rPr>
              <a:t>𝒳</a:t>
            </a:r>
            <a:r>
              <a:rPr b="0" baseline="30000" i="0" lang="en-US" sz="2400" u="none" cap="none" strike="noStrike">
                <a:solidFill>
                  <a:srgbClr val="000000"/>
                </a:solidFill>
                <a:latin typeface="Arial"/>
                <a:ea typeface="Arial"/>
                <a:cs typeface="Arial"/>
                <a:sym typeface="Arial"/>
              </a:rPr>
              <a:t>− </a:t>
            </a:r>
            <a:r>
              <a:rPr b="0" i="0" lang="en-US" sz="2200" u="none" cap="none" strike="noStrike">
                <a:solidFill>
                  <a:srgbClr val="000000"/>
                </a:solidFill>
                <a:latin typeface="Arial Narrow"/>
                <a:ea typeface="Arial Narrow"/>
                <a:cs typeface="Arial Narrow"/>
                <a:sym typeface="Arial Narrow"/>
              </a:rPr>
              <a:t>denotes negative (zero) examples</a:t>
            </a:r>
            <a:endParaRPr b="0" i="0" sz="2200" u="none" cap="none" strike="noStrike">
              <a:solidFill>
                <a:srgbClr val="000000"/>
              </a:solidFill>
              <a:latin typeface="Arial Narrow"/>
              <a:ea typeface="Arial Narrow"/>
              <a:cs typeface="Arial Narrow"/>
              <a:sym typeface="Arial Narrow"/>
            </a:endParaRPr>
          </a:p>
          <a:p>
            <a:pPr indent="0" lvl="0" marL="38100" marR="0" rtl="0" algn="l">
              <a:lnSpc>
                <a:spcPct val="100000"/>
              </a:lnSpc>
              <a:spcBef>
                <a:spcPts val="1989"/>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What should we choose as the (constant) prediction </a:t>
            </a:r>
            <a:r>
              <a:rPr b="0" i="0" lang="en-US" sz="2200" u="none" cap="none" strike="noStrike">
                <a:solidFill>
                  <a:srgbClr val="000000"/>
                </a:solidFill>
                <a:latin typeface="Arial"/>
                <a:ea typeface="Arial"/>
                <a:cs typeface="Arial"/>
                <a:sym typeface="Arial"/>
              </a:rPr>
              <a:t>ℎ </a:t>
            </a:r>
            <a:r>
              <a:rPr b="0" i="0" lang="en-US" sz="2200" u="none" cap="none" strike="noStrike">
                <a:solidFill>
                  <a:srgbClr val="000000"/>
                </a:solidFill>
                <a:latin typeface="Arial Narrow"/>
                <a:ea typeface="Arial Narrow"/>
                <a:cs typeface="Arial Narrow"/>
                <a:sym typeface="Arial Narrow"/>
              </a:rPr>
              <a:t>at this leaf?</a:t>
            </a:r>
            <a:endParaRPr b="0" i="0" sz="2200" u="none" cap="none" strike="noStrike">
              <a:solidFill>
                <a:srgbClr val="000000"/>
              </a:solidFill>
              <a:latin typeface="Arial Narrow"/>
              <a:ea typeface="Arial Narrow"/>
              <a:cs typeface="Arial Narrow"/>
              <a:sym typeface="Arial Narrow"/>
            </a:endParaRPr>
          </a:p>
        </p:txBody>
      </p:sp>
      <p:sp>
        <p:nvSpPr>
          <p:cNvPr id="1338" name="Google Shape;1338;p148"/>
          <p:cNvSpPr/>
          <p:nvPr/>
        </p:nvSpPr>
        <p:spPr>
          <a:xfrm>
            <a:off x="5256909" y="3695571"/>
            <a:ext cx="86360" cy="258445"/>
          </a:xfrm>
          <a:custGeom>
            <a:rect b="b" l="l" r="r" t="t"/>
            <a:pathLst>
              <a:path extrusionOk="0" h="258445" w="86360">
                <a:moveTo>
                  <a:pt x="3684" y="0"/>
                </a:moveTo>
                <a:lnTo>
                  <a:pt x="0" y="10412"/>
                </a:lnTo>
                <a:lnTo>
                  <a:pt x="14955" y="16910"/>
                </a:lnTo>
                <a:lnTo>
                  <a:pt x="27814" y="25906"/>
                </a:lnTo>
                <a:lnTo>
                  <a:pt x="53911" y="67522"/>
                </a:lnTo>
                <a:lnTo>
                  <a:pt x="61531" y="105761"/>
                </a:lnTo>
                <a:lnTo>
                  <a:pt x="62485" y="127762"/>
                </a:lnTo>
                <a:lnTo>
                  <a:pt x="61530" y="150600"/>
                </a:lnTo>
                <a:lnTo>
                  <a:pt x="53858" y="189894"/>
                </a:lnTo>
                <a:lnTo>
                  <a:pt x="27797" y="232171"/>
                </a:lnTo>
                <a:lnTo>
                  <a:pt x="381" y="247775"/>
                </a:lnTo>
                <a:lnTo>
                  <a:pt x="3684" y="258318"/>
                </a:lnTo>
                <a:lnTo>
                  <a:pt x="38893" y="241759"/>
                </a:lnTo>
                <a:lnTo>
                  <a:pt x="64770" y="213106"/>
                </a:lnTo>
                <a:lnTo>
                  <a:pt x="80708" y="174798"/>
                </a:lnTo>
                <a:lnTo>
                  <a:pt x="85979" y="129157"/>
                </a:lnTo>
                <a:lnTo>
                  <a:pt x="84648" y="105487"/>
                </a:lnTo>
                <a:lnTo>
                  <a:pt x="74032" y="63525"/>
                </a:lnTo>
                <a:lnTo>
                  <a:pt x="52939" y="29325"/>
                </a:lnTo>
                <a:lnTo>
                  <a:pt x="22372" y="6742"/>
                </a:lnTo>
                <a:lnTo>
                  <a:pt x="368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9" name="Google Shape;1339;p148"/>
          <p:cNvSpPr/>
          <p:nvPr/>
        </p:nvSpPr>
        <p:spPr>
          <a:xfrm>
            <a:off x="4736719" y="3695571"/>
            <a:ext cx="86360" cy="258445"/>
          </a:xfrm>
          <a:custGeom>
            <a:rect b="b" l="l" r="r" t="t"/>
            <a:pathLst>
              <a:path extrusionOk="0" h="258445" w="86360">
                <a:moveTo>
                  <a:pt x="82421" y="0"/>
                </a:moveTo>
                <a:lnTo>
                  <a:pt x="47259" y="16508"/>
                </a:lnTo>
                <a:lnTo>
                  <a:pt x="21334" y="45212"/>
                </a:lnTo>
                <a:lnTo>
                  <a:pt x="5333" y="83612"/>
                </a:lnTo>
                <a:lnTo>
                  <a:pt x="0" y="129157"/>
                </a:lnTo>
                <a:lnTo>
                  <a:pt x="1330" y="152901"/>
                </a:lnTo>
                <a:lnTo>
                  <a:pt x="11946" y="194863"/>
                </a:lnTo>
                <a:lnTo>
                  <a:pt x="33022" y="228939"/>
                </a:lnTo>
                <a:lnTo>
                  <a:pt x="82421" y="258318"/>
                </a:lnTo>
                <a:lnTo>
                  <a:pt x="85596" y="247775"/>
                </a:lnTo>
                <a:lnTo>
                  <a:pt x="70900" y="241254"/>
                </a:lnTo>
                <a:lnTo>
                  <a:pt x="58228" y="232171"/>
                </a:lnTo>
                <a:lnTo>
                  <a:pt x="32193" y="189894"/>
                </a:lnTo>
                <a:lnTo>
                  <a:pt x="24573" y="150600"/>
                </a:lnTo>
                <a:lnTo>
                  <a:pt x="23620" y="127762"/>
                </a:lnTo>
                <a:lnTo>
                  <a:pt x="24573" y="105761"/>
                </a:lnTo>
                <a:lnTo>
                  <a:pt x="32193" y="67522"/>
                </a:lnTo>
                <a:lnTo>
                  <a:pt x="58339" y="25906"/>
                </a:lnTo>
                <a:lnTo>
                  <a:pt x="86104" y="10412"/>
                </a:lnTo>
                <a:lnTo>
                  <a:pt x="8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148"/>
          <p:cNvSpPr txBox="1"/>
          <p:nvPr/>
        </p:nvSpPr>
        <p:spPr>
          <a:xfrm>
            <a:off x="4554728" y="3548379"/>
            <a:ext cx="145034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ℓ ℎ,	= −</a:t>
            </a:r>
            <a:endParaRPr b="0" i="0" sz="2200" u="none" cap="none" strike="noStrike">
              <a:solidFill>
                <a:srgbClr val="000000"/>
              </a:solidFill>
              <a:latin typeface="Arial"/>
              <a:ea typeface="Arial"/>
              <a:cs typeface="Arial"/>
              <a:sym typeface="Arial"/>
            </a:endParaRPr>
          </a:p>
        </p:txBody>
      </p:sp>
      <p:sp>
        <p:nvSpPr>
          <p:cNvPr id="1341" name="Google Shape;1341;p148"/>
          <p:cNvSpPr/>
          <p:nvPr/>
        </p:nvSpPr>
        <p:spPr>
          <a:xfrm>
            <a:off x="6047232" y="3814570"/>
            <a:ext cx="585470" cy="18415"/>
          </a:xfrm>
          <a:custGeom>
            <a:rect b="b" l="l" r="r" t="t"/>
            <a:pathLst>
              <a:path extrusionOk="0" h="18414" w="585470">
                <a:moveTo>
                  <a:pt x="585214" y="0"/>
                </a:moveTo>
                <a:lnTo>
                  <a:pt x="0" y="0"/>
                </a:lnTo>
                <a:lnTo>
                  <a:pt x="0" y="18287"/>
                </a:lnTo>
                <a:lnTo>
                  <a:pt x="585214" y="18287"/>
                </a:lnTo>
                <a:lnTo>
                  <a:pt x="58521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2" name="Google Shape;1342;p148"/>
          <p:cNvSpPr/>
          <p:nvPr/>
        </p:nvSpPr>
        <p:spPr>
          <a:xfrm>
            <a:off x="6579234" y="3485641"/>
            <a:ext cx="20955" cy="253365"/>
          </a:xfrm>
          <a:custGeom>
            <a:rect b="b" l="l" r="r" t="t"/>
            <a:pathLst>
              <a:path extrusionOk="0" h="253364" w="20954">
                <a:moveTo>
                  <a:pt x="20956" y="0"/>
                </a:moveTo>
                <a:lnTo>
                  <a:pt x="0" y="0"/>
                </a:lnTo>
                <a:lnTo>
                  <a:pt x="0" y="253366"/>
                </a:lnTo>
                <a:lnTo>
                  <a:pt x="20956" y="253366"/>
                </a:lnTo>
                <a:lnTo>
                  <a:pt x="2095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148"/>
          <p:cNvSpPr/>
          <p:nvPr/>
        </p:nvSpPr>
        <p:spPr>
          <a:xfrm>
            <a:off x="6080885" y="3485641"/>
            <a:ext cx="20955" cy="253365"/>
          </a:xfrm>
          <a:custGeom>
            <a:rect b="b" l="l" r="r" t="t"/>
            <a:pathLst>
              <a:path extrusionOk="0" h="253364" w="20954">
                <a:moveTo>
                  <a:pt x="20954" y="0"/>
                </a:moveTo>
                <a:lnTo>
                  <a:pt x="0" y="0"/>
                </a:lnTo>
                <a:lnTo>
                  <a:pt x="0" y="253366"/>
                </a:lnTo>
                <a:lnTo>
                  <a:pt x="20954" y="253366"/>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148"/>
          <p:cNvSpPr/>
          <p:nvPr/>
        </p:nvSpPr>
        <p:spPr>
          <a:xfrm>
            <a:off x="6492365" y="3883404"/>
            <a:ext cx="20955" cy="253365"/>
          </a:xfrm>
          <a:custGeom>
            <a:rect b="b" l="l" r="r" t="t"/>
            <a:pathLst>
              <a:path extrusionOk="0" h="253364" w="20954">
                <a:moveTo>
                  <a:pt x="20956" y="0"/>
                </a:moveTo>
                <a:lnTo>
                  <a:pt x="0" y="0"/>
                </a:lnTo>
                <a:lnTo>
                  <a:pt x="0" y="253366"/>
                </a:lnTo>
                <a:lnTo>
                  <a:pt x="20956" y="253366"/>
                </a:lnTo>
                <a:lnTo>
                  <a:pt x="2095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5" name="Google Shape;1345;p148"/>
          <p:cNvSpPr/>
          <p:nvPr/>
        </p:nvSpPr>
        <p:spPr>
          <a:xfrm>
            <a:off x="6164707" y="3883404"/>
            <a:ext cx="20955" cy="253365"/>
          </a:xfrm>
          <a:custGeom>
            <a:rect b="b" l="l" r="r" t="t"/>
            <a:pathLst>
              <a:path extrusionOk="0" h="253364" w="20954">
                <a:moveTo>
                  <a:pt x="20954" y="0"/>
                </a:moveTo>
                <a:lnTo>
                  <a:pt x="0" y="0"/>
                </a:lnTo>
                <a:lnTo>
                  <a:pt x="0" y="253366"/>
                </a:lnTo>
                <a:lnTo>
                  <a:pt x="20954" y="253366"/>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148"/>
          <p:cNvSpPr/>
          <p:nvPr/>
        </p:nvSpPr>
        <p:spPr>
          <a:xfrm>
            <a:off x="7580376" y="3814570"/>
            <a:ext cx="585470" cy="18415"/>
          </a:xfrm>
          <a:custGeom>
            <a:rect b="b" l="l" r="r" t="t"/>
            <a:pathLst>
              <a:path extrusionOk="0" h="18414" w="585470">
                <a:moveTo>
                  <a:pt x="585216" y="0"/>
                </a:moveTo>
                <a:lnTo>
                  <a:pt x="0" y="0"/>
                </a:lnTo>
                <a:lnTo>
                  <a:pt x="0" y="18287"/>
                </a:lnTo>
                <a:lnTo>
                  <a:pt x="585216" y="18287"/>
                </a:lnTo>
                <a:lnTo>
                  <a:pt x="58521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148"/>
          <p:cNvSpPr/>
          <p:nvPr/>
        </p:nvSpPr>
        <p:spPr>
          <a:xfrm>
            <a:off x="8112379" y="3485641"/>
            <a:ext cx="20955" cy="253365"/>
          </a:xfrm>
          <a:custGeom>
            <a:rect b="b" l="l" r="r" t="t"/>
            <a:pathLst>
              <a:path extrusionOk="0" h="253364" w="20954">
                <a:moveTo>
                  <a:pt x="20954" y="0"/>
                </a:moveTo>
                <a:lnTo>
                  <a:pt x="0" y="0"/>
                </a:lnTo>
                <a:lnTo>
                  <a:pt x="0" y="253366"/>
                </a:lnTo>
                <a:lnTo>
                  <a:pt x="20954" y="253366"/>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148"/>
          <p:cNvSpPr/>
          <p:nvPr/>
        </p:nvSpPr>
        <p:spPr>
          <a:xfrm>
            <a:off x="7614031" y="3485641"/>
            <a:ext cx="20955" cy="253365"/>
          </a:xfrm>
          <a:custGeom>
            <a:rect b="b" l="l" r="r" t="t"/>
            <a:pathLst>
              <a:path extrusionOk="0" h="253364" w="20954">
                <a:moveTo>
                  <a:pt x="20954" y="0"/>
                </a:moveTo>
                <a:lnTo>
                  <a:pt x="0" y="0"/>
                </a:lnTo>
                <a:lnTo>
                  <a:pt x="0" y="253366"/>
                </a:lnTo>
                <a:lnTo>
                  <a:pt x="20954" y="253366"/>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148"/>
          <p:cNvSpPr txBox="1"/>
          <p:nvPr/>
        </p:nvSpPr>
        <p:spPr>
          <a:xfrm>
            <a:off x="6098159" y="3136900"/>
            <a:ext cx="466725" cy="995044"/>
          </a:xfrm>
          <a:prstGeom prst="rect">
            <a:avLst/>
          </a:prstGeom>
          <a:noFill/>
          <a:ln>
            <a:noFill/>
          </a:ln>
        </p:spPr>
        <p:txBody>
          <a:bodyPr anchorCtr="0" anchor="t" bIns="0" lIns="0" spcFirstLastPara="1" rIns="0" wrap="square" tIns="161925">
            <a:spAutoFit/>
          </a:bodyPr>
          <a:lstStyle/>
          <a:p>
            <a:pPr indent="0" lvl="0" marL="38100" marR="0" rtl="0" algn="l">
              <a:lnSpc>
                <a:spcPct val="100000"/>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𝒳</a:t>
            </a:r>
            <a:r>
              <a:rPr b="0" i="0" lang="en-US"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0" lvl="0" marL="121285" marR="0" rtl="0" algn="l">
              <a:lnSpc>
                <a:spcPct val="100000"/>
              </a:lnSpc>
              <a:spcBef>
                <a:spcPts val="1175"/>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𝒳</a:t>
            </a:r>
            <a:endParaRPr b="0" i="0" sz="2200" u="none" cap="none" strike="noStrike">
              <a:solidFill>
                <a:srgbClr val="000000"/>
              </a:solidFill>
              <a:latin typeface="Arial"/>
              <a:ea typeface="Arial"/>
              <a:cs typeface="Arial"/>
              <a:sym typeface="Arial"/>
            </a:endParaRPr>
          </a:p>
        </p:txBody>
      </p:sp>
      <p:sp>
        <p:nvSpPr>
          <p:cNvPr id="1350" name="Google Shape;1350;p148"/>
          <p:cNvSpPr/>
          <p:nvPr/>
        </p:nvSpPr>
        <p:spPr>
          <a:xfrm>
            <a:off x="8025509" y="3883404"/>
            <a:ext cx="20955" cy="253365"/>
          </a:xfrm>
          <a:custGeom>
            <a:rect b="b" l="l" r="r" t="t"/>
            <a:pathLst>
              <a:path extrusionOk="0" h="253364" w="20954">
                <a:moveTo>
                  <a:pt x="20956" y="0"/>
                </a:moveTo>
                <a:lnTo>
                  <a:pt x="0" y="0"/>
                </a:lnTo>
                <a:lnTo>
                  <a:pt x="0" y="253366"/>
                </a:lnTo>
                <a:lnTo>
                  <a:pt x="20956" y="253366"/>
                </a:lnTo>
                <a:lnTo>
                  <a:pt x="2095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148"/>
          <p:cNvSpPr/>
          <p:nvPr/>
        </p:nvSpPr>
        <p:spPr>
          <a:xfrm>
            <a:off x="7697851" y="3883404"/>
            <a:ext cx="20955" cy="253365"/>
          </a:xfrm>
          <a:custGeom>
            <a:rect b="b" l="l" r="r" t="t"/>
            <a:pathLst>
              <a:path extrusionOk="0" h="253364" w="20954">
                <a:moveTo>
                  <a:pt x="20954" y="0"/>
                </a:moveTo>
                <a:lnTo>
                  <a:pt x="0" y="0"/>
                </a:lnTo>
                <a:lnTo>
                  <a:pt x="0" y="253366"/>
                </a:lnTo>
                <a:lnTo>
                  <a:pt x="20954" y="253366"/>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2" name="Google Shape;1352;p148"/>
          <p:cNvSpPr txBox="1"/>
          <p:nvPr/>
        </p:nvSpPr>
        <p:spPr>
          <a:xfrm>
            <a:off x="7631048" y="3136900"/>
            <a:ext cx="466725" cy="995044"/>
          </a:xfrm>
          <a:prstGeom prst="rect">
            <a:avLst/>
          </a:prstGeom>
          <a:noFill/>
          <a:ln>
            <a:noFill/>
          </a:ln>
        </p:spPr>
        <p:txBody>
          <a:bodyPr anchorCtr="0" anchor="t" bIns="0" lIns="0" spcFirstLastPara="1" rIns="0" wrap="square" tIns="161925">
            <a:spAutoFit/>
          </a:bodyPr>
          <a:lstStyle/>
          <a:p>
            <a:pPr indent="0" lvl="0" marL="38100" marR="0" rtl="0" algn="l">
              <a:lnSpc>
                <a:spcPct val="100000"/>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𝒳</a:t>
            </a:r>
            <a:r>
              <a:rPr b="0" i="0" lang="en-US"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a:p>
            <a:pPr indent="0" lvl="0" marL="121920" marR="0" rtl="0" algn="l">
              <a:lnSpc>
                <a:spcPct val="100000"/>
              </a:lnSpc>
              <a:spcBef>
                <a:spcPts val="1175"/>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𝒳</a:t>
            </a:r>
            <a:endParaRPr b="0" i="0" sz="2200" u="none" cap="none" strike="noStrike">
              <a:solidFill>
                <a:srgbClr val="000000"/>
              </a:solidFill>
              <a:latin typeface="Arial"/>
              <a:ea typeface="Arial"/>
              <a:cs typeface="Arial"/>
              <a:sym typeface="Arial"/>
            </a:endParaRPr>
          </a:p>
        </p:txBody>
      </p:sp>
      <p:sp>
        <p:nvSpPr>
          <p:cNvPr id="1353" name="Google Shape;1353;p148"/>
          <p:cNvSpPr txBox="1"/>
          <p:nvPr/>
        </p:nvSpPr>
        <p:spPr>
          <a:xfrm>
            <a:off x="6667881" y="3584955"/>
            <a:ext cx="852169"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log ℎ −</a:t>
            </a:r>
            <a:endParaRPr b="0" i="0" sz="2200" u="none" cap="none" strike="noStrike">
              <a:solidFill>
                <a:srgbClr val="000000"/>
              </a:solidFill>
              <a:latin typeface="Arial"/>
              <a:ea typeface="Arial"/>
              <a:cs typeface="Arial"/>
              <a:sym typeface="Arial"/>
            </a:endParaRPr>
          </a:p>
        </p:txBody>
      </p:sp>
      <p:sp>
        <p:nvSpPr>
          <p:cNvPr id="1354" name="Google Shape;1354;p148"/>
          <p:cNvSpPr txBox="1"/>
          <p:nvPr/>
        </p:nvSpPr>
        <p:spPr>
          <a:xfrm>
            <a:off x="8200770" y="3584955"/>
            <a:ext cx="1229995"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log(1 − ℎ)</a:t>
            </a:r>
            <a:endParaRPr b="0" i="0" sz="2200" u="none" cap="none" strike="noStrike">
              <a:solidFill>
                <a:srgbClr val="000000"/>
              </a:solidFill>
              <a:latin typeface="Arial"/>
              <a:ea typeface="Arial"/>
              <a:cs typeface="Arial"/>
              <a:sym typeface="Arial"/>
            </a:endParaRPr>
          </a:p>
        </p:txBody>
      </p:sp>
      <p:sp>
        <p:nvSpPr>
          <p:cNvPr id="1355" name="Google Shape;1355;p148"/>
          <p:cNvSpPr/>
          <p:nvPr/>
        </p:nvSpPr>
        <p:spPr>
          <a:xfrm>
            <a:off x="3622546" y="4683252"/>
            <a:ext cx="585470" cy="18415"/>
          </a:xfrm>
          <a:custGeom>
            <a:rect b="b" l="l" r="r" t="t"/>
            <a:pathLst>
              <a:path extrusionOk="0" h="18414" w="585470">
                <a:moveTo>
                  <a:pt x="585214" y="0"/>
                </a:moveTo>
                <a:lnTo>
                  <a:pt x="0" y="0"/>
                </a:lnTo>
                <a:lnTo>
                  <a:pt x="0" y="18287"/>
                </a:lnTo>
                <a:lnTo>
                  <a:pt x="585214" y="18287"/>
                </a:lnTo>
                <a:lnTo>
                  <a:pt x="58521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6" name="Google Shape;1356;p148"/>
          <p:cNvSpPr/>
          <p:nvPr/>
        </p:nvSpPr>
        <p:spPr>
          <a:xfrm>
            <a:off x="4154551" y="4354320"/>
            <a:ext cx="20955" cy="253365"/>
          </a:xfrm>
          <a:custGeom>
            <a:rect b="b" l="l" r="r" t="t"/>
            <a:pathLst>
              <a:path extrusionOk="0" h="253364" w="20954">
                <a:moveTo>
                  <a:pt x="20954" y="0"/>
                </a:moveTo>
                <a:lnTo>
                  <a:pt x="0" y="0"/>
                </a:lnTo>
                <a:lnTo>
                  <a:pt x="0" y="253364"/>
                </a:lnTo>
                <a:lnTo>
                  <a:pt x="20954" y="253364"/>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7" name="Google Shape;1357;p148"/>
          <p:cNvSpPr/>
          <p:nvPr/>
        </p:nvSpPr>
        <p:spPr>
          <a:xfrm>
            <a:off x="3656203" y="4354320"/>
            <a:ext cx="20955" cy="253365"/>
          </a:xfrm>
          <a:custGeom>
            <a:rect b="b" l="l" r="r" t="t"/>
            <a:pathLst>
              <a:path extrusionOk="0" h="253364" w="20954">
                <a:moveTo>
                  <a:pt x="20956" y="0"/>
                </a:moveTo>
                <a:lnTo>
                  <a:pt x="0" y="0"/>
                </a:lnTo>
                <a:lnTo>
                  <a:pt x="0" y="253364"/>
                </a:lnTo>
                <a:lnTo>
                  <a:pt x="20956" y="253364"/>
                </a:lnTo>
                <a:lnTo>
                  <a:pt x="2095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8" name="Google Shape;1358;p148"/>
          <p:cNvSpPr txBox="1"/>
          <p:nvPr/>
        </p:nvSpPr>
        <p:spPr>
          <a:xfrm>
            <a:off x="2653538" y="3548379"/>
            <a:ext cx="1876425" cy="967740"/>
          </a:xfrm>
          <a:prstGeom prst="rect">
            <a:avLst/>
          </a:prstGeom>
          <a:noFill/>
          <a:ln>
            <a:noFill/>
          </a:ln>
        </p:spPr>
        <p:txBody>
          <a:bodyPr anchorCtr="0" anchor="t" bIns="0" lIns="0" spcFirstLastPara="1" rIns="0" wrap="square" tIns="12700">
            <a:spAutoFit/>
          </a:bodyPr>
          <a:lstStyle/>
          <a:p>
            <a:pPr indent="0" lvl="0" marL="38100" marR="0" rtl="0" algn="l">
              <a:lnSpc>
                <a:spcPct val="114545"/>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minimize	11</a:t>
            </a:r>
            <a:endParaRPr b="0" i="0" sz="2200" u="none" cap="none" strike="noStrike">
              <a:solidFill>
                <a:srgbClr val="000000"/>
              </a:solidFill>
              <a:latin typeface="Arial"/>
              <a:ea typeface="Arial"/>
              <a:cs typeface="Arial"/>
              <a:sym typeface="Arial"/>
            </a:endParaRPr>
          </a:p>
          <a:p>
            <a:pPr indent="0" lvl="0" marL="527685" marR="0" rtl="0" algn="l">
              <a:lnSpc>
                <a:spcPct val="95937"/>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ℎ</a:t>
            </a:r>
            <a:endParaRPr b="0" i="0" sz="1600" u="none" cap="none" strike="noStrike">
              <a:solidFill>
                <a:srgbClr val="000000"/>
              </a:solidFill>
              <a:latin typeface="Arial"/>
              <a:ea typeface="Arial"/>
              <a:cs typeface="Arial"/>
              <a:sym typeface="Arial"/>
            </a:endParaRPr>
          </a:p>
          <a:p>
            <a:pPr indent="0" lvl="0" marL="1263650" marR="0" rtl="0" algn="l">
              <a:lnSpc>
                <a:spcPct val="74375"/>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𝑥,𝑦∈𝒳</a:t>
            </a:r>
            <a:endParaRPr b="0" i="0" sz="1600" u="none" cap="none" strike="noStrike">
              <a:solidFill>
                <a:srgbClr val="000000"/>
              </a:solidFill>
              <a:latin typeface="Arial"/>
              <a:ea typeface="Arial"/>
              <a:cs typeface="Arial"/>
              <a:sym typeface="Arial"/>
            </a:endParaRPr>
          </a:p>
          <a:p>
            <a:pPr indent="0" lvl="0" marL="1057275" marR="0" rtl="0" algn="l">
              <a:lnSpc>
                <a:spcPct val="65757"/>
              </a:lnSpc>
              <a:spcBef>
                <a:spcPts val="0"/>
              </a:spcBef>
              <a:spcAft>
                <a:spcPts val="0"/>
              </a:spcAft>
              <a:buClr>
                <a:srgbClr val="000000"/>
              </a:buClr>
              <a:buSzPts val="3300"/>
              <a:buFont typeface="Arial"/>
              <a:buNone/>
            </a:pPr>
            <a:r>
              <a:rPr b="0" baseline="-25000" i="0" lang="en-US" sz="3300" u="none" cap="none" strike="noStrike">
                <a:solidFill>
                  <a:srgbClr val="000000"/>
                </a:solidFill>
                <a:latin typeface="Arial"/>
                <a:ea typeface="Arial"/>
                <a:cs typeface="Arial"/>
                <a:sym typeface="Arial"/>
              </a:rPr>
              <a:t>𝒳</a:t>
            </a:r>
            <a:r>
              <a:rPr b="0" i="0" lang="en-US"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359" name="Google Shape;1359;p148"/>
          <p:cNvSpPr/>
          <p:nvPr/>
        </p:nvSpPr>
        <p:spPr>
          <a:xfrm>
            <a:off x="4069207" y="4752084"/>
            <a:ext cx="20955" cy="253365"/>
          </a:xfrm>
          <a:custGeom>
            <a:rect b="b" l="l" r="r" t="t"/>
            <a:pathLst>
              <a:path extrusionOk="0" h="253364" w="20954">
                <a:moveTo>
                  <a:pt x="20954" y="0"/>
                </a:moveTo>
                <a:lnTo>
                  <a:pt x="0" y="0"/>
                </a:lnTo>
                <a:lnTo>
                  <a:pt x="0" y="253364"/>
                </a:lnTo>
                <a:lnTo>
                  <a:pt x="20954" y="253364"/>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0" name="Google Shape;1360;p148"/>
          <p:cNvSpPr/>
          <p:nvPr/>
        </p:nvSpPr>
        <p:spPr>
          <a:xfrm>
            <a:off x="3740021" y="4752084"/>
            <a:ext cx="20955" cy="253365"/>
          </a:xfrm>
          <a:custGeom>
            <a:rect b="b" l="l" r="r" t="t"/>
            <a:pathLst>
              <a:path extrusionOk="0" h="253364" w="20954">
                <a:moveTo>
                  <a:pt x="20954" y="0"/>
                </a:moveTo>
                <a:lnTo>
                  <a:pt x="0" y="0"/>
                </a:lnTo>
                <a:lnTo>
                  <a:pt x="0" y="253364"/>
                </a:lnTo>
                <a:lnTo>
                  <a:pt x="20954" y="253364"/>
                </a:lnTo>
                <a:lnTo>
                  <a:pt x="2095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1" name="Google Shape;1361;p148"/>
          <p:cNvSpPr txBox="1"/>
          <p:nvPr/>
        </p:nvSpPr>
        <p:spPr>
          <a:xfrm>
            <a:off x="3782314" y="4639564"/>
            <a:ext cx="25527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𝒳</a:t>
            </a:r>
            <a:endParaRPr b="0" i="0" sz="2200" u="none" cap="none" strike="noStrike">
              <a:solidFill>
                <a:srgbClr val="000000"/>
              </a:solidFill>
              <a:latin typeface="Arial"/>
              <a:ea typeface="Arial"/>
              <a:cs typeface="Arial"/>
              <a:sym typeface="Arial"/>
            </a:endParaRPr>
          </a:p>
        </p:txBody>
      </p:sp>
      <p:sp>
        <p:nvSpPr>
          <p:cNvPr id="1362" name="Google Shape;1362;p148"/>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23</a:t>
            </a:r>
            <a:endParaRPr/>
          </a:p>
        </p:txBody>
      </p:sp>
      <p:sp>
        <p:nvSpPr>
          <p:cNvPr id="1363" name="Google Shape;1363;p148"/>
          <p:cNvSpPr txBox="1"/>
          <p:nvPr/>
        </p:nvSpPr>
        <p:spPr>
          <a:xfrm>
            <a:off x="2678938" y="4453635"/>
            <a:ext cx="165735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⟹ℎ =	,</a:t>
            </a:r>
            <a:endParaRPr b="0" i="0" sz="2200" u="none" cap="none" strike="noStrike">
              <a:solidFill>
                <a:srgbClr val="000000"/>
              </a:solidFill>
              <a:latin typeface="Arial"/>
              <a:ea typeface="Arial"/>
              <a:cs typeface="Arial"/>
              <a:sym typeface="Arial"/>
            </a:endParaRPr>
          </a:p>
        </p:txBody>
      </p:sp>
      <p:sp>
        <p:nvSpPr>
          <p:cNvPr id="1364" name="Google Shape;1364;p148"/>
          <p:cNvSpPr txBox="1"/>
          <p:nvPr/>
        </p:nvSpPr>
        <p:spPr>
          <a:xfrm>
            <a:off x="688340" y="5236971"/>
            <a:ext cx="7375525" cy="653415"/>
          </a:xfrm>
          <a:prstGeom prst="rect">
            <a:avLst/>
          </a:prstGeom>
          <a:noFill/>
          <a:ln>
            <a:noFill/>
          </a:ln>
        </p:spPr>
        <p:txBody>
          <a:bodyPr anchorCtr="0" anchor="t" bIns="0" lIns="0" spcFirstLastPara="1" rIns="0" wrap="square" tIns="12700">
            <a:spAutoFit/>
          </a:bodyPr>
          <a:lstStyle/>
          <a:p>
            <a:pPr indent="0" lvl="0" marL="12700" marR="0" rtl="0" algn="l">
              <a:lnSpc>
                <a:spcPct val="112272"/>
              </a:lnSpc>
              <a:spcBef>
                <a:spcPts val="0"/>
              </a:spcBef>
              <a:spcAft>
                <a:spcPts val="0"/>
              </a:spcAft>
              <a:buClr>
                <a:srgbClr val="000000"/>
              </a:buClr>
              <a:buSzPts val="2200"/>
              <a:buFont typeface="Arial"/>
              <a:buNone/>
            </a:pPr>
            <a:r>
              <a:rPr b="0" i="0" lang="en-US" sz="2200" u="none" cap="none" strike="noStrike">
                <a:solidFill>
                  <a:srgbClr val="000000"/>
                </a:solidFill>
                <a:latin typeface="Arial Narrow"/>
                <a:ea typeface="Arial Narrow"/>
                <a:cs typeface="Arial Narrow"/>
                <a:sym typeface="Arial Narrow"/>
              </a:rPr>
              <a:t>Which achieves loss:</a:t>
            </a:r>
            <a:endParaRPr b="0" i="0" sz="2200" u="none" cap="none" strike="noStrike">
              <a:solidFill>
                <a:srgbClr val="000000"/>
              </a:solidFill>
              <a:latin typeface="Arial Narrow"/>
              <a:ea typeface="Arial Narrow"/>
              <a:cs typeface="Arial Narrow"/>
              <a:sym typeface="Arial Narrow"/>
            </a:endParaRPr>
          </a:p>
          <a:p>
            <a:pPr indent="0" lvl="0" marL="3413125" marR="0" rtl="0" algn="l">
              <a:lnSpc>
                <a:spcPct val="112272"/>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ℓ = −ℎ log ℎ − (1 − ℎ) log(1 − ℎ)</a:t>
            </a:r>
            <a:endParaRPr b="0" i="0" sz="22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descr="$PPTXTitle" id="1369" name="Google Shape;1369;p149"/>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3537584" rtl="0" algn="l">
              <a:lnSpc>
                <a:spcPct val="100000"/>
              </a:lnSpc>
              <a:spcBef>
                <a:spcPts val="0"/>
              </a:spcBef>
              <a:spcAft>
                <a:spcPts val="0"/>
              </a:spcAft>
              <a:buSzPts val="1400"/>
              <a:buNone/>
            </a:pPr>
            <a:r>
              <a:rPr lang="en-US"/>
              <a:t>Optimizing splits</a:t>
            </a:r>
            <a:endParaRPr/>
          </a:p>
        </p:txBody>
      </p:sp>
      <p:sp>
        <p:nvSpPr>
          <p:cNvPr id="1370" name="Google Shape;1370;p149"/>
          <p:cNvSpPr/>
          <p:nvPr/>
        </p:nvSpPr>
        <p:spPr>
          <a:xfrm>
            <a:off x="2337560" y="2081022"/>
            <a:ext cx="95250" cy="283845"/>
          </a:xfrm>
          <a:custGeom>
            <a:rect b="b" l="l" r="r" t="t"/>
            <a:pathLst>
              <a:path extrusionOk="0" h="283844" w="95250">
                <a:moveTo>
                  <a:pt x="3937" y="0"/>
                </a:moveTo>
                <a:lnTo>
                  <a:pt x="0" y="0"/>
                </a:lnTo>
                <a:lnTo>
                  <a:pt x="0" y="11301"/>
                </a:lnTo>
                <a:lnTo>
                  <a:pt x="2286" y="11301"/>
                </a:lnTo>
                <a:lnTo>
                  <a:pt x="12475" y="12012"/>
                </a:lnTo>
                <a:lnTo>
                  <a:pt x="45212" y="37416"/>
                </a:lnTo>
                <a:lnTo>
                  <a:pt x="48260" y="59688"/>
                </a:lnTo>
                <a:lnTo>
                  <a:pt x="48070" y="65218"/>
                </a:lnTo>
                <a:lnTo>
                  <a:pt x="47513" y="71342"/>
                </a:lnTo>
                <a:lnTo>
                  <a:pt x="45338" y="85469"/>
                </a:lnTo>
                <a:lnTo>
                  <a:pt x="43306" y="95629"/>
                </a:lnTo>
                <a:lnTo>
                  <a:pt x="42291" y="102997"/>
                </a:lnTo>
                <a:lnTo>
                  <a:pt x="42291" y="115697"/>
                </a:lnTo>
                <a:lnTo>
                  <a:pt x="44831" y="122681"/>
                </a:lnTo>
                <a:lnTo>
                  <a:pt x="54737" y="133476"/>
                </a:lnTo>
                <a:lnTo>
                  <a:pt x="60579" y="137413"/>
                </a:lnTo>
                <a:lnTo>
                  <a:pt x="67437" y="140080"/>
                </a:lnTo>
                <a:lnTo>
                  <a:pt x="67437" y="142748"/>
                </a:lnTo>
                <a:lnTo>
                  <a:pt x="42291" y="167004"/>
                </a:lnTo>
                <a:lnTo>
                  <a:pt x="42291" y="179831"/>
                </a:lnTo>
                <a:lnTo>
                  <a:pt x="43306" y="187071"/>
                </a:lnTo>
                <a:lnTo>
                  <a:pt x="46598" y="204690"/>
                </a:lnTo>
                <a:lnTo>
                  <a:pt x="47513" y="211439"/>
                </a:lnTo>
                <a:lnTo>
                  <a:pt x="48070" y="217592"/>
                </a:lnTo>
                <a:lnTo>
                  <a:pt x="48260" y="223138"/>
                </a:lnTo>
                <a:lnTo>
                  <a:pt x="47498" y="235592"/>
                </a:lnTo>
                <a:lnTo>
                  <a:pt x="21509" y="269701"/>
                </a:lnTo>
                <a:lnTo>
                  <a:pt x="2286" y="272542"/>
                </a:lnTo>
                <a:lnTo>
                  <a:pt x="0" y="272542"/>
                </a:lnTo>
                <a:lnTo>
                  <a:pt x="0" y="283845"/>
                </a:lnTo>
                <a:lnTo>
                  <a:pt x="3937" y="283845"/>
                </a:lnTo>
                <a:lnTo>
                  <a:pt x="20292" y="282630"/>
                </a:lnTo>
                <a:lnTo>
                  <a:pt x="56261" y="267843"/>
                </a:lnTo>
                <a:lnTo>
                  <a:pt x="73532" y="220473"/>
                </a:lnTo>
                <a:lnTo>
                  <a:pt x="73318" y="214066"/>
                </a:lnTo>
                <a:lnTo>
                  <a:pt x="72675" y="207232"/>
                </a:lnTo>
                <a:lnTo>
                  <a:pt x="71603" y="199969"/>
                </a:lnTo>
                <a:lnTo>
                  <a:pt x="70104" y="192277"/>
                </a:lnTo>
                <a:lnTo>
                  <a:pt x="67691" y="181736"/>
                </a:lnTo>
                <a:lnTo>
                  <a:pt x="66548" y="174751"/>
                </a:lnTo>
                <a:lnTo>
                  <a:pt x="66548" y="164337"/>
                </a:lnTo>
                <a:lnTo>
                  <a:pt x="68961" y="158750"/>
                </a:lnTo>
                <a:lnTo>
                  <a:pt x="78358" y="150113"/>
                </a:lnTo>
                <a:lnTo>
                  <a:pt x="85470" y="147827"/>
                </a:lnTo>
                <a:lnTo>
                  <a:pt x="94995" y="147447"/>
                </a:lnTo>
                <a:lnTo>
                  <a:pt x="94995" y="135254"/>
                </a:lnTo>
                <a:lnTo>
                  <a:pt x="85470" y="135000"/>
                </a:lnTo>
                <a:lnTo>
                  <a:pt x="78358" y="132714"/>
                </a:lnTo>
                <a:lnTo>
                  <a:pt x="68961" y="124078"/>
                </a:lnTo>
                <a:lnTo>
                  <a:pt x="66548" y="118489"/>
                </a:lnTo>
                <a:lnTo>
                  <a:pt x="66548" y="108075"/>
                </a:lnTo>
                <a:lnTo>
                  <a:pt x="67691" y="100963"/>
                </a:lnTo>
                <a:lnTo>
                  <a:pt x="70104" y="90424"/>
                </a:lnTo>
                <a:lnTo>
                  <a:pt x="71603" y="82805"/>
                </a:lnTo>
                <a:lnTo>
                  <a:pt x="72675" y="75580"/>
                </a:lnTo>
                <a:lnTo>
                  <a:pt x="73318" y="68760"/>
                </a:lnTo>
                <a:lnTo>
                  <a:pt x="73532" y="62355"/>
                </a:lnTo>
                <a:lnTo>
                  <a:pt x="72459" y="47826"/>
                </a:lnTo>
                <a:lnTo>
                  <a:pt x="46478" y="9215"/>
                </a:lnTo>
                <a:lnTo>
                  <a:pt x="20292" y="1214"/>
                </a:lnTo>
                <a:lnTo>
                  <a:pt x="393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1" name="Google Shape;1371;p149"/>
          <p:cNvSpPr/>
          <p:nvPr/>
        </p:nvSpPr>
        <p:spPr>
          <a:xfrm>
            <a:off x="1824607" y="2081022"/>
            <a:ext cx="95250" cy="283845"/>
          </a:xfrm>
          <a:custGeom>
            <a:rect b="b" l="l" r="r" t="t"/>
            <a:pathLst>
              <a:path extrusionOk="0" h="283844" w="95250">
                <a:moveTo>
                  <a:pt x="94995" y="0"/>
                </a:moveTo>
                <a:lnTo>
                  <a:pt x="91185" y="0"/>
                </a:lnTo>
                <a:lnTo>
                  <a:pt x="74777" y="1214"/>
                </a:lnTo>
                <a:lnTo>
                  <a:pt x="38861" y="16000"/>
                </a:lnTo>
                <a:lnTo>
                  <a:pt x="21664" y="59561"/>
                </a:lnTo>
                <a:lnTo>
                  <a:pt x="21678" y="68615"/>
                </a:lnTo>
                <a:lnTo>
                  <a:pt x="22336" y="75406"/>
                </a:lnTo>
                <a:lnTo>
                  <a:pt x="23445" y="82624"/>
                </a:lnTo>
                <a:lnTo>
                  <a:pt x="27304" y="100836"/>
                </a:lnTo>
                <a:lnTo>
                  <a:pt x="28447" y="107950"/>
                </a:lnTo>
                <a:lnTo>
                  <a:pt x="28447" y="118362"/>
                </a:lnTo>
                <a:lnTo>
                  <a:pt x="26161" y="123951"/>
                </a:lnTo>
                <a:lnTo>
                  <a:pt x="16636" y="132587"/>
                </a:lnTo>
                <a:lnTo>
                  <a:pt x="9525" y="134874"/>
                </a:lnTo>
                <a:lnTo>
                  <a:pt x="0" y="135127"/>
                </a:lnTo>
                <a:lnTo>
                  <a:pt x="0" y="147320"/>
                </a:lnTo>
                <a:lnTo>
                  <a:pt x="9525" y="147574"/>
                </a:lnTo>
                <a:lnTo>
                  <a:pt x="16636" y="149986"/>
                </a:lnTo>
                <a:lnTo>
                  <a:pt x="26161" y="158623"/>
                </a:lnTo>
                <a:lnTo>
                  <a:pt x="28447" y="164210"/>
                </a:lnTo>
                <a:lnTo>
                  <a:pt x="28447" y="174625"/>
                </a:lnTo>
                <a:lnTo>
                  <a:pt x="27304" y="181609"/>
                </a:lnTo>
                <a:lnTo>
                  <a:pt x="23445" y="199823"/>
                </a:lnTo>
                <a:lnTo>
                  <a:pt x="22336" y="207041"/>
                </a:lnTo>
                <a:lnTo>
                  <a:pt x="21678" y="213832"/>
                </a:lnTo>
                <a:lnTo>
                  <a:pt x="21462" y="220218"/>
                </a:lnTo>
                <a:lnTo>
                  <a:pt x="22556" y="235267"/>
                </a:lnTo>
                <a:lnTo>
                  <a:pt x="48627" y="274629"/>
                </a:lnTo>
                <a:lnTo>
                  <a:pt x="91185" y="283845"/>
                </a:lnTo>
                <a:lnTo>
                  <a:pt x="94995" y="283845"/>
                </a:lnTo>
                <a:lnTo>
                  <a:pt x="94995" y="272542"/>
                </a:lnTo>
                <a:lnTo>
                  <a:pt x="92709" y="272542"/>
                </a:lnTo>
                <a:lnTo>
                  <a:pt x="82520" y="271829"/>
                </a:lnTo>
                <a:lnTo>
                  <a:pt x="49783" y="246062"/>
                </a:lnTo>
                <a:lnTo>
                  <a:pt x="46735" y="222886"/>
                </a:lnTo>
                <a:lnTo>
                  <a:pt x="46926" y="217412"/>
                </a:lnTo>
                <a:lnTo>
                  <a:pt x="47497" y="211296"/>
                </a:lnTo>
                <a:lnTo>
                  <a:pt x="48450" y="204561"/>
                </a:lnTo>
                <a:lnTo>
                  <a:pt x="51688" y="186944"/>
                </a:lnTo>
                <a:lnTo>
                  <a:pt x="52704" y="179704"/>
                </a:lnTo>
                <a:lnTo>
                  <a:pt x="52704" y="166877"/>
                </a:lnTo>
                <a:lnTo>
                  <a:pt x="50291" y="160020"/>
                </a:lnTo>
                <a:lnTo>
                  <a:pt x="40385" y="149098"/>
                </a:lnTo>
                <a:lnTo>
                  <a:pt x="34416" y="145160"/>
                </a:lnTo>
                <a:lnTo>
                  <a:pt x="27558" y="142621"/>
                </a:lnTo>
                <a:lnTo>
                  <a:pt x="27558" y="139953"/>
                </a:lnTo>
                <a:lnTo>
                  <a:pt x="34416" y="137286"/>
                </a:lnTo>
                <a:lnTo>
                  <a:pt x="40385" y="133350"/>
                </a:lnTo>
                <a:lnTo>
                  <a:pt x="50291" y="122554"/>
                </a:lnTo>
                <a:lnTo>
                  <a:pt x="52704" y="115568"/>
                </a:lnTo>
                <a:lnTo>
                  <a:pt x="52704" y="102741"/>
                </a:lnTo>
                <a:lnTo>
                  <a:pt x="51688" y="95502"/>
                </a:lnTo>
                <a:lnTo>
                  <a:pt x="48450" y="77886"/>
                </a:lnTo>
                <a:lnTo>
                  <a:pt x="47497" y="71151"/>
                </a:lnTo>
                <a:lnTo>
                  <a:pt x="46926" y="65035"/>
                </a:lnTo>
                <a:lnTo>
                  <a:pt x="46735" y="59561"/>
                </a:lnTo>
                <a:lnTo>
                  <a:pt x="47496" y="47589"/>
                </a:lnTo>
                <a:lnTo>
                  <a:pt x="73484" y="14127"/>
                </a:lnTo>
                <a:lnTo>
                  <a:pt x="92709" y="11301"/>
                </a:lnTo>
                <a:lnTo>
                  <a:pt x="94995" y="11301"/>
                </a:lnTo>
                <a:lnTo>
                  <a:pt x="9499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149"/>
          <p:cNvSpPr txBox="1"/>
          <p:nvPr/>
        </p:nvSpPr>
        <p:spPr>
          <a:xfrm>
            <a:off x="650240" y="1611883"/>
            <a:ext cx="10743565" cy="1485900"/>
          </a:xfrm>
          <a:prstGeom prst="rect">
            <a:avLst/>
          </a:prstGeom>
          <a:noFill/>
          <a:ln>
            <a:noFill/>
          </a:ln>
        </p:spPr>
        <p:txBody>
          <a:bodyPr anchorCtr="0" anchor="t" bIns="0" lIns="0" spcFirstLastPara="1" rIns="0" wrap="square" tIns="31750">
            <a:spAutoFit/>
          </a:bodyPr>
          <a:lstStyle/>
          <a:p>
            <a:pPr indent="0" lvl="0" marL="50800" marR="43180" rtl="0" algn="l">
              <a:lnSpc>
                <a:spcPct val="104074"/>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Now suppose we want to split this leaf into two leaves, assuming for the time being that </a:t>
            </a:r>
            <a:r>
              <a:rPr b="0" i="0" lang="en-US" sz="2400" u="none" cap="none" strike="noStrike">
                <a:solidFill>
                  <a:srgbClr val="000000"/>
                </a:solidFill>
                <a:latin typeface="Arial"/>
                <a:ea typeface="Arial"/>
                <a:cs typeface="Arial"/>
                <a:sym typeface="Arial"/>
              </a:rPr>
              <a:t>𝑥 ∈	0,1 </a:t>
            </a:r>
            <a:r>
              <a:rPr b="0" baseline="30000" i="0" lang="en-US" sz="2700" u="none" cap="none" strike="noStrike">
                <a:solidFill>
                  <a:srgbClr val="000000"/>
                </a:solidFill>
                <a:latin typeface="Arial"/>
                <a:ea typeface="Arial"/>
                <a:cs typeface="Arial"/>
                <a:sym typeface="Arial"/>
              </a:rPr>
              <a:t>𝑛 </a:t>
            </a:r>
            <a:r>
              <a:rPr b="0" i="0" lang="en-US" sz="2400" u="none" cap="none" strike="noStrike">
                <a:solidFill>
                  <a:srgbClr val="000000"/>
                </a:solidFill>
                <a:latin typeface="Arial Narrow"/>
                <a:ea typeface="Arial Narrow"/>
                <a:cs typeface="Arial Narrow"/>
                <a:sym typeface="Arial Narrow"/>
              </a:rPr>
              <a:t>is binary</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9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0" lvl="0" marL="508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If we split on a given feature </a:t>
            </a:r>
            <a:r>
              <a:rPr b="0" i="0" lang="en-US" sz="2400" u="none" cap="none" strike="noStrike">
                <a:solidFill>
                  <a:srgbClr val="000000"/>
                </a:solidFill>
                <a:latin typeface="Arial"/>
                <a:ea typeface="Arial"/>
                <a:cs typeface="Arial"/>
                <a:sym typeface="Arial"/>
              </a:rPr>
              <a:t>𝑗</a:t>
            </a:r>
            <a:r>
              <a:rPr b="0" i="0" lang="en-US" sz="2400" u="none" cap="none" strike="noStrike">
                <a:solidFill>
                  <a:srgbClr val="000000"/>
                </a:solidFill>
                <a:latin typeface="Arial Narrow"/>
                <a:ea typeface="Arial Narrow"/>
                <a:cs typeface="Arial Narrow"/>
                <a:sym typeface="Arial Narrow"/>
              </a:rPr>
              <a:t>, this will separate </a:t>
            </a:r>
            <a:r>
              <a:rPr b="0" i="0" lang="en-US" sz="2400" u="none" cap="none" strike="noStrike">
                <a:solidFill>
                  <a:srgbClr val="000000"/>
                </a:solidFill>
                <a:latin typeface="Arial"/>
                <a:ea typeface="Arial"/>
                <a:cs typeface="Arial"/>
                <a:sym typeface="Arial"/>
              </a:rPr>
              <a:t>𝒳 </a:t>
            </a:r>
            <a:r>
              <a:rPr b="0" i="0" lang="en-US" sz="2400" u="none" cap="none" strike="noStrike">
                <a:solidFill>
                  <a:srgbClr val="000000"/>
                </a:solidFill>
                <a:latin typeface="Arial Narrow"/>
                <a:ea typeface="Arial Narrow"/>
                <a:cs typeface="Arial Narrow"/>
                <a:sym typeface="Arial Narrow"/>
              </a:rPr>
              <a:t>into two sets: </a:t>
            </a:r>
            <a:r>
              <a:rPr b="0" i="0" lang="en-US" sz="2400" u="none" cap="none" strike="noStrike">
                <a:solidFill>
                  <a:srgbClr val="000000"/>
                </a:solidFill>
                <a:latin typeface="Arial"/>
                <a:ea typeface="Arial"/>
                <a:cs typeface="Arial"/>
                <a:sym typeface="Arial"/>
              </a:rPr>
              <a:t>𝒳</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Narrow"/>
                <a:ea typeface="Arial Narrow"/>
                <a:cs typeface="Arial Narrow"/>
                <a:sym typeface="Arial Narrow"/>
              </a:rPr>
              <a:t>and </a:t>
            </a:r>
            <a:r>
              <a:rPr b="0" i="0" lang="en-US" sz="2400" u="none" cap="none" strike="noStrike">
                <a:solidFill>
                  <a:srgbClr val="000000"/>
                </a:solidFill>
                <a:latin typeface="Arial"/>
                <a:ea typeface="Arial"/>
                <a:cs typeface="Arial"/>
                <a:sym typeface="Arial"/>
              </a:rPr>
              <a:t>𝒳</a:t>
            </a:r>
            <a:r>
              <a:rPr b="0" baseline="-25000" i="0" lang="en-US" sz="2700" u="none" cap="none" strike="noStrike">
                <a:solidFill>
                  <a:srgbClr val="000000"/>
                </a:solidFill>
                <a:latin typeface="Arial"/>
                <a:ea typeface="Arial"/>
                <a:cs typeface="Arial"/>
                <a:sym typeface="Arial"/>
              </a:rPr>
              <a:t>1 </a:t>
            </a:r>
            <a:r>
              <a:rPr b="0" i="0" lang="en-US" sz="2400" u="none" cap="none" strike="noStrike">
                <a:solidFill>
                  <a:srgbClr val="000000"/>
                </a:solidFill>
                <a:latin typeface="Arial Narrow"/>
                <a:ea typeface="Arial Narrow"/>
                <a:cs typeface="Arial Narrow"/>
                <a:sym typeface="Arial Narrow"/>
              </a:rPr>
              <a:t>(with</a:t>
            </a:r>
            <a:endParaRPr b="0" i="0" sz="2400" u="none" cap="none" strike="noStrike">
              <a:solidFill>
                <a:srgbClr val="000000"/>
              </a:solidFill>
              <a:latin typeface="Arial Narrow"/>
              <a:ea typeface="Arial Narrow"/>
              <a:cs typeface="Arial Narrow"/>
              <a:sym typeface="Arial Narrow"/>
            </a:endParaRPr>
          </a:p>
        </p:txBody>
      </p:sp>
      <p:sp>
        <p:nvSpPr>
          <p:cNvPr id="1373" name="Google Shape;1373;p149"/>
          <p:cNvSpPr txBox="1"/>
          <p:nvPr/>
        </p:nvSpPr>
        <p:spPr>
          <a:xfrm>
            <a:off x="662940" y="3129788"/>
            <a:ext cx="10186035"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𝒳</a:t>
            </a:r>
            <a:r>
              <a:rPr b="0" baseline="30000" i="0" lang="en-US" sz="27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Narrow"/>
                <a:ea typeface="Arial Narrow"/>
                <a:cs typeface="Arial Narrow"/>
                <a:sym typeface="Arial Narrow"/>
              </a:rPr>
              <a:t>and defined similarly to before), and we would choose optimal prediction</a:t>
            </a:r>
            <a:endParaRPr b="0" i="0" sz="2400" u="none" cap="none" strike="noStrike">
              <a:solidFill>
                <a:srgbClr val="000000"/>
              </a:solidFill>
              <a:latin typeface="Arial Narrow"/>
              <a:ea typeface="Arial Narrow"/>
              <a:cs typeface="Arial Narrow"/>
              <a:sym typeface="Arial Narrow"/>
            </a:endParaRPr>
          </a:p>
        </p:txBody>
      </p:sp>
      <p:sp>
        <p:nvSpPr>
          <p:cNvPr id="1374" name="Google Shape;1374;p149"/>
          <p:cNvSpPr/>
          <p:nvPr/>
        </p:nvSpPr>
        <p:spPr>
          <a:xfrm>
            <a:off x="1987423" y="3674744"/>
            <a:ext cx="23495" cy="277495"/>
          </a:xfrm>
          <a:custGeom>
            <a:rect b="b" l="l" r="r" t="t"/>
            <a:pathLst>
              <a:path extrusionOk="0" h="277495" w="23494">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149"/>
          <p:cNvSpPr/>
          <p:nvPr/>
        </p:nvSpPr>
        <p:spPr>
          <a:xfrm>
            <a:off x="1444877" y="3674744"/>
            <a:ext cx="23495" cy="277495"/>
          </a:xfrm>
          <a:custGeom>
            <a:rect b="b" l="l" r="r" t="t"/>
            <a:pathLst>
              <a:path extrusionOk="0" h="277495" w="23494">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6" name="Google Shape;1376;p149"/>
          <p:cNvSpPr/>
          <p:nvPr/>
        </p:nvSpPr>
        <p:spPr>
          <a:xfrm>
            <a:off x="2700653" y="3674744"/>
            <a:ext cx="23495" cy="277495"/>
          </a:xfrm>
          <a:custGeom>
            <a:rect b="b" l="l" r="r" t="t"/>
            <a:pathLst>
              <a:path extrusionOk="0" h="277495" w="23494">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149"/>
          <p:cNvSpPr/>
          <p:nvPr/>
        </p:nvSpPr>
        <p:spPr>
          <a:xfrm>
            <a:off x="2234309" y="3674744"/>
            <a:ext cx="23495" cy="277495"/>
          </a:xfrm>
          <a:custGeom>
            <a:rect b="b" l="l" r="r" t="t"/>
            <a:pathLst>
              <a:path extrusionOk="0" h="277495" w="23494">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8" name="Google Shape;1378;p149"/>
          <p:cNvSpPr/>
          <p:nvPr/>
        </p:nvSpPr>
        <p:spPr>
          <a:xfrm>
            <a:off x="4153027" y="3674744"/>
            <a:ext cx="23495" cy="277495"/>
          </a:xfrm>
          <a:custGeom>
            <a:rect b="b" l="l" r="r" t="t"/>
            <a:pathLst>
              <a:path extrusionOk="0" h="277495" w="23495">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149"/>
          <p:cNvSpPr/>
          <p:nvPr/>
        </p:nvSpPr>
        <p:spPr>
          <a:xfrm>
            <a:off x="3610483" y="3674744"/>
            <a:ext cx="23495" cy="277495"/>
          </a:xfrm>
          <a:custGeom>
            <a:rect b="b" l="l" r="r" t="t"/>
            <a:pathLst>
              <a:path extrusionOk="0" h="277495" w="23495">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149"/>
          <p:cNvSpPr txBox="1"/>
          <p:nvPr/>
        </p:nvSpPr>
        <p:spPr>
          <a:xfrm>
            <a:off x="1720342" y="3708908"/>
            <a:ext cx="13906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b="0" i="0" sz="1800" u="none" cap="none" strike="noStrike">
              <a:solidFill>
                <a:srgbClr val="000000"/>
              </a:solidFill>
              <a:latin typeface="Arial"/>
              <a:ea typeface="Arial"/>
              <a:cs typeface="Arial"/>
              <a:sym typeface="Arial"/>
            </a:endParaRPr>
          </a:p>
        </p:txBody>
      </p:sp>
      <p:sp>
        <p:nvSpPr>
          <p:cNvPr id="1381" name="Google Shape;1381;p149"/>
          <p:cNvSpPr txBox="1"/>
          <p:nvPr/>
        </p:nvSpPr>
        <p:spPr>
          <a:xfrm>
            <a:off x="3879977" y="3708908"/>
            <a:ext cx="13906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b="0" i="0" sz="1800" u="none" cap="none" strike="noStrike">
              <a:solidFill>
                <a:srgbClr val="000000"/>
              </a:solidFill>
              <a:latin typeface="Arial"/>
              <a:ea typeface="Arial"/>
              <a:cs typeface="Arial"/>
              <a:sym typeface="Arial"/>
            </a:endParaRPr>
          </a:p>
        </p:txBody>
      </p:sp>
      <p:sp>
        <p:nvSpPr>
          <p:cNvPr id="1382" name="Google Shape;1382;p149"/>
          <p:cNvSpPr/>
          <p:nvPr/>
        </p:nvSpPr>
        <p:spPr>
          <a:xfrm>
            <a:off x="4860163" y="3674744"/>
            <a:ext cx="23495" cy="277495"/>
          </a:xfrm>
          <a:custGeom>
            <a:rect b="b" l="l" r="r" t="t"/>
            <a:pathLst>
              <a:path extrusionOk="0" h="277495" w="23495">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3" name="Google Shape;1383;p149"/>
          <p:cNvSpPr/>
          <p:nvPr/>
        </p:nvSpPr>
        <p:spPr>
          <a:xfrm>
            <a:off x="4399915" y="3674744"/>
            <a:ext cx="23495" cy="277495"/>
          </a:xfrm>
          <a:custGeom>
            <a:rect b="b" l="l" r="r" t="t"/>
            <a:pathLst>
              <a:path extrusionOk="0" h="277495" w="23495">
                <a:moveTo>
                  <a:pt x="22987" y="0"/>
                </a:moveTo>
                <a:lnTo>
                  <a:pt x="0" y="0"/>
                </a:lnTo>
                <a:lnTo>
                  <a:pt x="0" y="276985"/>
                </a:lnTo>
                <a:lnTo>
                  <a:pt x="22987" y="276985"/>
                </a:lnTo>
                <a:lnTo>
                  <a:pt x="2298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4" name="Google Shape;1384;p149"/>
          <p:cNvSpPr txBox="1"/>
          <p:nvPr/>
        </p:nvSpPr>
        <p:spPr>
          <a:xfrm>
            <a:off x="650240" y="3297428"/>
            <a:ext cx="4233545" cy="650240"/>
          </a:xfrm>
          <a:prstGeom prst="rect">
            <a:avLst/>
          </a:prstGeom>
          <a:noFill/>
          <a:ln>
            <a:noFill/>
          </a:ln>
        </p:spPr>
        <p:txBody>
          <a:bodyPr anchorCtr="0" anchor="t" bIns="0" lIns="0" spcFirstLastPara="1" rIns="0" wrap="square" tIns="12700">
            <a:spAutoFit/>
          </a:bodyPr>
          <a:lstStyle/>
          <a:p>
            <a:pPr indent="0" lvl="0" marL="278765" marR="0" rtl="0" algn="l">
              <a:lnSpc>
                <a:spcPct val="116666"/>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0/1</a:t>
            </a:r>
            <a:endParaRPr b="0" i="0" sz="1800" u="none" cap="none" strike="noStrike">
              <a:solidFill>
                <a:srgbClr val="000000"/>
              </a:solidFill>
              <a:latin typeface="Arial"/>
              <a:ea typeface="Arial"/>
              <a:cs typeface="Arial"/>
              <a:sym typeface="Arial"/>
            </a:endParaRPr>
          </a:p>
          <a:p>
            <a:pPr indent="0" lvl="0" marL="50800" marR="0" rtl="0" algn="l">
              <a:lnSpc>
                <a:spcPct val="104444"/>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ℎ</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a:ea typeface="Arial"/>
                <a:cs typeface="Arial"/>
                <a:sym typeface="Arial"/>
              </a:rPr>
              <a:t>=	𝒳</a:t>
            </a:r>
            <a:r>
              <a:rPr b="0" baseline="30000" i="0" lang="en-US" sz="27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	𝒳</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a:ea typeface="Arial"/>
                <a:cs typeface="Arial"/>
                <a:sym typeface="Arial"/>
              </a:rPr>
              <a:t>, ℎ</a:t>
            </a:r>
            <a:r>
              <a:rPr b="0" baseline="-25000" i="0" lang="en-US" sz="2700" u="none" cap="none" strike="noStrike">
                <a:solidFill>
                  <a:srgbClr val="000000"/>
                </a:solidFill>
                <a:latin typeface="Arial"/>
                <a:ea typeface="Arial"/>
                <a:cs typeface="Arial"/>
                <a:sym typeface="Arial"/>
              </a:rPr>
              <a:t>1 </a:t>
            </a:r>
            <a:r>
              <a:rPr b="0" i="0" lang="en-US" sz="2400" u="none" cap="none" strike="noStrike">
                <a:solidFill>
                  <a:srgbClr val="000000"/>
                </a:solidFill>
                <a:latin typeface="Arial"/>
                <a:ea typeface="Arial"/>
                <a:cs typeface="Arial"/>
                <a:sym typeface="Arial"/>
              </a:rPr>
              <a:t>=	𝒳</a:t>
            </a:r>
            <a:r>
              <a:rPr b="0" baseline="30000" i="0" lang="en-US" sz="27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	𝒳</a:t>
            </a:r>
            <a:r>
              <a:rPr b="0" baseline="-25000" i="0" lang="en-US" sz="2700" u="none" cap="none" strike="noStrike">
                <a:solidFill>
                  <a:srgbClr val="000000"/>
                </a:solidFill>
                <a:latin typeface="Arial"/>
                <a:ea typeface="Arial"/>
                <a:cs typeface="Arial"/>
                <a:sym typeface="Arial"/>
              </a:rPr>
              <a:t>1</a:t>
            </a:r>
            <a:endParaRPr b="0" baseline="-25000" i="0" sz="2700" u="none" cap="none" strike="noStrike">
              <a:solidFill>
                <a:srgbClr val="000000"/>
              </a:solidFill>
              <a:latin typeface="Arial"/>
              <a:ea typeface="Arial"/>
              <a:cs typeface="Arial"/>
              <a:sym typeface="Arial"/>
            </a:endParaRPr>
          </a:p>
        </p:txBody>
      </p:sp>
      <p:grpSp>
        <p:nvGrpSpPr>
          <p:cNvPr id="1385" name="Google Shape;1385;p149"/>
          <p:cNvGrpSpPr/>
          <p:nvPr/>
        </p:nvGrpSpPr>
        <p:grpSpPr>
          <a:xfrm>
            <a:off x="4096132" y="4040398"/>
            <a:ext cx="4004397" cy="2493218"/>
            <a:chOff x="4096132" y="4040398"/>
            <a:chExt cx="4004397" cy="2493218"/>
          </a:xfrm>
        </p:grpSpPr>
        <p:sp>
          <p:nvSpPr>
            <p:cNvPr id="1386" name="Google Shape;1386;p149"/>
            <p:cNvSpPr/>
            <p:nvPr/>
          </p:nvSpPr>
          <p:spPr>
            <a:xfrm>
              <a:off x="7021436" y="4922545"/>
              <a:ext cx="164465" cy="56515"/>
            </a:xfrm>
            <a:custGeom>
              <a:rect b="b" l="l" r="r" t="t"/>
              <a:pathLst>
                <a:path extrusionOk="0" h="56514" w="164465">
                  <a:moveTo>
                    <a:pt x="163957" y="46863"/>
                  </a:moveTo>
                  <a:lnTo>
                    <a:pt x="0" y="46863"/>
                  </a:lnTo>
                  <a:lnTo>
                    <a:pt x="0" y="56400"/>
                  </a:lnTo>
                  <a:lnTo>
                    <a:pt x="163957" y="56400"/>
                  </a:lnTo>
                  <a:lnTo>
                    <a:pt x="163957" y="46863"/>
                  </a:lnTo>
                  <a:close/>
                </a:path>
                <a:path extrusionOk="0" h="56514" w="164465">
                  <a:moveTo>
                    <a:pt x="163957" y="0"/>
                  </a:moveTo>
                  <a:lnTo>
                    <a:pt x="0" y="0"/>
                  </a:lnTo>
                  <a:lnTo>
                    <a:pt x="0" y="9550"/>
                  </a:lnTo>
                  <a:lnTo>
                    <a:pt x="163957" y="9550"/>
                  </a:lnTo>
                  <a:lnTo>
                    <a:pt x="16395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87" name="Google Shape;1387;p149"/>
            <p:cNvPicPr preferRelativeResize="0"/>
            <p:nvPr/>
          </p:nvPicPr>
          <p:blipFill rotWithShape="1">
            <a:blip r:embed="rId3">
              <a:alphaModFix/>
            </a:blip>
            <a:srcRect b="0" l="0" r="0" t="0"/>
            <a:stretch/>
          </p:blipFill>
          <p:spPr>
            <a:xfrm>
              <a:off x="7294011" y="4842316"/>
              <a:ext cx="78110" cy="173930"/>
            </a:xfrm>
            <a:prstGeom prst="rect">
              <a:avLst/>
            </a:prstGeom>
            <a:noFill/>
            <a:ln>
              <a:noFill/>
            </a:ln>
          </p:spPr>
        </p:pic>
        <p:pic>
          <p:nvPicPr>
            <p:cNvPr id="1388" name="Google Shape;1388;p149"/>
            <p:cNvPicPr preferRelativeResize="0"/>
            <p:nvPr/>
          </p:nvPicPr>
          <p:blipFill rotWithShape="1">
            <a:blip r:embed="rId4">
              <a:alphaModFix/>
            </a:blip>
            <a:srcRect b="0" l="0" r="0" t="0"/>
            <a:stretch/>
          </p:blipFill>
          <p:spPr>
            <a:xfrm>
              <a:off x="4812041" y="4900633"/>
              <a:ext cx="210557" cy="192011"/>
            </a:xfrm>
            <a:prstGeom prst="rect">
              <a:avLst/>
            </a:prstGeom>
            <a:noFill/>
            <a:ln>
              <a:noFill/>
            </a:ln>
          </p:spPr>
        </p:pic>
        <p:sp>
          <p:nvSpPr>
            <p:cNvPr id="1389" name="Google Shape;1389;p149"/>
            <p:cNvSpPr/>
            <p:nvPr/>
          </p:nvSpPr>
          <p:spPr>
            <a:xfrm>
              <a:off x="5126444" y="4922545"/>
              <a:ext cx="164465" cy="56515"/>
            </a:xfrm>
            <a:custGeom>
              <a:rect b="b" l="l" r="r" t="t"/>
              <a:pathLst>
                <a:path extrusionOk="0" h="56514" w="164464">
                  <a:moveTo>
                    <a:pt x="163868" y="46863"/>
                  </a:moveTo>
                  <a:lnTo>
                    <a:pt x="0" y="46863"/>
                  </a:lnTo>
                  <a:lnTo>
                    <a:pt x="0" y="56400"/>
                  </a:lnTo>
                  <a:lnTo>
                    <a:pt x="163868" y="56400"/>
                  </a:lnTo>
                  <a:lnTo>
                    <a:pt x="163868" y="46863"/>
                  </a:lnTo>
                  <a:close/>
                </a:path>
                <a:path extrusionOk="0" h="56514" w="164464">
                  <a:moveTo>
                    <a:pt x="163868" y="0"/>
                  </a:moveTo>
                  <a:lnTo>
                    <a:pt x="0" y="0"/>
                  </a:lnTo>
                  <a:lnTo>
                    <a:pt x="0" y="9550"/>
                  </a:lnTo>
                  <a:lnTo>
                    <a:pt x="163868" y="9550"/>
                  </a:lnTo>
                  <a:lnTo>
                    <a:pt x="16386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90" name="Google Shape;1390;p149"/>
            <p:cNvPicPr preferRelativeResize="0"/>
            <p:nvPr/>
          </p:nvPicPr>
          <p:blipFill rotWithShape="1">
            <a:blip r:embed="rId5">
              <a:alphaModFix/>
            </a:blip>
            <a:srcRect b="0" l="0" r="0" t="0"/>
            <a:stretch/>
          </p:blipFill>
          <p:spPr>
            <a:xfrm>
              <a:off x="4096132" y="4040398"/>
              <a:ext cx="4004397" cy="2493218"/>
            </a:xfrm>
            <a:prstGeom prst="rect">
              <a:avLst/>
            </a:prstGeom>
            <a:noFill/>
            <a:ln>
              <a:noFill/>
            </a:ln>
          </p:spPr>
        </p:pic>
      </p:grpSp>
      <p:sp>
        <p:nvSpPr>
          <p:cNvPr id="1391" name="Google Shape;1391;p149"/>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24</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descr="$PPTXTitle" id="1396" name="Google Shape;1396;p150"/>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4046854" rtl="0" algn="l">
              <a:lnSpc>
                <a:spcPct val="100000"/>
              </a:lnSpc>
              <a:spcBef>
                <a:spcPts val="0"/>
              </a:spcBef>
              <a:spcAft>
                <a:spcPts val="0"/>
              </a:spcAft>
              <a:buSzPts val="1400"/>
              <a:buNone/>
            </a:pPr>
            <a:r>
              <a:rPr lang="en-US"/>
              <a:t>Loss of split</a:t>
            </a:r>
            <a:endParaRPr/>
          </a:p>
        </p:txBody>
      </p:sp>
      <p:sp>
        <p:nvSpPr>
          <p:cNvPr id="1397" name="Google Shape;1397;p150"/>
          <p:cNvSpPr txBox="1"/>
          <p:nvPr/>
        </p:nvSpPr>
        <p:spPr>
          <a:xfrm>
            <a:off x="662940" y="1575307"/>
            <a:ext cx="5264150" cy="1113790"/>
          </a:xfrm>
          <a:prstGeom prst="rect">
            <a:avLst/>
          </a:prstGeom>
          <a:noFill/>
          <a:ln>
            <a:noFill/>
          </a:ln>
        </p:spPr>
        <p:txBody>
          <a:bodyPr anchorCtr="0" anchor="t" bIns="0" lIns="0" spcFirstLastPara="1" rIns="0" wrap="square" tIns="12700">
            <a:spAutoFit/>
          </a:bodyPr>
          <a:lstStyle/>
          <a:p>
            <a:pPr indent="0" lvl="0" marL="38100" marR="0" rtl="0" algn="l">
              <a:lnSpc>
                <a:spcPct val="117916"/>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The new leafs will each now suffer loss</a:t>
            </a:r>
            <a:endParaRPr b="0" i="0" sz="2400" u="none" cap="none" strike="noStrike">
              <a:solidFill>
                <a:srgbClr val="000000"/>
              </a:solidFill>
              <a:latin typeface="Arial Narrow"/>
              <a:ea typeface="Arial Narrow"/>
              <a:cs typeface="Arial Narrow"/>
              <a:sym typeface="Arial Narrow"/>
            </a:endParaRPr>
          </a:p>
          <a:p>
            <a:pPr indent="0" lvl="0" marL="2912110" marR="30480" rtl="0" algn="l">
              <a:lnSpc>
                <a:spcPct val="107407"/>
              </a:lnSpc>
              <a:spcBef>
                <a:spcPts val="3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ℓ</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a:ea typeface="Arial"/>
                <a:cs typeface="Arial"/>
                <a:sym typeface="Arial"/>
              </a:rPr>
              <a:t>= −ℎ</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a:ea typeface="Arial"/>
                <a:cs typeface="Arial"/>
                <a:sym typeface="Arial"/>
              </a:rPr>
              <a:t>log ℎ</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a:ea typeface="Arial"/>
                <a:cs typeface="Arial"/>
                <a:sym typeface="Arial"/>
              </a:rPr>
              <a:t>− ℓ</a:t>
            </a:r>
            <a:r>
              <a:rPr b="0" baseline="-25000" i="0" lang="en-US" sz="2700" u="none" cap="none" strike="noStrike">
                <a:solidFill>
                  <a:srgbClr val="000000"/>
                </a:solidFill>
                <a:latin typeface="Arial"/>
                <a:ea typeface="Arial"/>
                <a:cs typeface="Arial"/>
                <a:sym typeface="Arial"/>
              </a:rPr>
              <a:t>1 </a:t>
            </a:r>
            <a:r>
              <a:rPr b="0" i="0" lang="en-US" sz="2400" u="none" cap="none" strike="noStrike">
                <a:solidFill>
                  <a:srgbClr val="000000"/>
                </a:solidFill>
                <a:latin typeface="Arial"/>
                <a:ea typeface="Arial"/>
                <a:cs typeface="Arial"/>
                <a:sym typeface="Arial"/>
              </a:rPr>
              <a:t>= −ℎ</a:t>
            </a:r>
            <a:r>
              <a:rPr b="0" baseline="-25000" i="0" lang="en-US" sz="2700" u="none" cap="none" strike="noStrike">
                <a:solidFill>
                  <a:srgbClr val="000000"/>
                </a:solidFill>
                <a:latin typeface="Arial"/>
                <a:ea typeface="Arial"/>
                <a:cs typeface="Arial"/>
                <a:sym typeface="Arial"/>
              </a:rPr>
              <a:t>1 </a:t>
            </a:r>
            <a:r>
              <a:rPr b="0" i="0" lang="en-US" sz="2400" u="none" cap="none" strike="noStrike">
                <a:solidFill>
                  <a:srgbClr val="000000"/>
                </a:solidFill>
                <a:latin typeface="Arial"/>
                <a:ea typeface="Arial"/>
                <a:cs typeface="Arial"/>
                <a:sym typeface="Arial"/>
              </a:rPr>
              <a:t>log ℎ</a:t>
            </a:r>
            <a:r>
              <a:rPr b="0" baseline="-25000" i="0" lang="en-US" sz="2700" u="none" cap="none" strike="noStrike">
                <a:solidFill>
                  <a:srgbClr val="000000"/>
                </a:solidFill>
                <a:latin typeface="Arial"/>
                <a:ea typeface="Arial"/>
                <a:cs typeface="Arial"/>
                <a:sym typeface="Arial"/>
              </a:rPr>
              <a:t>1 </a:t>
            </a:r>
            <a:r>
              <a:rPr b="0" i="0" lang="en-US" sz="2400" u="none" cap="none" strike="noStrike">
                <a:solidFill>
                  <a:srgbClr val="000000"/>
                </a:solidFill>
                <a:latin typeface="Arial"/>
                <a:ea typeface="Arial"/>
                <a:cs typeface="Arial"/>
                <a:sym typeface="Arial"/>
              </a:rPr>
              <a:t>−</a:t>
            </a:r>
            <a:endParaRPr b="0" i="0" sz="2400" u="none" cap="none" strike="noStrike">
              <a:solidFill>
                <a:srgbClr val="000000"/>
              </a:solidFill>
              <a:latin typeface="Arial"/>
              <a:ea typeface="Arial"/>
              <a:cs typeface="Arial"/>
              <a:sym typeface="Arial"/>
            </a:endParaRPr>
          </a:p>
        </p:txBody>
      </p:sp>
      <p:sp>
        <p:nvSpPr>
          <p:cNvPr id="1398" name="Google Shape;1398;p150"/>
          <p:cNvSpPr/>
          <p:nvPr/>
        </p:nvSpPr>
        <p:spPr>
          <a:xfrm>
            <a:off x="6953628" y="2045079"/>
            <a:ext cx="93980" cy="282575"/>
          </a:xfrm>
          <a:custGeom>
            <a:rect b="b" l="l" r="r" t="t"/>
            <a:pathLst>
              <a:path extrusionOk="0" h="282575" w="93979">
                <a:moveTo>
                  <a:pt x="3936" y="0"/>
                </a:moveTo>
                <a:lnTo>
                  <a:pt x="0" y="11429"/>
                </a:lnTo>
                <a:lnTo>
                  <a:pt x="16308" y="18503"/>
                </a:lnTo>
                <a:lnTo>
                  <a:pt x="30352" y="28305"/>
                </a:lnTo>
                <a:lnTo>
                  <a:pt x="58877" y="73851"/>
                </a:lnTo>
                <a:lnTo>
                  <a:pt x="67171" y="115623"/>
                </a:lnTo>
                <a:lnTo>
                  <a:pt x="68199" y="139700"/>
                </a:lnTo>
                <a:lnTo>
                  <a:pt x="67153" y="164580"/>
                </a:lnTo>
                <a:lnTo>
                  <a:pt x="58822" y="207529"/>
                </a:lnTo>
                <a:lnTo>
                  <a:pt x="30399" y="253777"/>
                </a:lnTo>
                <a:lnTo>
                  <a:pt x="380" y="270764"/>
                </a:lnTo>
                <a:lnTo>
                  <a:pt x="3936" y="282321"/>
                </a:lnTo>
                <a:lnTo>
                  <a:pt x="42433" y="264238"/>
                </a:lnTo>
                <a:lnTo>
                  <a:pt x="70738" y="232918"/>
                </a:lnTo>
                <a:lnTo>
                  <a:pt x="88169" y="191071"/>
                </a:lnTo>
                <a:lnTo>
                  <a:pt x="93979" y="141224"/>
                </a:lnTo>
                <a:lnTo>
                  <a:pt x="92527" y="115338"/>
                </a:lnTo>
                <a:lnTo>
                  <a:pt x="80906" y="69429"/>
                </a:lnTo>
                <a:lnTo>
                  <a:pt x="57783" y="32092"/>
                </a:lnTo>
                <a:lnTo>
                  <a:pt x="24394" y="7378"/>
                </a:lnTo>
                <a:lnTo>
                  <a:pt x="393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150"/>
          <p:cNvSpPr/>
          <p:nvPr/>
        </p:nvSpPr>
        <p:spPr>
          <a:xfrm>
            <a:off x="6005447" y="2045079"/>
            <a:ext cx="94615" cy="282575"/>
          </a:xfrm>
          <a:custGeom>
            <a:rect b="b" l="l" r="r" t="t"/>
            <a:pathLst>
              <a:path extrusionOk="0" h="282575" w="94614">
                <a:moveTo>
                  <a:pt x="90041" y="0"/>
                </a:moveTo>
                <a:lnTo>
                  <a:pt x="51640" y="18080"/>
                </a:lnTo>
                <a:lnTo>
                  <a:pt x="23239" y="49402"/>
                </a:lnTo>
                <a:lnTo>
                  <a:pt x="5810" y="91408"/>
                </a:lnTo>
                <a:lnTo>
                  <a:pt x="0" y="141224"/>
                </a:lnTo>
                <a:lnTo>
                  <a:pt x="1452" y="167158"/>
                </a:lnTo>
                <a:lnTo>
                  <a:pt x="13073" y="212982"/>
                </a:lnTo>
                <a:lnTo>
                  <a:pt x="36125" y="250226"/>
                </a:lnTo>
                <a:lnTo>
                  <a:pt x="69514" y="274941"/>
                </a:lnTo>
                <a:lnTo>
                  <a:pt x="90041" y="282321"/>
                </a:lnTo>
                <a:lnTo>
                  <a:pt x="93599" y="270764"/>
                </a:lnTo>
                <a:lnTo>
                  <a:pt x="77530" y="263663"/>
                </a:lnTo>
                <a:lnTo>
                  <a:pt x="63642" y="253777"/>
                </a:lnTo>
                <a:lnTo>
                  <a:pt x="35210" y="207529"/>
                </a:lnTo>
                <a:lnTo>
                  <a:pt x="26828" y="164580"/>
                </a:lnTo>
                <a:lnTo>
                  <a:pt x="25779" y="139700"/>
                </a:lnTo>
                <a:lnTo>
                  <a:pt x="26828" y="115623"/>
                </a:lnTo>
                <a:lnTo>
                  <a:pt x="35210" y="73851"/>
                </a:lnTo>
                <a:lnTo>
                  <a:pt x="63752" y="28305"/>
                </a:lnTo>
                <a:lnTo>
                  <a:pt x="94105" y="11429"/>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0" name="Google Shape;1400;p150"/>
          <p:cNvSpPr/>
          <p:nvPr/>
        </p:nvSpPr>
        <p:spPr>
          <a:xfrm>
            <a:off x="8494393" y="2045079"/>
            <a:ext cx="93980" cy="282575"/>
          </a:xfrm>
          <a:custGeom>
            <a:rect b="b" l="l" r="r" t="t"/>
            <a:pathLst>
              <a:path extrusionOk="0" h="282575" w="93979">
                <a:moveTo>
                  <a:pt x="3936" y="0"/>
                </a:moveTo>
                <a:lnTo>
                  <a:pt x="0" y="11429"/>
                </a:lnTo>
                <a:lnTo>
                  <a:pt x="16306" y="18503"/>
                </a:lnTo>
                <a:lnTo>
                  <a:pt x="30352" y="28305"/>
                </a:lnTo>
                <a:lnTo>
                  <a:pt x="58875" y="73851"/>
                </a:lnTo>
                <a:lnTo>
                  <a:pt x="67171" y="115623"/>
                </a:lnTo>
                <a:lnTo>
                  <a:pt x="68197" y="139700"/>
                </a:lnTo>
                <a:lnTo>
                  <a:pt x="67153" y="164580"/>
                </a:lnTo>
                <a:lnTo>
                  <a:pt x="58822" y="207529"/>
                </a:lnTo>
                <a:lnTo>
                  <a:pt x="30399" y="253777"/>
                </a:lnTo>
                <a:lnTo>
                  <a:pt x="380" y="270764"/>
                </a:lnTo>
                <a:lnTo>
                  <a:pt x="3936" y="282321"/>
                </a:lnTo>
                <a:lnTo>
                  <a:pt x="42433" y="264238"/>
                </a:lnTo>
                <a:lnTo>
                  <a:pt x="70737" y="232918"/>
                </a:lnTo>
                <a:lnTo>
                  <a:pt x="88169" y="191071"/>
                </a:lnTo>
                <a:lnTo>
                  <a:pt x="93978" y="141224"/>
                </a:lnTo>
                <a:lnTo>
                  <a:pt x="92527" y="115338"/>
                </a:lnTo>
                <a:lnTo>
                  <a:pt x="80906" y="69429"/>
                </a:lnTo>
                <a:lnTo>
                  <a:pt x="57783" y="32092"/>
                </a:lnTo>
                <a:lnTo>
                  <a:pt x="24392" y="7378"/>
                </a:lnTo>
                <a:lnTo>
                  <a:pt x="393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1" name="Google Shape;1401;p150"/>
          <p:cNvSpPr/>
          <p:nvPr/>
        </p:nvSpPr>
        <p:spPr>
          <a:xfrm>
            <a:off x="7546213" y="2045079"/>
            <a:ext cx="94615" cy="282575"/>
          </a:xfrm>
          <a:custGeom>
            <a:rect b="b" l="l" r="r" t="t"/>
            <a:pathLst>
              <a:path extrusionOk="0" h="282575" w="94615">
                <a:moveTo>
                  <a:pt x="90041" y="0"/>
                </a:moveTo>
                <a:lnTo>
                  <a:pt x="51640" y="18080"/>
                </a:lnTo>
                <a:lnTo>
                  <a:pt x="23239" y="49402"/>
                </a:lnTo>
                <a:lnTo>
                  <a:pt x="5810" y="91408"/>
                </a:lnTo>
                <a:lnTo>
                  <a:pt x="0" y="141224"/>
                </a:lnTo>
                <a:lnTo>
                  <a:pt x="1451" y="167158"/>
                </a:lnTo>
                <a:lnTo>
                  <a:pt x="13073" y="212982"/>
                </a:lnTo>
                <a:lnTo>
                  <a:pt x="36125" y="250226"/>
                </a:lnTo>
                <a:lnTo>
                  <a:pt x="69513" y="274941"/>
                </a:lnTo>
                <a:lnTo>
                  <a:pt x="90041" y="282321"/>
                </a:lnTo>
                <a:lnTo>
                  <a:pt x="93597" y="270764"/>
                </a:lnTo>
                <a:lnTo>
                  <a:pt x="77530" y="263663"/>
                </a:lnTo>
                <a:lnTo>
                  <a:pt x="63642" y="253777"/>
                </a:lnTo>
                <a:lnTo>
                  <a:pt x="35209" y="207529"/>
                </a:lnTo>
                <a:lnTo>
                  <a:pt x="26827" y="164580"/>
                </a:lnTo>
                <a:lnTo>
                  <a:pt x="25779" y="139700"/>
                </a:lnTo>
                <a:lnTo>
                  <a:pt x="26827" y="115623"/>
                </a:lnTo>
                <a:lnTo>
                  <a:pt x="35209" y="73851"/>
                </a:lnTo>
                <a:lnTo>
                  <a:pt x="63752" y="28305"/>
                </a:lnTo>
                <a:lnTo>
                  <a:pt x="94105" y="11429"/>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150"/>
          <p:cNvSpPr/>
          <p:nvPr/>
        </p:nvSpPr>
        <p:spPr>
          <a:xfrm>
            <a:off x="6924675" y="2410841"/>
            <a:ext cx="93980" cy="282575"/>
          </a:xfrm>
          <a:custGeom>
            <a:rect b="b" l="l" r="r" t="t"/>
            <a:pathLst>
              <a:path extrusionOk="0" h="282575" w="93979">
                <a:moveTo>
                  <a:pt x="3935" y="0"/>
                </a:moveTo>
                <a:lnTo>
                  <a:pt x="0" y="11429"/>
                </a:lnTo>
                <a:lnTo>
                  <a:pt x="16306" y="18503"/>
                </a:lnTo>
                <a:lnTo>
                  <a:pt x="30351" y="28304"/>
                </a:lnTo>
                <a:lnTo>
                  <a:pt x="58875" y="73851"/>
                </a:lnTo>
                <a:lnTo>
                  <a:pt x="67170" y="115623"/>
                </a:lnTo>
                <a:lnTo>
                  <a:pt x="68199" y="139700"/>
                </a:lnTo>
                <a:lnTo>
                  <a:pt x="67152" y="164579"/>
                </a:lnTo>
                <a:lnTo>
                  <a:pt x="58821" y="207529"/>
                </a:lnTo>
                <a:lnTo>
                  <a:pt x="30399" y="253776"/>
                </a:lnTo>
                <a:lnTo>
                  <a:pt x="379" y="270762"/>
                </a:lnTo>
                <a:lnTo>
                  <a:pt x="3935" y="282320"/>
                </a:lnTo>
                <a:lnTo>
                  <a:pt x="42433" y="264238"/>
                </a:lnTo>
                <a:lnTo>
                  <a:pt x="70739" y="232917"/>
                </a:lnTo>
                <a:lnTo>
                  <a:pt x="88168" y="191071"/>
                </a:lnTo>
                <a:lnTo>
                  <a:pt x="93978" y="141224"/>
                </a:lnTo>
                <a:lnTo>
                  <a:pt x="92527" y="115338"/>
                </a:lnTo>
                <a:lnTo>
                  <a:pt x="80905" y="69428"/>
                </a:lnTo>
                <a:lnTo>
                  <a:pt x="57782" y="32092"/>
                </a:lnTo>
                <a:lnTo>
                  <a:pt x="24392" y="7378"/>
                </a:lnTo>
                <a:lnTo>
                  <a:pt x="3935"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3" name="Google Shape;1403;p150"/>
          <p:cNvSpPr/>
          <p:nvPr/>
        </p:nvSpPr>
        <p:spPr>
          <a:xfrm>
            <a:off x="5984113" y="2410841"/>
            <a:ext cx="94615" cy="282575"/>
          </a:xfrm>
          <a:custGeom>
            <a:rect b="b" l="l" r="r" t="t"/>
            <a:pathLst>
              <a:path extrusionOk="0" h="282575" w="94614">
                <a:moveTo>
                  <a:pt x="90041" y="0"/>
                </a:moveTo>
                <a:lnTo>
                  <a:pt x="51640" y="18080"/>
                </a:lnTo>
                <a:lnTo>
                  <a:pt x="23239" y="49402"/>
                </a:lnTo>
                <a:lnTo>
                  <a:pt x="5810" y="91408"/>
                </a:lnTo>
                <a:lnTo>
                  <a:pt x="0" y="141224"/>
                </a:lnTo>
                <a:lnTo>
                  <a:pt x="1451" y="167158"/>
                </a:lnTo>
                <a:lnTo>
                  <a:pt x="13072" y="212981"/>
                </a:lnTo>
                <a:lnTo>
                  <a:pt x="36125" y="250226"/>
                </a:lnTo>
                <a:lnTo>
                  <a:pt x="69513" y="274941"/>
                </a:lnTo>
                <a:lnTo>
                  <a:pt x="90041" y="282320"/>
                </a:lnTo>
                <a:lnTo>
                  <a:pt x="93599" y="270762"/>
                </a:lnTo>
                <a:lnTo>
                  <a:pt x="77530" y="263663"/>
                </a:lnTo>
                <a:lnTo>
                  <a:pt x="63642" y="253776"/>
                </a:lnTo>
                <a:lnTo>
                  <a:pt x="35209" y="207529"/>
                </a:lnTo>
                <a:lnTo>
                  <a:pt x="26827" y="164579"/>
                </a:lnTo>
                <a:lnTo>
                  <a:pt x="25781" y="139700"/>
                </a:lnTo>
                <a:lnTo>
                  <a:pt x="26827" y="115623"/>
                </a:lnTo>
                <a:lnTo>
                  <a:pt x="35209" y="73851"/>
                </a:lnTo>
                <a:lnTo>
                  <a:pt x="63753" y="28304"/>
                </a:lnTo>
                <a:lnTo>
                  <a:pt x="94107" y="11429"/>
                </a:lnTo>
                <a:lnTo>
                  <a:pt x="9004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4" name="Google Shape;1404;p150"/>
          <p:cNvSpPr txBox="1"/>
          <p:nvPr/>
        </p:nvSpPr>
        <p:spPr>
          <a:xfrm>
            <a:off x="6046341" y="1928876"/>
            <a:ext cx="913130" cy="760095"/>
          </a:xfrm>
          <a:prstGeom prst="rect">
            <a:avLst/>
          </a:prstGeom>
          <a:noFill/>
          <a:ln>
            <a:noFill/>
          </a:ln>
        </p:spPr>
        <p:txBody>
          <a:bodyPr anchorCtr="0" anchor="t" bIns="0" lIns="0" spcFirstLastPara="1" rIns="0" wrap="square" tIns="12700">
            <a:spAutoFit/>
          </a:bodyPr>
          <a:lstStyle/>
          <a:p>
            <a:pPr indent="0" lvl="0" marL="58419"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1 − ℎ</a:t>
            </a:r>
            <a:r>
              <a:rPr b="0" baseline="-25000" i="0" lang="en-US" sz="2700" u="none" cap="none" strike="noStrike">
                <a:solidFill>
                  <a:srgbClr val="000000"/>
                </a:solidFill>
                <a:latin typeface="Arial"/>
                <a:ea typeface="Arial"/>
                <a:cs typeface="Arial"/>
                <a:sym typeface="Arial"/>
              </a:rPr>
              <a:t>0</a:t>
            </a:r>
            <a:endParaRPr b="0" baseline="-25000" i="0" sz="2700" u="none" cap="none" strike="noStrike">
              <a:solidFill>
                <a:srgbClr val="000000"/>
              </a:solidFill>
              <a:latin typeface="Arial"/>
              <a:ea typeface="Arial"/>
              <a:cs typeface="Arial"/>
              <a:sym typeface="Arial"/>
            </a:endParaRPr>
          </a:p>
          <a:p>
            <a:pPr indent="0" lvl="0" marL="38100" marR="0" rtl="0" algn="l">
              <a:lnSpc>
                <a:spcPct val="100000"/>
              </a:lnSpc>
              <a:spcBef>
                <a:spcPts val="2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1 − ℎ</a:t>
            </a:r>
            <a:r>
              <a:rPr b="0" baseline="-25000" i="0" lang="en-US" sz="2700" u="none" cap="none" strike="noStrike">
                <a:solidFill>
                  <a:srgbClr val="000000"/>
                </a:solidFill>
                <a:latin typeface="Arial"/>
                <a:ea typeface="Arial"/>
                <a:cs typeface="Arial"/>
                <a:sym typeface="Arial"/>
              </a:rPr>
              <a:t>1</a:t>
            </a:r>
            <a:endParaRPr b="0" baseline="-25000" i="0" sz="2700" u="none" cap="none" strike="noStrike">
              <a:solidFill>
                <a:srgbClr val="000000"/>
              </a:solidFill>
              <a:latin typeface="Arial"/>
              <a:ea typeface="Arial"/>
              <a:cs typeface="Arial"/>
              <a:sym typeface="Arial"/>
            </a:endParaRPr>
          </a:p>
        </p:txBody>
      </p:sp>
      <p:sp>
        <p:nvSpPr>
          <p:cNvPr id="1405" name="Google Shape;1405;p150"/>
          <p:cNvSpPr/>
          <p:nvPr/>
        </p:nvSpPr>
        <p:spPr>
          <a:xfrm>
            <a:off x="8459343" y="2410841"/>
            <a:ext cx="93980" cy="282575"/>
          </a:xfrm>
          <a:custGeom>
            <a:rect b="b" l="l" r="r" t="t"/>
            <a:pathLst>
              <a:path extrusionOk="0" h="282575" w="93979">
                <a:moveTo>
                  <a:pt x="3936" y="0"/>
                </a:moveTo>
                <a:lnTo>
                  <a:pt x="0" y="11429"/>
                </a:lnTo>
                <a:lnTo>
                  <a:pt x="16306" y="18503"/>
                </a:lnTo>
                <a:lnTo>
                  <a:pt x="30351" y="28304"/>
                </a:lnTo>
                <a:lnTo>
                  <a:pt x="58875" y="73851"/>
                </a:lnTo>
                <a:lnTo>
                  <a:pt x="67171" y="115623"/>
                </a:lnTo>
                <a:lnTo>
                  <a:pt x="68199" y="139700"/>
                </a:lnTo>
                <a:lnTo>
                  <a:pt x="67152" y="164579"/>
                </a:lnTo>
                <a:lnTo>
                  <a:pt x="58822" y="207529"/>
                </a:lnTo>
                <a:lnTo>
                  <a:pt x="30399" y="253776"/>
                </a:lnTo>
                <a:lnTo>
                  <a:pt x="380" y="270762"/>
                </a:lnTo>
                <a:lnTo>
                  <a:pt x="3936" y="282320"/>
                </a:lnTo>
                <a:lnTo>
                  <a:pt x="42433" y="264238"/>
                </a:lnTo>
                <a:lnTo>
                  <a:pt x="70738" y="232917"/>
                </a:lnTo>
                <a:lnTo>
                  <a:pt x="88168" y="191071"/>
                </a:lnTo>
                <a:lnTo>
                  <a:pt x="93979" y="141224"/>
                </a:lnTo>
                <a:lnTo>
                  <a:pt x="92527" y="115338"/>
                </a:lnTo>
                <a:lnTo>
                  <a:pt x="80906" y="69428"/>
                </a:lnTo>
                <a:lnTo>
                  <a:pt x="57782" y="32092"/>
                </a:lnTo>
                <a:lnTo>
                  <a:pt x="24392" y="7378"/>
                </a:lnTo>
                <a:lnTo>
                  <a:pt x="393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6" name="Google Shape;1406;p150"/>
          <p:cNvSpPr/>
          <p:nvPr/>
        </p:nvSpPr>
        <p:spPr>
          <a:xfrm>
            <a:off x="7518781" y="2410841"/>
            <a:ext cx="94615" cy="282575"/>
          </a:xfrm>
          <a:custGeom>
            <a:rect b="b" l="l" r="r" t="t"/>
            <a:pathLst>
              <a:path extrusionOk="0" h="282575" w="94615">
                <a:moveTo>
                  <a:pt x="90043" y="0"/>
                </a:moveTo>
                <a:lnTo>
                  <a:pt x="51640" y="18080"/>
                </a:lnTo>
                <a:lnTo>
                  <a:pt x="23241" y="49402"/>
                </a:lnTo>
                <a:lnTo>
                  <a:pt x="5810" y="91408"/>
                </a:lnTo>
                <a:lnTo>
                  <a:pt x="0" y="141224"/>
                </a:lnTo>
                <a:lnTo>
                  <a:pt x="1451" y="167158"/>
                </a:lnTo>
                <a:lnTo>
                  <a:pt x="13073" y="212981"/>
                </a:lnTo>
                <a:lnTo>
                  <a:pt x="36125" y="250226"/>
                </a:lnTo>
                <a:lnTo>
                  <a:pt x="69513" y="274941"/>
                </a:lnTo>
                <a:lnTo>
                  <a:pt x="90043" y="282320"/>
                </a:lnTo>
                <a:lnTo>
                  <a:pt x="93599" y="270762"/>
                </a:lnTo>
                <a:lnTo>
                  <a:pt x="77530" y="263663"/>
                </a:lnTo>
                <a:lnTo>
                  <a:pt x="63642" y="253776"/>
                </a:lnTo>
                <a:lnTo>
                  <a:pt x="35209" y="207529"/>
                </a:lnTo>
                <a:lnTo>
                  <a:pt x="26827" y="164579"/>
                </a:lnTo>
                <a:lnTo>
                  <a:pt x="25779" y="139700"/>
                </a:lnTo>
                <a:lnTo>
                  <a:pt x="26827" y="115623"/>
                </a:lnTo>
                <a:lnTo>
                  <a:pt x="35209" y="73851"/>
                </a:lnTo>
                <a:lnTo>
                  <a:pt x="63753" y="28304"/>
                </a:lnTo>
                <a:lnTo>
                  <a:pt x="94107" y="11429"/>
                </a:lnTo>
                <a:lnTo>
                  <a:pt x="9004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7" name="Google Shape;1407;p150"/>
          <p:cNvSpPr txBox="1"/>
          <p:nvPr/>
        </p:nvSpPr>
        <p:spPr>
          <a:xfrm>
            <a:off x="7060055" y="1928876"/>
            <a:ext cx="1437640" cy="760095"/>
          </a:xfrm>
          <a:prstGeom prst="rect">
            <a:avLst/>
          </a:prstGeom>
          <a:noFill/>
          <a:ln>
            <a:noFill/>
          </a:ln>
        </p:spPr>
        <p:txBody>
          <a:bodyPr anchorCtr="0" anchor="t" bIns="0" lIns="0" spcFirstLastPara="1" rIns="0" wrap="square" tIns="12700">
            <a:spAutoFit/>
          </a:bodyPr>
          <a:lstStyle/>
          <a:p>
            <a:pPr indent="0" lvl="0" marL="64769"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log 1 − ℎ</a:t>
            </a:r>
            <a:r>
              <a:rPr b="0" baseline="-25000" i="0" lang="en-US" sz="2700" u="none" cap="none" strike="noStrike">
                <a:solidFill>
                  <a:srgbClr val="000000"/>
                </a:solidFill>
                <a:latin typeface="Arial"/>
                <a:ea typeface="Arial"/>
                <a:cs typeface="Arial"/>
                <a:sym typeface="Arial"/>
              </a:rPr>
              <a:t>0</a:t>
            </a:r>
            <a:endParaRPr b="0" baseline="-25000" i="0" sz="2700" u="none" cap="none" strike="noStrike">
              <a:solidFill>
                <a:srgbClr val="000000"/>
              </a:solidFill>
              <a:latin typeface="Arial"/>
              <a:ea typeface="Arial"/>
              <a:cs typeface="Arial"/>
              <a:sym typeface="Arial"/>
            </a:endParaRPr>
          </a:p>
          <a:p>
            <a:pPr indent="0" lvl="0" marL="38100" marR="0" rtl="0" algn="l">
              <a:lnSpc>
                <a:spcPct val="100000"/>
              </a:lnSpc>
              <a:spcBef>
                <a:spcPts val="2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log 1 − ℎ</a:t>
            </a:r>
            <a:r>
              <a:rPr b="0" baseline="-25000" i="0" lang="en-US" sz="2700" u="none" cap="none" strike="noStrike">
                <a:solidFill>
                  <a:srgbClr val="000000"/>
                </a:solidFill>
                <a:latin typeface="Arial"/>
                <a:ea typeface="Arial"/>
                <a:cs typeface="Arial"/>
                <a:sym typeface="Arial"/>
              </a:rPr>
              <a:t>1</a:t>
            </a:r>
            <a:endParaRPr b="0" baseline="-25000" i="0" sz="2700" u="none" cap="none" strike="noStrike">
              <a:solidFill>
                <a:srgbClr val="000000"/>
              </a:solidFill>
              <a:latin typeface="Arial"/>
              <a:ea typeface="Arial"/>
              <a:cs typeface="Arial"/>
              <a:sym typeface="Arial"/>
            </a:endParaRPr>
          </a:p>
        </p:txBody>
      </p:sp>
      <p:sp>
        <p:nvSpPr>
          <p:cNvPr id="1408" name="Google Shape;1408;p150"/>
          <p:cNvSpPr txBox="1"/>
          <p:nvPr/>
        </p:nvSpPr>
        <p:spPr>
          <a:xfrm>
            <a:off x="662940" y="2953003"/>
            <a:ext cx="10691495" cy="735965"/>
          </a:xfrm>
          <a:prstGeom prst="rect">
            <a:avLst/>
          </a:prstGeom>
          <a:noFill/>
          <a:ln>
            <a:noFill/>
          </a:ln>
        </p:spPr>
        <p:txBody>
          <a:bodyPr anchorCtr="0" anchor="t" bIns="0" lIns="0" spcFirstLastPara="1" rIns="0" wrap="square" tIns="41900">
            <a:spAutoFit/>
          </a:bodyPr>
          <a:lstStyle/>
          <a:p>
            <a:pPr indent="0" lvl="0" marL="38100" marR="30480" rtl="0" algn="l">
              <a:lnSpc>
                <a:spcPct val="10037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Thus, if we split the original leaf on feature </a:t>
            </a:r>
            <a:r>
              <a:rPr b="0" i="0" lang="en-US" sz="2400" u="none" cap="none" strike="noStrike">
                <a:solidFill>
                  <a:srgbClr val="000000"/>
                </a:solidFill>
                <a:latin typeface="Arial"/>
                <a:ea typeface="Arial"/>
                <a:cs typeface="Arial"/>
                <a:sym typeface="Arial"/>
              </a:rPr>
              <a:t>𝑗</a:t>
            </a:r>
            <a:r>
              <a:rPr b="0" i="0" lang="en-US" sz="2400" u="none" cap="none" strike="noStrike">
                <a:solidFill>
                  <a:srgbClr val="000000"/>
                </a:solidFill>
                <a:latin typeface="Arial Narrow"/>
                <a:ea typeface="Arial Narrow"/>
                <a:cs typeface="Arial Narrow"/>
                <a:sym typeface="Arial Narrow"/>
              </a:rPr>
              <a:t>, we no longer suffer our original loss </a:t>
            </a:r>
            <a:r>
              <a:rPr b="0" i="0" lang="en-US" sz="2400" u="none" cap="none" strike="noStrike">
                <a:solidFill>
                  <a:srgbClr val="000000"/>
                </a:solidFill>
                <a:latin typeface="Arial"/>
                <a:ea typeface="Arial"/>
                <a:cs typeface="Arial"/>
                <a:sym typeface="Arial"/>
              </a:rPr>
              <a:t>ℓ</a:t>
            </a:r>
            <a:r>
              <a:rPr b="0" i="0" lang="en-US" sz="2400" u="none" cap="none" strike="noStrike">
                <a:solidFill>
                  <a:srgbClr val="000000"/>
                </a:solidFill>
                <a:latin typeface="Arial Narrow"/>
                <a:ea typeface="Arial Narrow"/>
                <a:cs typeface="Arial Narrow"/>
                <a:sym typeface="Arial Narrow"/>
              </a:rPr>
              <a:t>, but we do suffer losses </a:t>
            </a:r>
            <a:r>
              <a:rPr b="0" i="0" lang="en-US" sz="2400" u="none" cap="none" strike="noStrike">
                <a:solidFill>
                  <a:srgbClr val="000000"/>
                </a:solidFill>
                <a:latin typeface="Arial"/>
                <a:ea typeface="Arial"/>
                <a:cs typeface="Arial"/>
                <a:sym typeface="Arial"/>
              </a:rPr>
              <a:t>ℓ</a:t>
            </a:r>
            <a:r>
              <a:rPr b="0" baseline="-25000" i="0" lang="en-US" sz="2700" u="none" cap="none" strike="noStrike">
                <a:solidFill>
                  <a:srgbClr val="000000"/>
                </a:solidFill>
                <a:latin typeface="Arial"/>
                <a:ea typeface="Arial"/>
                <a:cs typeface="Arial"/>
                <a:sym typeface="Arial"/>
              </a:rPr>
              <a:t>0 </a:t>
            </a:r>
            <a:r>
              <a:rPr b="0" i="0" lang="en-US" sz="2400" u="none" cap="none" strike="noStrike">
                <a:solidFill>
                  <a:srgbClr val="000000"/>
                </a:solidFill>
                <a:latin typeface="Arial Narrow"/>
                <a:ea typeface="Arial Narrow"/>
                <a:cs typeface="Arial Narrow"/>
                <a:sym typeface="Arial Narrow"/>
              </a:rPr>
              <a:t>and </a:t>
            </a:r>
            <a:r>
              <a:rPr b="0" i="0" lang="en-US" sz="2400" u="none" cap="none" strike="noStrike">
                <a:solidFill>
                  <a:srgbClr val="000000"/>
                </a:solidFill>
                <a:latin typeface="Arial"/>
                <a:ea typeface="Arial"/>
                <a:cs typeface="Arial"/>
                <a:sym typeface="Arial"/>
              </a:rPr>
              <a:t>ℓ</a:t>
            </a:r>
            <a:r>
              <a:rPr b="0" baseline="-25000" i="0" lang="en-US" sz="2700" u="none" cap="none" strike="noStrike">
                <a:solidFill>
                  <a:srgbClr val="000000"/>
                </a:solidFill>
                <a:latin typeface="Arial"/>
                <a:ea typeface="Arial"/>
                <a:cs typeface="Arial"/>
                <a:sym typeface="Arial"/>
              </a:rPr>
              <a:t>1</a:t>
            </a:r>
            <a:r>
              <a:rPr b="0" i="0" lang="en-US" sz="2400" u="none" cap="none" strike="noStrike">
                <a:solidFill>
                  <a:srgbClr val="000000"/>
                </a:solidFill>
                <a:latin typeface="Arial Narrow"/>
                <a:ea typeface="Arial Narrow"/>
                <a:cs typeface="Arial Narrow"/>
                <a:sym typeface="Arial Narrow"/>
              </a:rPr>
              <a:t>, i.e., we have decreased the overall loss function</a:t>
            </a:r>
            <a:endParaRPr b="0" i="0" sz="2400" u="none" cap="none" strike="noStrike">
              <a:solidFill>
                <a:srgbClr val="000000"/>
              </a:solidFill>
              <a:latin typeface="Arial Narrow"/>
              <a:ea typeface="Arial Narrow"/>
              <a:cs typeface="Arial Narrow"/>
              <a:sym typeface="Arial Narrow"/>
            </a:endParaRPr>
          </a:p>
        </p:txBody>
      </p:sp>
      <p:sp>
        <p:nvSpPr>
          <p:cNvPr id="1409" name="Google Shape;1409;p150"/>
          <p:cNvSpPr/>
          <p:nvPr/>
        </p:nvSpPr>
        <p:spPr>
          <a:xfrm>
            <a:off x="1604772" y="4008119"/>
            <a:ext cx="485140" cy="20320"/>
          </a:xfrm>
          <a:custGeom>
            <a:rect b="b" l="l" r="r" t="t"/>
            <a:pathLst>
              <a:path extrusionOk="0" h="20320" w="485139">
                <a:moveTo>
                  <a:pt x="484631" y="0"/>
                </a:moveTo>
                <a:lnTo>
                  <a:pt x="0" y="0"/>
                </a:lnTo>
                <a:lnTo>
                  <a:pt x="0" y="19810"/>
                </a:lnTo>
                <a:lnTo>
                  <a:pt x="484631" y="19810"/>
                </a:lnTo>
                <a:lnTo>
                  <a:pt x="48463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0" name="Google Shape;1410;p150"/>
          <p:cNvSpPr/>
          <p:nvPr/>
        </p:nvSpPr>
        <p:spPr>
          <a:xfrm>
            <a:off x="2046097" y="3761232"/>
            <a:ext cx="17145" cy="202565"/>
          </a:xfrm>
          <a:custGeom>
            <a:rect b="b" l="l" r="r" t="t"/>
            <a:pathLst>
              <a:path extrusionOk="0" h="202564" w="17144">
                <a:moveTo>
                  <a:pt x="16763" y="0"/>
                </a:moveTo>
                <a:lnTo>
                  <a:pt x="0" y="0"/>
                </a:lnTo>
                <a:lnTo>
                  <a:pt x="0" y="202185"/>
                </a:lnTo>
                <a:lnTo>
                  <a:pt x="16763" y="202185"/>
                </a:lnTo>
                <a:lnTo>
                  <a:pt x="1676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1" name="Google Shape;1411;p150"/>
          <p:cNvSpPr/>
          <p:nvPr/>
        </p:nvSpPr>
        <p:spPr>
          <a:xfrm>
            <a:off x="1631569" y="3761232"/>
            <a:ext cx="17145" cy="202565"/>
          </a:xfrm>
          <a:custGeom>
            <a:rect b="b" l="l" r="r" t="t"/>
            <a:pathLst>
              <a:path extrusionOk="0" h="202564" w="17144">
                <a:moveTo>
                  <a:pt x="16763" y="0"/>
                </a:moveTo>
                <a:lnTo>
                  <a:pt x="0" y="0"/>
                </a:lnTo>
                <a:lnTo>
                  <a:pt x="0" y="202185"/>
                </a:lnTo>
                <a:lnTo>
                  <a:pt x="16763" y="202185"/>
                </a:lnTo>
                <a:lnTo>
                  <a:pt x="1676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2" name="Google Shape;1412;p150"/>
          <p:cNvSpPr/>
          <p:nvPr/>
        </p:nvSpPr>
        <p:spPr>
          <a:xfrm>
            <a:off x="1969897" y="4093464"/>
            <a:ext cx="17145" cy="202565"/>
          </a:xfrm>
          <a:custGeom>
            <a:rect b="b" l="l" r="r" t="t"/>
            <a:pathLst>
              <a:path extrusionOk="0" h="202564" w="17144">
                <a:moveTo>
                  <a:pt x="16763" y="0"/>
                </a:moveTo>
                <a:lnTo>
                  <a:pt x="0" y="0"/>
                </a:lnTo>
                <a:lnTo>
                  <a:pt x="0" y="202185"/>
                </a:lnTo>
                <a:lnTo>
                  <a:pt x="16763" y="202185"/>
                </a:lnTo>
                <a:lnTo>
                  <a:pt x="1676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3" name="Google Shape;1413;p150"/>
          <p:cNvSpPr/>
          <p:nvPr/>
        </p:nvSpPr>
        <p:spPr>
          <a:xfrm>
            <a:off x="1707769" y="4093464"/>
            <a:ext cx="17145" cy="202565"/>
          </a:xfrm>
          <a:custGeom>
            <a:rect b="b" l="l" r="r" t="t"/>
            <a:pathLst>
              <a:path extrusionOk="0" h="202564" w="17144">
                <a:moveTo>
                  <a:pt x="16763" y="0"/>
                </a:moveTo>
                <a:lnTo>
                  <a:pt x="0" y="0"/>
                </a:lnTo>
                <a:lnTo>
                  <a:pt x="0" y="202185"/>
                </a:lnTo>
                <a:lnTo>
                  <a:pt x="16763" y="202185"/>
                </a:lnTo>
                <a:lnTo>
                  <a:pt x="1676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4" name="Google Shape;1414;p150"/>
          <p:cNvSpPr/>
          <p:nvPr/>
        </p:nvSpPr>
        <p:spPr>
          <a:xfrm>
            <a:off x="2801112" y="3718686"/>
            <a:ext cx="485140" cy="309245"/>
          </a:xfrm>
          <a:custGeom>
            <a:rect b="b" l="l" r="r" t="t"/>
            <a:pathLst>
              <a:path extrusionOk="0" h="309245" w="485139">
                <a:moveTo>
                  <a:pt x="43561" y="0"/>
                </a:moveTo>
                <a:lnTo>
                  <a:pt x="26797" y="0"/>
                </a:lnTo>
                <a:lnTo>
                  <a:pt x="26797" y="268859"/>
                </a:lnTo>
                <a:lnTo>
                  <a:pt x="43561" y="268859"/>
                </a:lnTo>
                <a:lnTo>
                  <a:pt x="43561" y="0"/>
                </a:lnTo>
                <a:close/>
              </a:path>
              <a:path extrusionOk="0" h="309245" w="485139">
                <a:moveTo>
                  <a:pt x="458089" y="0"/>
                </a:moveTo>
                <a:lnTo>
                  <a:pt x="441325" y="0"/>
                </a:lnTo>
                <a:lnTo>
                  <a:pt x="441325" y="268859"/>
                </a:lnTo>
                <a:lnTo>
                  <a:pt x="458089" y="268859"/>
                </a:lnTo>
                <a:lnTo>
                  <a:pt x="458089" y="0"/>
                </a:lnTo>
                <a:close/>
              </a:path>
              <a:path extrusionOk="0" h="309245" w="485139">
                <a:moveTo>
                  <a:pt x="484632" y="289433"/>
                </a:moveTo>
                <a:lnTo>
                  <a:pt x="0" y="289433"/>
                </a:lnTo>
                <a:lnTo>
                  <a:pt x="0" y="309245"/>
                </a:lnTo>
                <a:lnTo>
                  <a:pt x="484632" y="309245"/>
                </a:lnTo>
                <a:lnTo>
                  <a:pt x="484632" y="28943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5" name="Google Shape;1415;p150"/>
          <p:cNvSpPr/>
          <p:nvPr/>
        </p:nvSpPr>
        <p:spPr>
          <a:xfrm>
            <a:off x="3166235" y="4093464"/>
            <a:ext cx="17145" cy="202565"/>
          </a:xfrm>
          <a:custGeom>
            <a:rect b="b" l="l" r="r" t="t"/>
            <a:pathLst>
              <a:path extrusionOk="0" h="202564" w="17144">
                <a:moveTo>
                  <a:pt x="16763" y="0"/>
                </a:moveTo>
                <a:lnTo>
                  <a:pt x="0" y="0"/>
                </a:lnTo>
                <a:lnTo>
                  <a:pt x="0" y="202185"/>
                </a:lnTo>
                <a:lnTo>
                  <a:pt x="16763" y="202185"/>
                </a:lnTo>
                <a:lnTo>
                  <a:pt x="16763"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6" name="Google Shape;1416;p150"/>
          <p:cNvSpPr/>
          <p:nvPr/>
        </p:nvSpPr>
        <p:spPr>
          <a:xfrm>
            <a:off x="2904107" y="4093464"/>
            <a:ext cx="17145" cy="202565"/>
          </a:xfrm>
          <a:custGeom>
            <a:rect b="b" l="l" r="r" t="t"/>
            <a:pathLst>
              <a:path extrusionOk="0" h="202564" w="17144">
                <a:moveTo>
                  <a:pt x="16764" y="0"/>
                </a:moveTo>
                <a:lnTo>
                  <a:pt x="0" y="0"/>
                </a:lnTo>
                <a:lnTo>
                  <a:pt x="0" y="202185"/>
                </a:lnTo>
                <a:lnTo>
                  <a:pt x="16764" y="202185"/>
                </a:lnTo>
                <a:lnTo>
                  <a:pt x="1676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7" name="Google Shape;1417;p150"/>
          <p:cNvSpPr txBox="1"/>
          <p:nvPr/>
        </p:nvSpPr>
        <p:spPr>
          <a:xfrm>
            <a:off x="1738628" y="3998467"/>
            <a:ext cx="140906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𝒳	𝒳</a:t>
            </a:r>
            <a:endParaRPr b="0" i="0" sz="1800" u="none" cap="none" strike="noStrike">
              <a:solidFill>
                <a:srgbClr val="000000"/>
              </a:solidFill>
              <a:latin typeface="Arial"/>
              <a:ea typeface="Arial"/>
              <a:cs typeface="Arial"/>
              <a:sym typeface="Arial"/>
            </a:endParaRPr>
          </a:p>
        </p:txBody>
      </p:sp>
      <p:sp>
        <p:nvSpPr>
          <p:cNvPr id="1418" name="Google Shape;1418;p150"/>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25</a:t>
            </a:r>
            <a:endParaRPr/>
          </a:p>
        </p:txBody>
      </p:sp>
      <p:sp>
        <p:nvSpPr>
          <p:cNvPr id="1419" name="Google Shape;1419;p150"/>
          <p:cNvSpPr txBox="1"/>
          <p:nvPr/>
        </p:nvSpPr>
        <p:spPr>
          <a:xfrm>
            <a:off x="2285744" y="3907028"/>
            <a:ext cx="132715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	1</a:t>
            </a:r>
            <a:endParaRPr b="0" i="0" sz="1800" u="none" cap="none" strike="noStrike">
              <a:solidFill>
                <a:srgbClr val="000000"/>
              </a:solidFill>
              <a:latin typeface="Arial"/>
              <a:ea typeface="Arial"/>
              <a:cs typeface="Arial"/>
              <a:sym typeface="Arial"/>
            </a:endParaRPr>
          </a:p>
        </p:txBody>
      </p:sp>
      <p:sp>
        <p:nvSpPr>
          <p:cNvPr id="1420" name="Google Shape;1420;p150"/>
          <p:cNvSpPr txBox="1"/>
          <p:nvPr/>
        </p:nvSpPr>
        <p:spPr>
          <a:xfrm>
            <a:off x="662940" y="3760723"/>
            <a:ext cx="1675764" cy="39116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by </a:t>
            </a:r>
            <a:r>
              <a:rPr b="0" i="0" lang="en-US" sz="2400" u="none" cap="none" strike="noStrike">
                <a:solidFill>
                  <a:srgbClr val="000000"/>
                </a:solidFill>
                <a:latin typeface="Arial"/>
                <a:ea typeface="Arial"/>
                <a:cs typeface="Arial"/>
                <a:sym typeface="Arial"/>
              </a:rPr>
              <a:t>ℓ −	</a:t>
            </a:r>
            <a:r>
              <a:rPr b="0" baseline="30000" i="0" lang="en-US" sz="2700" u="none" cap="none" strike="noStrike">
                <a:solidFill>
                  <a:srgbClr val="000000"/>
                </a:solidFill>
                <a:latin typeface="Arial"/>
                <a:ea typeface="Arial"/>
                <a:cs typeface="Arial"/>
                <a:sym typeface="Arial"/>
              </a:rPr>
              <a:t>𝒳</a:t>
            </a:r>
            <a:r>
              <a:rPr b="0" baseline="30000" i="0" lang="en-US" sz="2100" u="none" cap="none" strike="noStrike">
                <a:solidFill>
                  <a:srgbClr val="000000"/>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ℓ</a:t>
            </a:r>
            <a:endParaRPr b="0" i="0" sz="2400" u="none" cap="none" strike="noStrike">
              <a:solidFill>
                <a:srgbClr val="000000"/>
              </a:solidFill>
              <a:latin typeface="Arial"/>
              <a:ea typeface="Arial"/>
              <a:cs typeface="Arial"/>
              <a:sym typeface="Arial"/>
            </a:endParaRPr>
          </a:p>
        </p:txBody>
      </p:sp>
      <p:sp>
        <p:nvSpPr>
          <p:cNvPr id="1421" name="Google Shape;1421;p150"/>
          <p:cNvSpPr txBox="1"/>
          <p:nvPr/>
        </p:nvSpPr>
        <p:spPr>
          <a:xfrm>
            <a:off x="2454275" y="3583940"/>
            <a:ext cx="6616065" cy="568325"/>
          </a:xfrm>
          <a:prstGeom prst="rect">
            <a:avLst/>
          </a:prstGeom>
          <a:noFill/>
          <a:ln>
            <a:noFill/>
          </a:ln>
        </p:spPr>
        <p:txBody>
          <a:bodyPr anchorCtr="0" anchor="t" bIns="0" lIns="0" spcFirstLastPara="1" rIns="0" wrap="square" tIns="12700">
            <a:spAutoFit/>
          </a:bodyPr>
          <a:lstStyle/>
          <a:p>
            <a:pPr indent="0" lvl="0" marL="416559" marR="0" rtl="0" algn="l">
              <a:lnSpc>
                <a:spcPct val="65740"/>
              </a:lnSpc>
              <a:spcBef>
                <a:spcPts val="0"/>
              </a:spcBef>
              <a:spcAft>
                <a:spcPts val="0"/>
              </a:spcAft>
              <a:buClr>
                <a:srgbClr val="000000"/>
              </a:buClr>
              <a:buSzPts val="2700"/>
              <a:buFont typeface="Arial"/>
              <a:buNone/>
            </a:pPr>
            <a:r>
              <a:rPr b="0" baseline="-25000" i="0" lang="en-US" sz="2700" u="none" cap="none" strike="noStrike">
                <a:solidFill>
                  <a:srgbClr val="000000"/>
                </a:solidFill>
                <a:latin typeface="Arial"/>
                <a:ea typeface="Arial"/>
                <a:cs typeface="Arial"/>
                <a:sym typeface="Arial"/>
              </a:rPr>
              <a:t>𝒳</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50800" marR="0" rtl="0" algn="l">
              <a:lnSpc>
                <a:spcPct val="103958"/>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ℓ	</a:t>
            </a:r>
            <a:r>
              <a:rPr b="0" i="0" lang="en-US" sz="2400" u="none" cap="none" strike="noStrike">
                <a:solidFill>
                  <a:srgbClr val="000000"/>
                </a:solidFill>
                <a:latin typeface="Arial Narrow"/>
                <a:ea typeface="Arial Narrow"/>
                <a:cs typeface="Arial Narrow"/>
                <a:sym typeface="Arial Narrow"/>
              </a:rPr>
              <a:t>(this quantity is called </a:t>
            </a:r>
            <a:r>
              <a:rPr b="1" i="0" lang="en-US" sz="2400" u="none" cap="none" strike="noStrike">
                <a:solidFill>
                  <a:srgbClr val="000000"/>
                </a:solidFill>
                <a:latin typeface="Arial"/>
                <a:ea typeface="Arial"/>
                <a:cs typeface="Arial"/>
                <a:sym typeface="Arial"/>
              </a:rPr>
              <a:t>information gain</a:t>
            </a:r>
            <a:r>
              <a:rPr b="0" i="1" lang="en-US" sz="2400" u="none" cap="none" strike="noStrike">
                <a:solidFill>
                  <a:srgbClr val="000000"/>
                </a:solidFill>
                <a:latin typeface="Arial Narrow"/>
                <a:ea typeface="Arial Narrow"/>
                <a:cs typeface="Arial Narrow"/>
                <a:sym typeface="Arial Narrow"/>
              </a:rPr>
              <a:t>)</a:t>
            </a:r>
            <a:endParaRPr b="0" i="0" sz="2400" u="none" cap="none" strike="noStrike">
              <a:solidFill>
                <a:srgbClr val="000000"/>
              </a:solidFill>
              <a:latin typeface="Arial Narrow"/>
              <a:ea typeface="Arial Narrow"/>
              <a:cs typeface="Arial Narrow"/>
              <a:sym typeface="Arial Narrow"/>
            </a:endParaRPr>
          </a:p>
        </p:txBody>
      </p:sp>
      <p:sp>
        <p:nvSpPr>
          <p:cNvPr id="1422" name="Google Shape;1422;p150"/>
          <p:cNvSpPr txBox="1"/>
          <p:nvPr/>
        </p:nvSpPr>
        <p:spPr>
          <a:xfrm>
            <a:off x="688340" y="4525772"/>
            <a:ext cx="10008870" cy="1979295"/>
          </a:xfrm>
          <a:prstGeom prst="rect">
            <a:avLst/>
          </a:prstGeom>
          <a:noFill/>
          <a:ln>
            <a:noFill/>
          </a:ln>
        </p:spPr>
        <p:txBody>
          <a:bodyPr anchorCtr="0" anchor="t" bIns="0" lIns="0" spcFirstLastPara="1" rIns="0" wrap="square" tIns="5205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Greedy decision tree learning – repeat:</a:t>
            </a:r>
            <a:endParaRPr b="0" i="0" sz="2400" u="none" cap="none" strike="noStrike">
              <a:solidFill>
                <a:srgbClr val="000000"/>
              </a:solidFill>
              <a:latin typeface="Arial Narrow"/>
              <a:ea typeface="Arial Narrow"/>
              <a:cs typeface="Arial Narrow"/>
              <a:sym typeface="Arial Narrow"/>
            </a:endParaRPr>
          </a:p>
          <a:p>
            <a:pPr indent="-287019" lvl="0" marL="756285" marR="5080" rtl="0" algn="l">
              <a:lnSpc>
                <a:spcPct val="104166"/>
              </a:lnSpc>
              <a:spcBef>
                <a:spcPts val="710"/>
              </a:spcBef>
              <a:spcAft>
                <a:spcPts val="0"/>
              </a:spcAft>
              <a:buClr>
                <a:srgbClr val="000000"/>
              </a:buClr>
              <a:buSzPts val="2400"/>
              <a:buFont typeface="Arial"/>
              <a:buChar char="•"/>
            </a:pPr>
            <a:r>
              <a:rPr b="0" i="0" lang="en-US" sz="2400" u="none" cap="none" strike="noStrike">
                <a:solidFill>
                  <a:srgbClr val="000000"/>
                </a:solidFill>
                <a:latin typeface="Arial Narrow"/>
                <a:ea typeface="Arial Narrow"/>
                <a:cs typeface="Arial Narrow"/>
                <a:sym typeface="Arial Narrow"/>
              </a:rPr>
              <a:t>For all leaf nodes, evaluate information gain (i.e., decrease in loss) when splitting on each feature </a:t>
            </a:r>
            <a:r>
              <a:rPr b="0" i="0" lang="en-US" sz="2400" u="none" cap="none" strike="noStrike">
                <a:solidFill>
                  <a:srgbClr val="000000"/>
                </a:solidFill>
                <a:latin typeface="Arial"/>
                <a:ea typeface="Arial"/>
                <a:cs typeface="Arial"/>
                <a:sym typeface="Arial"/>
              </a:rPr>
              <a:t>𝑗</a:t>
            </a:r>
            <a:endParaRPr b="0" i="0" sz="2400" u="none" cap="none" strike="noStrike">
              <a:solidFill>
                <a:srgbClr val="000000"/>
              </a:solidFill>
              <a:latin typeface="Arial"/>
              <a:ea typeface="Arial"/>
              <a:cs typeface="Arial"/>
              <a:sym typeface="Arial"/>
            </a:endParaRPr>
          </a:p>
          <a:p>
            <a:pPr indent="-286385" lvl="0" marL="755650" marR="0" rtl="0" algn="l">
              <a:lnSpc>
                <a:spcPct val="100000"/>
              </a:lnSpc>
              <a:spcBef>
                <a:spcPts val="409"/>
              </a:spcBef>
              <a:spcAft>
                <a:spcPts val="0"/>
              </a:spcAft>
              <a:buClr>
                <a:srgbClr val="000000"/>
              </a:buClr>
              <a:buSzPts val="2400"/>
              <a:buFont typeface="Arial"/>
              <a:buChar char="•"/>
            </a:pPr>
            <a:r>
              <a:rPr b="0" i="0" lang="en-US" sz="2400" u="none" cap="none" strike="noStrike">
                <a:solidFill>
                  <a:srgbClr val="000000"/>
                </a:solidFill>
                <a:latin typeface="Arial Narrow"/>
                <a:ea typeface="Arial Narrow"/>
                <a:cs typeface="Arial Narrow"/>
                <a:sym typeface="Arial Narrow"/>
              </a:rPr>
              <a:t>Split the node/feature that minimizes loss the most</a:t>
            </a:r>
            <a:endParaRPr b="0" i="0" sz="2400" u="none" cap="none" strike="noStrike">
              <a:solidFill>
                <a:srgbClr val="000000"/>
              </a:solidFill>
              <a:latin typeface="Arial Narrow"/>
              <a:ea typeface="Arial Narrow"/>
              <a:cs typeface="Arial Narrow"/>
              <a:sym typeface="Arial Narrow"/>
            </a:endParaRPr>
          </a:p>
          <a:p>
            <a:pPr indent="-286385" lvl="0" marL="755650" marR="0" rtl="0" algn="l">
              <a:lnSpc>
                <a:spcPct val="100000"/>
              </a:lnSpc>
              <a:spcBef>
                <a:spcPts val="310"/>
              </a:spcBef>
              <a:spcAft>
                <a:spcPts val="0"/>
              </a:spcAft>
              <a:buClr>
                <a:srgbClr val="000000"/>
              </a:buClr>
              <a:buSzPts val="2400"/>
              <a:buFont typeface="Arial"/>
              <a:buChar char="•"/>
            </a:pPr>
            <a:r>
              <a:rPr b="0" i="0" lang="en-US" sz="2400" u="none" cap="none" strike="noStrike">
                <a:solidFill>
                  <a:srgbClr val="000000"/>
                </a:solidFill>
                <a:latin typeface="Arial Narrow"/>
                <a:ea typeface="Arial Narrow"/>
                <a:cs typeface="Arial Narrow"/>
                <a:sym typeface="Arial Narrow"/>
              </a:rPr>
              <a:t>(Run cross-validation to determine when to stop, or after N nodes)</a:t>
            </a:r>
            <a:endParaRPr b="0" i="0" sz="24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descr="$PPTXTitle" id="1427" name="Google Shape;1427;p152"/>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3115310" rtl="0" algn="l">
              <a:lnSpc>
                <a:spcPct val="100000"/>
              </a:lnSpc>
              <a:spcBef>
                <a:spcPts val="0"/>
              </a:spcBef>
              <a:spcAft>
                <a:spcPts val="0"/>
              </a:spcAft>
              <a:buSzPts val="1400"/>
              <a:buNone/>
            </a:pPr>
            <a:r>
              <a:rPr lang="en-US"/>
              <a:t>Continuous features</a:t>
            </a:r>
            <a:endParaRPr/>
          </a:p>
        </p:txBody>
      </p:sp>
      <p:sp>
        <p:nvSpPr>
          <p:cNvPr id="1428" name="Google Shape;1428;p152"/>
          <p:cNvSpPr txBox="1"/>
          <p:nvPr/>
        </p:nvSpPr>
        <p:spPr>
          <a:xfrm>
            <a:off x="650240" y="1605788"/>
            <a:ext cx="10339070" cy="1522095"/>
          </a:xfrm>
          <a:prstGeom prst="rect">
            <a:avLst/>
          </a:prstGeom>
          <a:noFill/>
          <a:ln>
            <a:noFill/>
          </a:ln>
        </p:spPr>
        <p:txBody>
          <a:bodyPr anchorCtr="0" anchor="t" bIns="0" lIns="0" spcFirstLastPara="1" rIns="0" wrap="square" tIns="12700">
            <a:spAutoFit/>
          </a:bodyPr>
          <a:lstStyle/>
          <a:p>
            <a:pPr indent="0" lvl="0" marL="508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What if </a:t>
            </a:r>
            <a:r>
              <a:rPr b="0" i="0" lang="en-US" sz="2400" u="none" cap="none" strike="noStrike">
                <a:solidFill>
                  <a:srgbClr val="000000"/>
                </a:solidFill>
                <a:latin typeface="Arial"/>
                <a:ea typeface="Arial"/>
                <a:cs typeface="Arial"/>
                <a:sym typeface="Arial"/>
              </a:rPr>
              <a:t>𝑥</a:t>
            </a:r>
            <a:r>
              <a:rPr b="0" baseline="-25000" i="0" lang="en-US" sz="2700" u="none" cap="none" strike="noStrike">
                <a:solidFill>
                  <a:srgbClr val="000000"/>
                </a:solidFill>
                <a:latin typeface="Arial"/>
                <a:ea typeface="Arial"/>
                <a:cs typeface="Arial"/>
                <a:sym typeface="Arial"/>
              </a:rPr>
              <a:t>𝑗</a:t>
            </a:r>
            <a:r>
              <a:rPr b="0" i="0" lang="en-US" sz="2400" u="none" cap="none" strike="noStrike">
                <a:solidFill>
                  <a:srgbClr val="000000"/>
                </a:solidFill>
                <a:latin typeface="Arial Narrow"/>
                <a:ea typeface="Arial Narrow"/>
                <a:cs typeface="Arial Narrow"/>
                <a:sym typeface="Arial Narrow"/>
              </a:rPr>
              <a:t>’s are continuous?</a:t>
            </a:r>
            <a:endParaRPr b="0" i="0" sz="2400" u="none" cap="none" strike="noStrike">
              <a:solidFill>
                <a:srgbClr val="000000"/>
              </a:solidFill>
              <a:latin typeface="Arial Narrow"/>
              <a:ea typeface="Arial Narrow"/>
              <a:cs typeface="Arial Narrow"/>
              <a:sym typeface="Arial Narrow"/>
            </a:endParaRPr>
          </a:p>
          <a:p>
            <a:pPr indent="0" lvl="0" marL="50800" marR="43180" rtl="0" algn="l">
              <a:lnSpc>
                <a:spcPct val="107500"/>
              </a:lnSpc>
              <a:spcBef>
                <a:spcPts val="271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Solution: sort the examples by their </a:t>
            </a:r>
            <a:r>
              <a:rPr b="0" i="0" lang="en-US" sz="2400" u="none" cap="none" strike="noStrike">
                <a:solidFill>
                  <a:srgbClr val="000000"/>
                </a:solidFill>
                <a:latin typeface="Arial"/>
                <a:ea typeface="Arial"/>
                <a:cs typeface="Arial"/>
                <a:sym typeface="Arial"/>
              </a:rPr>
              <a:t>𝑥</a:t>
            </a:r>
            <a:r>
              <a:rPr b="0" baseline="-25000" i="0" lang="en-US" sz="2700" u="none" cap="none" strike="noStrike">
                <a:solidFill>
                  <a:srgbClr val="000000"/>
                </a:solidFill>
                <a:latin typeface="Arial"/>
                <a:ea typeface="Arial"/>
                <a:cs typeface="Arial"/>
                <a:sym typeface="Arial"/>
              </a:rPr>
              <a:t>𝑗 </a:t>
            </a:r>
            <a:r>
              <a:rPr b="0" i="0" lang="en-US" sz="2400" u="none" cap="none" strike="noStrike">
                <a:solidFill>
                  <a:srgbClr val="000000"/>
                </a:solidFill>
                <a:latin typeface="Arial Narrow"/>
                <a:ea typeface="Arial Narrow"/>
                <a:cs typeface="Arial Narrow"/>
                <a:sym typeface="Arial Narrow"/>
              </a:rPr>
              <a:t>values, compute information gain at each possible split point</a:t>
            </a:r>
            <a:endParaRPr b="0" i="0" sz="2400" u="none" cap="none" strike="noStrike">
              <a:solidFill>
                <a:srgbClr val="000000"/>
              </a:solidFill>
              <a:latin typeface="Arial Narrow"/>
              <a:ea typeface="Arial Narrow"/>
              <a:cs typeface="Arial Narrow"/>
              <a:sym typeface="Arial Narrow"/>
            </a:endParaRPr>
          </a:p>
        </p:txBody>
      </p:sp>
      <p:grpSp>
        <p:nvGrpSpPr>
          <p:cNvPr id="1429" name="Google Shape;1429;p152"/>
          <p:cNvGrpSpPr/>
          <p:nvPr/>
        </p:nvGrpSpPr>
        <p:grpSpPr>
          <a:xfrm>
            <a:off x="3477011" y="3345934"/>
            <a:ext cx="4943559" cy="1169675"/>
            <a:chOff x="3477011" y="3345934"/>
            <a:chExt cx="4943559" cy="1169675"/>
          </a:xfrm>
        </p:grpSpPr>
        <p:sp>
          <p:nvSpPr>
            <p:cNvPr id="1430" name="Google Shape;1430;p152"/>
            <p:cNvSpPr/>
            <p:nvPr/>
          </p:nvSpPr>
          <p:spPr>
            <a:xfrm>
              <a:off x="3477011" y="3799221"/>
              <a:ext cx="4921885" cy="18415"/>
            </a:xfrm>
            <a:custGeom>
              <a:rect b="b" l="l" r="r" t="t"/>
              <a:pathLst>
                <a:path extrusionOk="0" h="18414" w="4921884">
                  <a:moveTo>
                    <a:pt x="4921690" y="0"/>
                  </a:moveTo>
                  <a:lnTo>
                    <a:pt x="0" y="0"/>
                  </a:lnTo>
                  <a:lnTo>
                    <a:pt x="0" y="18074"/>
                  </a:lnTo>
                  <a:lnTo>
                    <a:pt x="4921690" y="18074"/>
                  </a:lnTo>
                  <a:lnTo>
                    <a:pt x="4921690"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31" name="Google Shape;1431;p152"/>
            <p:cNvPicPr preferRelativeResize="0"/>
            <p:nvPr/>
          </p:nvPicPr>
          <p:blipFill rotWithShape="1">
            <a:blip r:embed="rId3">
              <a:alphaModFix/>
            </a:blip>
            <a:srcRect b="0" l="0" r="0" t="0"/>
            <a:stretch/>
          </p:blipFill>
          <p:spPr>
            <a:xfrm>
              <a:off x="3562469" y="3345934"/>
              <a:ext cx="486830" cy="566493"/>
            </a:xfrm>
            <a:prstGeom prst="rect">
              <a:avLst/>
            </a:prstGeom>
            <a:noFill/>
            <a:ln>
              <a:noFill/>
            </a:ln>
          </p:spPr>
        </p:pic>
        <p:pic>
          <p:nvPicPr>
            <p:cNvPr id="1432" name="Google Shape;1432;p152"/>
            <p:cNvPicPr preferRelativeResize="0"/>
            <p:nvPr/>
          </p:nvPicPr>
          <p:blipFill rotWithShape="1">
            <a:blip r:embed="rId4">
              <a:alphaModFix/>
            </a:blip>
            <a:srcRect b="0" l="0" r="0" t="0"/>
            <a:stretch/>
          </p:blipFill>
          <p:spPr>
            <a:xfrm>
              <a:off x="4322634" y="3345934"/>
              <a:ext cx="486840" cy="566493"/>
            </a:xfrm>
            <a:prstGeom prst="rect">
              <a:avLst/>
            </a:prstGeom>
            <a:noFill/>
            <a:ln>
              <a:noFill/>
            </a:ln>
          </p:spPr>
        </p:pic>
        <p:pic>
          <p:nvPicPr>
            <p:cNvPr id="1433" name="Google Shape;1433;p152"/>
            <p:cNvPicPr preferRelativeResize="0"/>
            <p:nvPr/>
          </p:nvPicPr>
          <p:blipFill rotWithShape="1">
            <a:blip r:embed="rId5">
              <a:alphaModFix/>
            </a:blip>
            <a:srcRect b="0" l="0" r="0" t="0"/>
            <a:stretch/>
          </p:blipFill>
          <p:spPr>
            <a:xfrm>
              <a:off x="4893015" y="3345934"/>
              <a:ext cx="485861" cy="566493"/>
            </a:xfrm>
            <a:prstGeom prst="rect">
              <a:avLst/>
            </a:prstGeom>
            <a:noFill/>
            <a:ln>
              <a:noFill/>
            </a:ln>
          </p:spPr>
        </p:pic>
        <p:pic>
          <p:nvPicPr>
            <p:cNvPr id="1434" name="Google Shape;1434;p152"/>
            <p:cNvPicPr preferRelativeResize="0"/>
            <p:nvPr/>
          </p:nvPicPr>
          <p:blipFill rotWithShape="1">
            <a:blip r:embed="rId6">
              <a:alphaModFix/>
            </a:blip>
            <a:srcRect b="0" l="0" r="0" t="0"/>
            <a:stretch/>
          </p:blipFill>
          <p:spPr>
            <a:xfrm>
              <a:off x="5653152" y="3345934"/>
              <a:ext cx="485988" cy="566493"/>
            </a:xfrm>
            <a:prstGeom prst="rect">
              <a:avLst/>
            </a:prstGeom>
            <a:noFill/>
            <a:ln>
              <a:noFill/>
            </a:ln>
          </p:spPr>
        </p:pic>
        <p:pic>
          <p:nvPicPr>
            <p:cNvPr id="1435" name="Google Shape;1435;p152"/>
            <p:cNvPicPr preferRelativeResize="0"/>
            <p:nvPr/>
          </p:nvPicPr>
          <p:blipFill rotWithShape="1">
            <a:blip r:embed="rId7">
              <a:alphaModFix/>
            </a:blip>
            <a:srcRect b="0" l="0" r="0" t="0"/>
            <a:stretch/>
          </p:blipFill>
          <p:spPr>
            <a:xfrm>
              <a:off x="6603133" y="3345934"/>
              <a:ext cx="486878" cy="566493"/>
            </a:xfrm>
            <a:prstGeom prst="rect">
              <a:avLst/>
            </a:prstGeom>
            <a:noFill/>
            <a:ln>
              <a:noFill/>
            </a:ln>
          </p:spPr>
        </p:pic>
        <p:pic>
          <p:nvPicPr>
            <p:cNvPr id="1436" name="Google Shape;1436;p152"/>
            <p:cNvPicPr preferRelativeResize="0"/>
            <p:nvPr/>
          </p:nvPicPr>
          <p:blipFill rotWithShape="1">
            <a:blip r:embed="rId8">
              <a:alphaModFix/>
            </a:blip>
            <a:srcRect b="0" l="0" r="0" t="0"/>
            <a:stretch/>
          </p:blipFill>
          <p:spPr>
            <a:xfrm>
              <a:off x="7363270" y="3345934"/>
              <a:ext cx="487005" cy="566493"/>
            </a:xfrm>
            <a:prstGeom prst="rect">
              <a:avLst/>
            </a:prstGeom>
            <a:noFill/>
            <a:ln>
              <a:noFill/>
            </a:ln>
          </p:spPr>
        </p:pic>
        <p:pic>
          <p:nvPicPr>
            <p:cNvPr id="1437" name="Google Shape;1437;p152"/>
            <p:cNvPicPr preferRelativeResize="0"/>
            <p:nvPr/>
          </p:nvPicPr>
          <p:blipFill rotWithShape="1">
            <a:blip r:embed="rId9">
              <a:alphaModFix/>
            </a:blip>
            <a:srcRect b="0" l="0" r="0" t="0"/>
            <a:stretch/>
          </p:blipFill>
          <p:spPr>
            <a:xfrm>
              <a:off x="7933691" y="3345934"/>
              <a:ext cx="486879" cy="566493"/>
            </a:xfrm>
            <a:prstGeom prst="rect">
              <a:avLst/>
            </a:prstGeom>
            <a:noFill/>
            <a:ln>
              <a:noFill/>
            </a:ln>
          </p:spPr>
        </p:pic>
        <p:pic>
          <p:nvPicPr>
            <p:cNvPr id="1438" name="Google Shape;1438;p152"/>
            <p:cNvPicPr preferRelativeResize="0"/>
            <p:nvPr/>
          </p:nvPicPr>
          <p:blipFill rotWithShape="1">
            <a:blip r:embed="rId10">
              <a:alphaModFix/>
            </a:blip>
            <a:srcRect b="0" l="0" r="0" t="0"/>
            <a:stretch/>
          </p:blipFill>
          <p:spPr>
            <a:xfrm>
              <a:off x="4006594" y="3902924"/>
              <a:ext cx="114300" cy="612685"/>
            </a:xfrm>
            <a:prstGeom prst="rect">
              <a:avLst/>
            </a:prstGeom>
            <a:noFill/>
            <a:ln>
              <a:noFill/>
            </a:ln>
          </p:spPr>
        </p:pic>
        <p:sp>
          <p:nvSpPr>
            <p:cNvPr id="1439" name="Google Shape;1439;p152"/>
            <p:cNvSpPr/>
            <p:nvPr/>
          </p:nvSpPr>
          <p:spPr>
            <a:xfrm>
              <a:off x="4062220" y="3926584"/>
              <a:ext cx="8890" cy="518159"/>
            </a:xfrm>
            <a:custGeom>
              <a:rect b="b" l="l" r="r" t="t"/>
              <a:pathLst>
                <a:path extrusionOk="0" h="518160" w="8889">
                  <a:moveTo>
                    <a:pt x="0" y="0"/>
                  </a:moveTo>
                  <a:lnTo>
                    <a:pt x="8508" y="51765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40" name="Google Shape;1440;p152"/>
            <p:cNvPicPr preferRelativeResize="0"/>
            <p:nvPr/>
          </p:nvPicPr>
          <p:blipFill rotWithShape="1">
            <a:blip r:embed="rId10">
              <a:alphaModFix/>
            </a:blip>
            <a:srcRect b="0" l="0" r="0" t="0"/>
            <a:stretch/>
          </p:blipFill>
          <p:spPr>
            <a:xfrm>
              <a:off x="4639054" y="3902924"/>
              <a:ext cx="114300" cy="612685"/>
            </a:xfrm>
            <a:prstGeom prst="rect">
              <a:avLst/>
            </a:prstGeom>
            <a:noFill/>
            <a:ln>
              <a:noFill/>
            </a:ln>
          </p:spPr>
        </p:pic>
        <p:sp>
          <p:nvSpPr>
            <p:cNvPr id="1441" name="Google Shape;1441;p152"/>
            <p:cNvSpPr/>
            <p:nvPr/>
          </p:nvSpPr>
          <p:spPr>
            <a:xfrm>
              <a:off x="4694680" y="3926584"/>
              <a:ext cx="8890" cy="518159"/>
            </a:xfrm>
            <a:custGeom>
              <a:rect b="b" l="l" r="r" t="t"/>
              <a:pathLst>
                <a:path extrusionOk="0" h="518160" w="8889">
                  <a:moveTo>
                    <a:pt x="0" y="0"/>
                  </a:moveTo>
                  <a:lnTo>
                    <a:pt x="8508" y="517650"/>
                  </a:lnTo>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pic>
        <p:nvPicPr>
          <p:cNvPr id="1442" name="Google Shape;1442;p152"/>
          <p:cNvPicPr preferRelativeResize="0"/>
          <p:nvPr/>
        </p:nvPicPr>
        <p:blipFill rotWithShape="1">
          <a:blip r:embed="rId11">
            <a:alphaModFix/>
          </a:blip>
          <a:srcRect b="0" l="0" r="0" t="0"/>
          <a:stretch/>
        </p:blipFill>
        <p:spPr>
          <a:xfrm>
            <a:off x="8514029" y="3712183"/>
            <a:ext cx="204720" cy="191201"/>
          </a:xfrm>
          <a:prstGeom prst="rect">
            <a:avLst/>
          </a:prstGeom>
          <a:noFill/>
          <a:ln>
            <a:noFill/>
          </a:ln>
        </p:spPr>
      </p:pic>
      <p:sp>
        <p:nvSpPr>
          <p:cNvPr id="1443" name="Google Shape;1443;p152"/>
          <p:cNvSpPr txBox="1"/>
          <p:nvPr/>
        </p:nvSpPr>
        <p:spPr>
          <a:xfrm>
            <a:off x="3500628" y="3998467"/>
            <a:ext cx="625475" cy="299720"/>
          </a:xfrm>
          <a:prstGeom prst="rect">
            <a:avLst/>
          </a:prstGeom>
          <a:noFill/>
          <a:ln>
            <a:noFill/>
          </a:ln>
        </p:spPr>
        <p:txBody>
          <a:bodyPr anchorCtr="0" anchor="t" bIns="0" lIns="0" spcFirstLastPara="1" rIns="0" wrap="square" tIns="12700">
            <a:spAutoFit/>
          </a:bodyPr>
          <a:lstStyle/>
          <a:p>
            <a:pPr indent="0" lvl="0" marL="381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𝒳</a:t>
            </a:r>
            <a:r>
              <a:rPr b="0" baseline="-25000" i="0" lang="en-US" sz="1950" u="none" cap="none" strike="noStrike">
                <a:solidFill>
                  <a:srgbClr val="000000"/>
                </a:solidFill>
                <a:latin typeface="Arial"/>
                <a:ea typeface="Arial"/>
                <a:cs typeface="Arial"/>
                <a:sym typeface="Arial"/>
              </a:rPr>
              <a:t>0</a:t>
            </a:r>
            <a:r>
              <a:rPr b="0" i="0" lang="en-US" sz="1800" u="none" cap="none" strike="noStrike">
                <a:solidFill>
                  <a:srgbClr val="000000"/>
                </a:solidFill>
                <a:latin typeface="Arial"/>
                <a:ea typeface="Arial"/>
                <a:cs typeface="Arial"/>
                <a:sym typeface="Arial"/>
              </a:rPr>
              <a:t>𝒳</a:t>
            </a:r>
            <a:r>
              <a:rPr b="0" baseline="-25000" i="0" lang="en-US" sz="1950" u="none" cap="none" strike="noStrike">
                <a:solidFill>
                  <a:srgbClr val="000000"/>
                </a:solidFill>
                <a:latin typeface="Arial"/>
                <a:ea typeface="Arial"/>
                <a:cs typeface="Arial"/>
                <a:sym typeface="Arial"/>
              </a:rPr>
              <a:t>0</a:t>
            </a:r>
            <a:endParaRPr b="0" baseline="-25000" i="0" sz="1950" u="none" cap="none" strike="noStrike">
              <a:solidFill>
                <a:srgbClr val="000000"/>
              </a:solidFill>
              <a:latin typeface="Arial"/>
              <a:ea typeface="Arial"/>
              <a:cs typeface="Arial"/>
              <a:sym typeface="Arial"/>
            </a:endParaRPr>
          </a:p>
        </p:txBody>
      </p:sp>
      <p:sp>
        <p:nvSpPr>
          <p:cNvPr id="1444" name="Google Shape;1444;p152"/>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27</a:t>
            </a:r>
            <a:endParaRPr/>
          </a:p>
        </p:txBody>
      </p:sp>
      <p:sp>
        <p:nvSpPr>
          <p:cNvPr id="1445" name="Google Shape;1445;p152"/>
          <p:cNvSpPr txBox="1"/>
          <p:nvPr/>
        </p:nvSpPr>
        <p:spPr>
          <a:xfrm>
            <a:off x="6432550" y="3946651"/>
            <a:ext cx="480695" cy="576580"/>
          </a:xfrm>
          <a:prstGeom prst="rect">
            <a:avLst/>
          </a:prstGeom>
          <a:noFill/>
          <a:ln>
            <a:noFill/>
          </a:ln>
        </p:spPr>
        <p:txBody>
          <a:bodyPr anchorCtr="0" anchor="t" bIns="0" lIns="0" spcFirstLastPara="1" rIns="0" wrap="square" tIns="58400">
            <a:spAutoFit/>
          </a:bodyPr>
          <a:lstStyle/>
          <a:p>
            <a:pPr indent="0" lvl="0" marL="381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𝒳</a:t>
            </a:r>
            <a:r>
              <a:rPr b="0" baseline="-25000" i="0" lang="en-US" sz="1950" u="none" cap="none" strike="noStrike">
                <a:solidFill>
                  <a:srgbClr val="000000"/>
                </a:solidFill>
                <a:latin typeface="Arial"/>
                <a:ea typeface="Arial"/>
                <a:cs typeface="Arial"/>
                <a:sym typeface="Arial"/>
              </a:rPr>
              <a:t>1</a:t>
            </a:r>
            <a:r>
              <a:rPr b="0" baseline="-25000" i="0" lang="en-US" sz="2700" u="none" cap="none" strike="noStrike">
                <a:solidFill>
                  <a:srgbClr val="000000"/>
                </a:solidFill>
                <a:latin typeface="Arial"/>
                <a:ea typeface="Arial"/>
                <a:cs typeface="Arial"/>
                <a:sym typeface="Arial"/>
              </a:rPr>
              <a:t>𝒳</a:t>
            </a:r>
            <a:endParaRPr b="0" baseline="-25000" i="0" sz="2700" u="none" cap="none" strike="noStrike">
              <a:solidFill>
                <a:srgbClr val="000000"/>
              </a:solidFill>
              <a:latin typeface="Arial"/>
              <a:ea typeface="Arial"/>
              <a:cs typeface="Arial"/>
              <a:sym typeface="Arial"/>
            </a:endParaRPr>
          </a:p>
          <a:p>
            <a:pPr indent="0" lvl="0" marL="38100" marR="0" rtl="0" algn="l">
              <a:lnSpc>
                <a:spcPct val="100000"/>
              </a:lnSpc>
              <a:spcBef>
                <a:spcPts val="26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1</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grpSp>
        <p:nvGrpSpPr>
          <p:cNvPr id="1450" name="Google Shape;1450;p156"/>
          <p:cNvGrpSpPr/>
          <p:nvPr/>
        </p:nvGrpSpPr>
        <p:grpSpPr>
          <a:xfrm>
            <a:off x="2595375" y="1367026"/>
            <a:ext cx="7010772" cy="4629912"/>
            <a:chOff x="2595375" y="1367026"/>
            <a:chExt cx="7010772" cy="4629912"/>
          </a:xfrm>
        </p:grpSpPr>
        <p:pic>
          <p:nvPicPr>
            <p:cNvPr id="1451" name="Google Shape;1451;p156"/>
            <p:cNvPicPr preferRelativeResize="0"/>
            <p:nvPr/>
          </p:nvPicPr>
          <p:blipFill rotWithShape="1">
            <a:blip r:embed="rId3">
              <a:alphaModFix/>
            </a:blip>
            <a:srcRect b="0" l="0" r="0" t="0"/>
            <a:stretch/>
          </p:blipFill>
          <p:spPr>
            <a:xfrm>
              <a:off x="2595375" y="1367026"/>
              <a:ext cx="7010772" cy="4629912"/>
            </a:xfrm>
            <a:prstGeom prst="rect">
              <a:avLst/>
            </a:prstGeom>
            <a:noFill/>
            <a:ln>
              <a:noFill/>
            </a:ln>
          </p:spPr>
        </p:pic>
        <p:pic>
          <p:nvPicPr>
            <p:cNvPr id="1452" name="Google Shape;1452;p156"/>
            <p:cNvPicPr preferRelativeResize="0"/>
            <p:nvPr/>
          </p:nvPicPr>
          <p:blipFill rotWithShape="1">
            <a:blip r:embed="rId4">
              <a:alphaModFix/>
            </a:blip>
            <a:srcRect b="0" l="0" r="0" t="0"/>
            <a:stretch/>
          </p:blipFill>
          <p:spPr>
            <a:xfrm>
              <a:off x="6752844" y="3179062"/>
              <a:ext cx="1304544" cy="2598420"/>
            </a:xfrm>
            <a:prstGeom prst="rect">
              <a:avLst/>
            </a:prstGeom>
            <a:noFill/>
            <a:ln>
              <a:noFill/>
            </a:ln>
          </p:spPr>
        </p:pic>
        <p:sp>
          <p:nvSpPr>
            <p:cNvPr id="1453" name="Google Shape;1453;p156"/>
            <p:cNvSpPr/>
            <p:nvPr/>
          </p:nvSpPr>
          <p:spPr>
            <a:xfrm>
              <a:off x="6963806" y="3439476"/>
              <a:ext cx="1056005" cy="2279650"/>
            </a:xfrm>
            <a:custGeom>
              <a:rect b="b" l="l" r="r" t="t"/>
              <a:pathLst>
                <a:path extrusionOk="0" h="2279650" w="1056004">
                  <a:moveTo>
                    <a:pt x="23124" y="0"/>
                  </a:moveTo>
                  <a:lnTo>
                    <a:pt x="0" y="10520"/>
                  </a:lnTo>
                  <a:lnTo>
                    <a:pt x="1032748" y="2279243"/>
                  </a:lnTo>
                  <a:lnTo>
                    <a:pt x="1055862" y="2268714"/>
                  </a:lnTo>
                  <a:lnTo>
                    <a:pt x="23124"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54" name="Google Shape;1454;p156"/>
            <p:cNvPicPr preferRelativeResize="0"/>
            <p:nvPr/>
          </p:nvPicPr>
          <p:blipFill rotWithShape="1">
            <a:blip r:embed="rId5">
              <a:alphaModFix/>
            </a:blip>
            <a:srcRect b="0" l="0" r="0" t="0"/>
            <a:stretch/>
          </p:blipFill>
          <p:spPr>
            <a:xfrm>
              <a:off x="6917563" y="3329176"/>
              <a:ext cx="115568" cy="141859"/>
            </a:xfrm>
            <a:prstGeom prst="rect">
              <a:avLst/>
            </a:prstGeom>
            <a:noFill/>
            <a:ln>
              <a:noFill/>
            </a:ln>
          </p:spPr>
        </p:pic>
      </p:grpSp>
      <p:sp>
        <p:nvSpPr>
          <p:cNvPr descr="$PPTXTitle" id="1455" name="Google Shape;1455;p156"/>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629285" rtl="0" algn="l">
              <a:lnSpc>
                <a:spcPct val="100000"/>
              </a:lnSpc>
              <a:spcBef>
                <a:spcPts val="0"/>
              </a:spcBef>
              <a:spcAft>
                <a:spcPts val="0"/>
              </a:spcAft>
              <a:buSzPts val="1400"/>
              <a:buNone/>
            </a:pPr>
            <a:r>
              <a:rPr lang="en-US"/>
              <a:t>Decision tree surface for cancer prediction</a:t>
            </a:r>
            <a:endParaRPr/>
          </a:p>
        </p:txBody>
      </p:sp>
      <p:sp>
        <p:nvSpPr>
          <p:cNvPr id="1456" name="Google Shape;1456;p156"/>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31</a:t>
            </a:r>
            <a:endParaRPr/>
          </a:p>
        </p:txBody>
      </p:sp>
      <p:sp>
        <p:nvSpPr>
          <p:cNvPr id="1457" name="Google Shape;1457;p156"/>
          <p:cNvSpPr txBox="1"/>
          <p:nvPr/>
        </p:nvSpPr>
        <p:spPr>
          <a:xfrm>
            <a:off x="4115814" y="6107684"/>
            <a:ext cx="569150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Narrow"/>
                <a:ea typeface="Arial Narrow"/>
                <a:cs typeface="Arial Narrow"/>
                <a:sym typeface="Arial Narrow"/>
              </a:rPr>
              <a:t>…because mean concave points &gt; 0.05, mean area &gt; 791</a:t>
            </a:r>
            <a:endParaRPr b="0" i="0" sz="18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descr="$PPTXTitle" id="1462" name="Google Shape;1462;p155"/>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3072765" rtl="0" algn="l">
              <a:lnSpc>
                <a:spcPct val="100000"/>
              </a:lnSpc>
              <a:spcBef>
                <a:spcPts val="0"/>
              </a:spcBef>
              <a:spcAft>
                <a:spcPts val="0"/>
              </a:spcAft>
              <a:buSzPts val="1400"/>
              <a:buNone/>
            </a:pPr>
            <a:r>
              <a:rPr lang="en-US"/>
              <a:t>Interpretable models</a:t>
            </a:r>
            <a:endParaRPr/>
          </a:p>
        </p:txBody>
      </p:sp>
      <p:sp>
        <p:nvSpPr>
          <p:cNvPr id="1463" name="Google Shape;1463;p155"/>
          <p:cNvSpPr txBox="1"/>
          <p:nvPr/>
        </p:nvSpPr>
        <p:spPr>
          <a:xfrm>
            <a:off x="688340" y="1611883"/>
            <a:ext cx="8644890" cy="11410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Decision trees are the canonical example of an interpretable model</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27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Why did we we predict +1?</a:t>
            </a:r>
            <a:endParaRPr b="0" i="0" sz="2400" u="none" cap="none" strike="noStrike">
              <a:solidFill>
                <a:srgbClr val="000000"/>
              </a:solidFill>
              <a:latin typeface="Arial Narrow"/>
              <a:ea typeface="Arial Narrow"/>
              <a:cs typeface="Arial Narrow"/>
              <a:sym typeface="Arial Narrow"/>
            </a:endParaRPr>
          </a:p>
        </p:txBody>
      </p:sp>
      <p:pic>
        <p:nvPicPr>
          <p:cNvPr id="1464" name="Google Shape;1464;p155"/>
          <p:cNvPicPr preferRelativeResize="0"/>
          <p:nvPr/>
        </p:nvPicPr>
        <p:blipFill rotWithShape="1">
          <a:blip r:embed="rId3">
            <a:alphaModFix/>
          </a:blip>
          <a:srcRect b="0" l="0" r="0" t="0"/>
          <a:stretch/>
        </p:blipFill>
        <p:spPr>
          <a:xfrm>
            <a:off x="3430177" y="2720978"/>
            <a:ext cx="5339679" cy="2679020"/>
          </a:xfrm>
          <a:prstGeom prst="rect">
            <a:avLst/>
          </a:prstGeom>
          <a:noFill/>
          <a:ln>
            <a:noFill/>
          </a:ln>
        </p:spPr>
      </p:pic>
      <p:sp>
        <p:nvSpPr>
          <p:cNvPr id="1465" name="Google Shape;1465;p155"/>
          <p:cNvSpPr txBox="1"/>
          <p:nvPr/>
        </p:nvSpPr>
        <p:spPr>
          <a:xfrm>
            <a:off x="4265676" y="5546852"/>
            <a:ext cx="3268979" cy="861060"/>
          </a:xfrm>
          <a:prstGeom prst="rect">
            <a:avLst/>
          </a:prstGeom>
          <a:noFill/>
          <a:ln>
            <a:noFill/>
          </a:ln>
        </p:spPr>
        <p:txBody>
          <a:bodyPr anchorCtr="0" anchor="t" bIns="0" lIns="0" spcFirstLastPara="1" rIns="0" wrap="square" tIns="155575">
            <a:spAutoFit/>
          </a:bodyPr>
          <a:lstStyle/>
          <a:p>
            <a:pPr indent="0" lvl="0" marL="3810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Narrow"/>
                <a:ea typeface="Arial Narrow"/>
                <a:cs typeface="Arial Narrow"/>
                <a:sym typeface="Arial Narrow"/>
              </a:rPr>
              <a:t>…because </a:t>
            </a:r>
            <a:r>
              <a:rPr b="0" i="0" lang="en-US" sz="1800" u="none" cap="none" strike="noStrike">
                <a:solidFill>
                  <a:srgbClr val="000000"/>
                </a:solidFill>
                <a:latin typeface="Arial"/>
                <a:ea typeface="Arial"/>
                <a:cs typeface="Arial"/>
                <a:sym typeface="Arial"/>
              </a:rPr>
              <a:t>𝑥</a:t>
            </a:r>
            <a:r>
              <a:rPr b="0" baseline="-25000" i="0" lang="en-US" sz="1950" u="none" cap="none" strike="noStrike">
                <a:solidFill>
                  <a:srgbClr val="000000"/>
                </a:solidFill>
                <a:latin typeface="Arial"/>
                <a:ea typeface="Arial"/>
                <a:cs typeface="Arial"/>
                <a:sym typeface="Arial"/>
              </a:rPr>
              <a:t>1 </a:t>
            </a:r>
            <a:r>
              <a:rPr b="0" i="0" lang="en-US" sz="1800" u="none" cap="none" strike="noStrike">
                <a:solidFill>
                  <a:srgbClr val="000000"/>
                </a:solidFill>
                <a:latin typeface="Arial"/>
                <a:ea typeface="Arial"/>
                <a:cs typeface="Arial"/>
                <a:sym typeface="Arial"/>
              </a:rPr>
              <a:t>≥ 2, 𝑥</a:t>
            </a:r>
            <a:r>
              <a:rPr b="0" baseline="-25000" i="0" lang="en-US" sz="1950" u="none" cap="none" strike="noStrike">
                <a:solidFill>
                  <a:srgbClr val="000000"/>
                </a:solidFill>
                <a:latin typeface="Arial"/>
                <a:ea typeface="Arial"/>
                <a:cs typeface="Arial"/>
                <a:sym typeface="Arial"/>
              </a:rPr>
              <a:t>2 </a:t>
            </a:r>
            <a:r>
              <a:rPr b="0" i="0" lang="en-US" sz="1800" u="none" cap="none" strike="noStrike">
                <a:solidFill>
                  <a:srgbClr val="000000"/>
                </a:solidFill>
                <a:latin typeface="Arial"/>
                <a:ea typeface="Arial"/>
                <a:cs typeface="Arial"/>
                <a:sym typeface="Arial"/>
              </a:rPr>
              <a:t>≥ 3, 𝑥</a:t>
            </a:r>
            <a:r>
              <a:rPr b="0" baseline="-25000" i="0" lang="en-US" sz="1950" u="none" cap="none" strike="noStrike">
                <a:solidFill>
                  <a:srgbClr val="000000"/>
                </a:solidFill>
                <a:latin typeface="Arial"/>
                <a:ea typeface="Arial"/>
                <a:cs typeface="Arial"/>
                <a:sym typeface="Arial"/>
              </a:rPr>
              <a:t>1 </a:t>
            </a:r>
            <a:r>
              <a:rPr b="0" i="0" lang="en-US" sz="1800" u="none" cap="none" strike="noStrike">
                <a:solidFill>
                  <a:srgbClr val="000000"/>
                </a:solidFill>
                <a:latin typeface="Arial"/>
                <a:ea typeface="Arial"/>
                <a:cs typeface="Arial"/>
                <a:sym typeface="Arial"/>
              </a:rPr>
              <a:t>≥ 3</a:t>
            </a:r>
            <a:endParaRPr b="0" i="0" sz="1800" u="none" cap="none" strike="noStrike">
              <a:solidFill>
                <a:srgbClr val="000000"/>
              </a:solidFill>
              <a:latin typeface="Arial"/>
              <a:ea typeface="Arial"/>
              <a:cs typeface="Arial"/>
              <a:sym typeface="Arial"/>
            </a:endParaRPr>
          </a:p>
          <a:p>
            <a:pPr indent="0" lvl="0" marL="593725" marR="0" rtl="0" algn="l">
              <a:lnSpc>
                <a:spcPct val="100000"/>
              </a:lnSpc>
              <a:spcBef>
                <a:spcPts val="1130"/>
              </a:spcBef>
              <a:spcAft>
                <a:spcPts val="0"/>
              </a:spcAft>
              <a:buClr>
                <a:srgbClr val="000000"/>
              </a:buClr>
              <a:buSzPts val="1800"/>
              <a:buFont typeface="Arial"/>
              <a:buNone/>
            </a:pPr>
            <a:r>
              <a:rPr b="0" i="0" lang="en-US" sz="1800" u="none" cap="none" strike="noStrike">
                <a:solidFill>
                  <a:srgbClr val="000000"/>
                </a:solidFill>
                <a:latin typeface="Arial Narrow"/>
                <a:ea typeface="Arial Narrow"/>
                <a:cs typeface="Arial Narrow"/>
                <a:sym typeface="Arial Narrow"/>
              </a:rPr>
              <a:t>…because </a:t>
            </a:r>
            <a:r>
              <a:rPr b="0" i="0" lang="en-US" sz="1800" u="none" cap="none" strike="noStrike">
                <a:solidFill>
                  <a:srgbClr val="000000"/>
                </a:solidFill>
                <a:latin typeface="Arial"/>
                <a:ea typeface="Arial"/>
                <a:cs typeface="Arial"/>
                <a:sym typeface="Arial"/>
              </a:rPr>
              <a:t>𝑥</a:t>
            </a:r>
            <a:r>
              <a:rPr b="0" baseline="-25000" i="0" lang="en-US" sz="1950" u="none" cap="none" strike="noStrike">
                <a:solidFill>
                  <a:srgbClr val="000000"/>
                </a:solidFill>
                <a:latin typeface="Arial"/>
                <a:ea typeface="Arial"/>
                <a:cs typeface="Arial"/>
                <a:sym typeface="Arial"/>
              </a:rPr>
              <a:t>1 </a:t>
            </a:r>
            <a:r>
              <a:rPr b="0" i="0" lang="en-US" sz="1800" u="none" cap="none" strike="noStrike">
                <a:solidFill>
                  <a:srgbClr val="000000"/>
                </a:solidFill>
                <a:latin typeface="Arial"/>
                <a:ea typeface="Arial"/>
                <a:cs typeface="Arial"/>
                <a:sym typeface="Arial"/>
              </a:rPr>
              <a:t>≥ 3 𝑥</a:t>
            </a:r>
            <a:r>
              <a:rPr b="0" baseline="-25000" i="0" lang="en-US" sz="1950" u="none" cap="none" strike="noStrike">
                <a:solidFill>
                  <a:srgbClr val="000000"/>
                </a:solidFill>
                <a:latin typeface="Arial"/>
                <a:ea typeface="Arial"/>
                <a:cs typeface="Arial"/>
                <a:sym typeface="Arial"/>
              </a:rPr>
              <a:t>2 </a:t>
            </a:r>
            <a:r>
              <a:rPr b="0" i="0" lang="en-US" sz="1800" u="none" cap="none" strike="noStrike">
                <a:solidFill>
                  <a:srgbClr val="000000"/>
                </a:solidFill>
                <a:latin typeface="Arial"/>
                <a:ea typeface="Arial"/>
                <a:cs typeface="Arial"/>
                <a:sym typeface="Arial"/>
              </a:rPr>
              <a:t>≥ 3</a:t>
            </a:r>
            <a:endParaRPr b="0" i="0" sz="1800" u="none" cap="none" strike="noStrike">
              <a:solidFill>
                <a:srgbClr val="000000"/>
              </a:solidFill>
              <a:latin typeface="Arial"/>
              <a:ea typeface="Arial"/>
              <a:cs typeface="Arial"/>
              <a:sym typeface="Arial"/>
            </a:endParaRPr>
          </a:p>
        </p:txBody>
      </p:sp>
      <p:sp>
        <p:nvSpPr>
          <p:cNvPr id="1466" name="Google Shape;1466;p155"/>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30</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0" name="Shape 1470"/>
        <p:cNvGrpSpPr/>
        <p:nvPr/>
      </p:nvGrpSpPr>
      <p:grpSpPr>
        <a:xfrm>
          <a:off x="0" y="0"/>
          <a:ext cx="0" cy="0"/>
          <a:chOff x="0" y="0"/>
          <a:chExt cx="0" cy="0"/>
        </a:xfrm>
      </p:grpSpPr>
      <p:sp>
        <p:nvSpPr>
          <p:cNvPr id="1471" name="Google Shape;1471;p56"/>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1472" name="Google Shape;1472;p56"/>
          <p:cNvSpPr txBox="1"/>
          <p:nvPr>
            <p:ph type="title"/>
          </p:nvPr>
        </p:nvSpPr>
        <p:spPr>
          <a:xfrm>
            <a:off x="873582" y="6016132"/>
            <a:ext cx="4427287" cy="2560234"/>
          </a:xfrm>
          <a:prstGeom prst="rect">
            <a:avLst/>
          </a:prstGeom>
          <a:noFill/>
          <a:ln>
            <a:noFill/>
          </a:ln>
        </p:spPr>
        <p:txBody>
          <a:bodyPr anchorCtr="0" anchor="t" bIns="45700" lIns="91425" spcFirstLastPara="1" rIns="91425" wrap="square" tIns="45700">
            <a:normAutofit/>
          </a:bodyPr>
          <a:lstStyle/>
          <a:p>
            <a:pPr indent="0" lvl="0" marL="12700" rtl="0" algn="r">
              <a:lnSpc>
                <a:spcPct val="90000"/>
              </a:lnSpc>
              <a:spcBef>
                <a:spcPts val="0"/>
              </a:spcBef>
              <a:spcAft>
                <a:spcPts val="0"/>
              </a:spcAft>
              <a:buSzPts val="1400"/>
              <a:buNone/>
            </a:pPr>
            <a:r>
              <a:rPr b="1" lang="en-US" sz="5000">
                <a:solidFill>
                  <a:schemeClr val="dk1"/>
                </a:solidFill>
                <a:latin typeface="Arial"/>
                <a:ea typeface="Arial"/>
                <a:cs typeface="Arial"/>
                <a:sym typeface="Arial"/>
              </a:rPr>
              <a:t>Decision Trees</a:t>
            </a:r>
            <a:endParaRPr/>
          </a:p>
        </p:txBody>
      </p:sp>
      <p:pic>
        <p:nvPicPr>
          <p:cNvPr id="1473" name="Google Shape;1473;p56"/>
          <p:cNvPicPr preferRelativeResize="0"/>
          <p:nvPr/>
        </p:nvPicPr>
        <p:blipFill rotWithShape="1">
          <a:blip r:embed="rId3">
            <a:alphaModFix/>
          </a:blip>
          <a:srcRect b="0" l="0" r="0" t="0"/>
          <a:stretch/>
        </p:blipFill>
        <p:spPr>
          <a:xfrm>
            <a:off x="593698" y="760580"/>
            <a:ext cx="11882430" cy="4693559"/>
          </a:xfrm>
          <a:prstGeom prst="rect">
            <a:avLst/>
          </a:prstGeom>
          <a:noFill/>
          <a:ln>
            <a:noFill/>
          </a:ln>
        </p:spPr>
      </p:pic>
      <p:sp>
        <p:nvSpPr>
          <p:cNvPr id="1474" name="Google Shape;1474;p56"/>
          <p:cNvSpPr txBox="1"/>
          <p:nvPr/>
        </p:nvSpPr>
        <p:spPr>
          <a:xfrm>
            <a:off x="5596176" y="6016133"/>
            <a:ext cx="6650952" cy="2560233"/>
          </a:xfrm>
          <a:prstGeom prst="rect">
            <a:avLst/>
          </a:prstGeom>
          <a:noFill/>
          <a:ln>
            <a:noFill/>
          </a:ln>
        </p:spPr>
        <p:txBody>
          <a:bodyPr anchorCtr="0" anchor="t" bIns="45700" lIns="91425" spcFirstLastPara="1" rIns="91425" wrap="square" tIns="45700">
            <a:normAutofit/>
          </a:bodyPr>
          <a:lstStyle/>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Basic Idea</a:t>
            </a:r>
            <a:endParaRPr/>
          </a:p>
          <a:p>
            <a:pPr indent="-228600" lvl="1" marL="527050" marR="0" rtl="0" algn="l">
              <a:lnSpc>
                <a:spcPct val="90000"/>
              </a:lnSpc>
              <a:spcBef>
                <a:spcPts val="27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Make decisions based on logical rules about features</a:t>
            </a:r>
            <a:endParaRPr/>
          </a:p>
          <a:p>
            <a:pPr indent="-228600" lvl="1" marL="527050" marR="0" rtl="0" algn="l">
              <a:lnSpc>
                <a:spcPct val="90000"/>
              </a:lnSpc>
              <a:spcBef>
                <a:spcPts val="14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Organize rules as a tree</a:t>
            </a:r>
            <a:endParaRPr/>
          </a:p>
        </p:txBody>
      </p:sp>
      <p:sp>
        <p:nvSpPr>
          <p:cNvPr id="1475" name="Google Shape;1475;p56"/>
          <p:cNvSpPr/>
          <p:nvPr/>
        </p:nvSpPr>
        <p:spPr>
          <a:xfrm flipH="1">
            <a:off x="0" y="9110920"/>
            <a:ext cx="13004797" cy="656745"/>
          </a:xfrm>
          <a:prstGeom prst="rect">
            <a:avLst/>
          </a:prstGeom>
          <a:gradFill>
            <a:gsLst>
              <a:gs pos="0">
                <a:srgbClr val="000000"/>
              </a:gs>
              <a:gs pos="100000">
                <a:srgbClr val="366092"/>
              </a:gs>
            </a:gsLst>
            <a:lin ang="15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76" name="Google Shape;1476;p56"/>
          <p:cNvSpPr/>
          <p:nvPr/>
        </p:nvSpPr>
        <p:spPr>
          <a:xfrm flipH="1">
            <a:off x="8656320" y="9110919"/>
            <a:ext cx="4348477" cy="660478"/>
          </a:xfrm>
          <a:prstGeom prst="rect">
            <a:avLst/>
          </a:prstGeom>
          <a:gradFill>
            <a:gsLst>
              <a:gs pos="0">
                <a:srgbClr val="000000">
                  <a:alpha val="30980"/>
                </a:srgbClr>
              </a:gs>
              <a:gs pos="19000">
                <a:srgbClr val="000000">
                  <a:alpha val="30980"/>
                </a:srgbClr>
              </a:gs>
              <a:gs pos="99000">
                <a:schemeClr val="accent1"/>
              </a:gs>
              <a:gs pos="100000">
                <a:schemeClr val="accent1"/>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0" name="Shape 1480"/>
        <p:cNvGrpSpPr/>
        <p:nvPr/>
      </p:nvGrpSpPr>
      <p:grpSpPr>
        <a:xfrm>
          <a:off x="0" y="0"/>
          <a:ext cx="0" cy="0"/>
          <a:chOff x="0" y="0"/>
          <a:chExt cx="0" cy="0"/>
        </a:xfrm>
      </p:grpSpPr>
      <p:sp>
        <p:nvSpPr>
          <p:cNvPr descr="$PPTXTitle" id="1481" name="Google Shape;1481;p58"/>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The „Most Informative Feature“</a:t>
            </a:r>
            <a:endParaRPr b="1" sz="3400">
              <a:solidFill>
                <a:srgbClr val="0070C0"/>
              </a:solidFill>
            </a:endParaRPr>
          </a:p>
        </p:txBody>
      </p:sp>
      <p:grpSp>
        <p:nvGrpSpPr>
          <p:cNvPr id="1482" name="Google Shape;1482;p58"/>
          <p:cNvGrpSpPr/>
          <p:nvPr/>
        </p:nvGrpSpPr>
        <p:grpSpPr>
          <a:xfrm>
            <a:off x="7846847" y="5377813"/>
            <a:ext cx="4450046" cy="2354871"/>
            <a:chOff x="5966458" y="3968507"/>
            <a:chExt cx="3115055" cy="1104887"/>
          </a:xfrm>
        </p:grpSpPr>
        <p:pic>
          <p:nvPicPr>
            <p:cNvPr id="1483" name="Google Shape;1483;p58"/>
            <p:cNvPicPr preferRelativeResize="0"/>
            <p:nvPr/>
          </p:nvPicPr>
          <p:blipFill rotWithShape="1">
            <a:blip r:embed="rId3">
              <a:alphaModFix/>
            </a:blip>
            <a:srcRect b="0" l="0" r="0" t="0"/>
            <a:stretch/>
          </p:blipFill>
          <p:spPr>
            <a:xfrm>
              <a:off x="5966458" y="3968507"/>
              <a:ext cx="3115055" cy="1104887"/>
            </a:xfrm>
            <a:prstGeom prst="rect">
              <a:avLst/>
            </a:prstGeom>
            <a:noFill/>
            <a:ln>
              <a:noFill/>
            </a:ln>
          </p:spPr>
        </p:pic>
        <p:pic>
          <p:nvPicPr>
            <p:cNvPr id="1484" name="Google Shape;1484;p58"/>
            <p:cNvPicPr preferRelativeResize="0"/>
            <p:nvPr/>
          </p:nvPicPr>
          <p:blipFill rotWithShape="1">
            <a:blip r:embed="rId4">
              <a:alphaModFix/>
            </a:blip>
            <a:srcRect b="0" l="0" r="0" t="0"/>
            <a:stretch/>
          </p:blipFill>
          <p:spPr>
            <a:xfrm>
              <a:off x="6012178" y="3996688"/>
              <a:ext cx="3028186" cy="1015744"/>
            </a:xfrm>
            <a:prstGeom prst="rect">
              <a:avLst/>
            </a:prstGeom>
            <a:noFill/>
            <a:ln>
              <a:noFill/>
            </a:ln>
          </p:spPr>
        </p:pic>
        <p:sp>
          <p:nvSpPr>
            <p:cNvPr id="1485" name="Google Shape;1485;p58"/>
            <p:cNvSpPr/>
            <p:nvPr/>
          </p:nvSpPr>
          <p:spPr>
            <a:xfrm>
              <a:off x="6012178" y="3996688"/>
              <a:ext cx="3028315" cy="1016000"/>
            </a:xfrm>
            <a:custGeom>
              <a:rect b="b" l="l" r="r" t="t"/>
              <a:pathLst>
                <a:path extrusionOk="0" h="1016000" w="3028315">
                  <a:moveTo>
                    <a:pt x="0" y="368045"/>
                  </a:moveTo>
                  <a:lnTo>
                    <a:pt x="504698" y="368045"/>
                  </a:lnTo>
                  <a:lnTo>
                    <a:pt x="1439418" y="0"/>
                  </a:lnTo>
                  <a:lnTo>
                    <a:pt x="1261745" y="368045"/>
                  </a:lnTo>
                  <a:lnTo>
                    <a:pt x="3028188" y="368045"/>
                  </a:lnTo>
                  <a:lnTo>
                    <a:pt x="3028188" y="475995"/>
                  </a:lnTo>
                  <a:lnTo>
                    <a:pt x="3028188" y="637920"/>
                  </a:lnTo>
                  <a:lnTo>
                    <a:pt x="3028188" y="1015745"/>
                  </a:lnTo>
                  <a:lnTo>
                    <a:pt x="1261745" y="1015745"/>
                  </a:lnTo>
                  <a:lnTo>
                    <a:pt x="504698" y="1015745"/>
                  </a:lnTo>
                  <a:lnTo>
                    <a:pt x="0" y="1015745"/>
                  </a:lnTo>
                  <a:lnTo>
                    <a:pt x="0" y="637920"/>
                  </a:lnTo>
                  <a:lnTo>
                    <a:pt x="0" y="475995"/>
                  </a:lnTo>
                  <a:lnTo>
                    <a:pt x="0" y="368045"/>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86" name="Google Shape;1486;p58"/>
          <p:cNvSpPr txBox="1"/>
          <p:nvPr/>
        </p:nvSpPr>
        <p:spPr>
          <a:xfrm>
            <a:off x="8434271" y="6555248"/>
            <a:ext cx="2834640" cy="839461"/>
          </a:xfrm>
          <a:prstGeom prst="rect">
            <a:avLst/>
          </a:prstGeom>
          <a:noFill/>
          <a:ln>
            <a:noFill/>
          </a:ln>
        </p:spPr>
        <p:txBody>
          <a:bodyPr anchorCtr="0" anchor="t" bIns="0" lIns="0" spcFirstLastPara="1" rIns="0" wrap="square" tIns="28575">
            <a:spAutoFit/>
          </a:bodyPr>
          <a:lstStyle/>
          <a:p>
            <a:pPr indent="-593090" lvl="0" marL="605155" marR="5080" rtl="0" algn="l">
              <a:lnSpc>
                <a:spcPct val="87083"/>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Interpret each dimension as random variable</a:t>
            </a:r>
            <a:endParaRPr b="0" i="0" sz="2400" u="none" cap="none" strike="noStrike">
              <a:solidFill>
                <a:srgbClr val="000000"/>
              </a:solidFill>
              <a:latin typeface="Arial"/>
              <a:ea typeface="Arial"/>
              <a:cs typeface="Arial"/>
              <a:sym typeface="Arial"/>
            </a:endParaRPr>
          </a:p>
        </p:txBody>
      </p:sp>
      <p:grpSp>
        <p:nvGrpSpPr>
          <p:cNvPr id="1487" name="Google Shape;1487;p58"/>
          <p:cNvGrpSpPr/>
          <p:nvPr/>
        </p:nvGrpSpPr>
        <p:grpSpPr>
          <a:xfrm>
            <a:off x="7760104" y="2020888"/>
            <a:ext cx="4182975" cy="1975544"/>
            <a:chOff x="4534304" y="2467343"/>
            <a:chExt cx="4182975" cy="1975544"/>
          </a:xfrm>
        </p:grpSpPr>
        <p:pic>
          <p:nvPicPr>
            <p:cNvPr id="1488" name="Google Shape;1488;p58"/>
            <p:cNvPicPr preferRelativeResize="0"/>
            <p:nvPr/>
          </p:nvPicPr>
          <p:blipFill rotWithShape="1">
            <a:blip r:embed="rId5">
              <a:alphaModFix/>
            </a:blip>
            <a:srcRect b="0" l="0" r="0" t="0"/>
            <a:stretch/>
          </p:blipFill>
          <p:spPr>
            <a:xfrm>
              <a:off x="4534304" y="2467343"/>
              <a:ext cx="4182975" cy="1975544"/>
            </a:xfrm>
            <a:prstGeom prst="rect">
              <a:avLst/>
            </a:prstGeom>
            <a:noFill/>
            <a:ln>
              <a:noFill/>
            </a:ln>
          </p:spPr>
        </p:pic>
        <p:pic>
          <p:nvPicPr>
            <p:cNvPr id="1489" name="Google Shape;1489;p58"/>
            <p:cNvPicPr preferRelativeResize="0"/>
            <p:nvPr/>
          </p:nvPicPr>
          <p:blipFill rotWithShape="1">
            <a:blip r:embed="rId6">
              <a:alphaModFix/>
            </a:blip>
            <a:srcRect b="0" l="0" r="0" t="0"/>
            <a:stretch/>
          </p:blipFill>
          <p:spPr>
            <a:xfrm>
              <a:off x="4684924" y="2493263"/>
              <a:ext cx="3991205" cy="1860991"/>
            </a:xfrm>
            <a:prstGeom prst="rect">
              <a:avLst/>
            </a:prstGeom>
            <a:noFill/>
            <a:ln>
              <a:noFill/>
            </a:ln>
          </p:spPr>
        </p:pic>
        <p:sp>
          <p:nvSpPr>
            <p:cNvPr id="1490" name="Google Shape;1490;p58"/>
            <p:cNvSpPr/>
            <p:nvPr/>
          </p:nvSpPr>
          <p:spPr>
            <a:xfrm>
              <a:off x="4725693" y="2493264"/>
              <a:ext cx="3950818" cy="1860992"/>
            </a:xfrm>
            <a:custGeom>
              <a:rect b="b" l="l" r="r" t="t"/>
              <a:pathLst>
                <a:path extrusionOk="0" h="599439" w="4571365">
                  <a:moveTo>
                    <a:pt x="323596" y="0"/>
                  </a:moveTo>
                  <a:lnTo>
                    <a:pt x="1031494" y="0"/>
                  </a:lnTo>
                  <a:lnTo>
                    <a:pt x="2093341" y="0"/>
                  </a:lnTo>
                  <a:lnTo>
                    <a:pt x="4570984" y="0"/>
                  </a:lnTo>
                  <a:lnTo>
                    <a:pt x="4570984" y="251586"/>
                  </a:lnTo>
                  <a:lnTo>
                    <a:pt x="4570984" y="359410"/>
                  </a:lnTo>
                  <a:lnTo>
                    <a:pt x="4570984" y="431292"/>
                  </a:lnTo>
                  <a:lnTo>
                    <a:pt x="2093341" y="431292"/>
                  </a:lnTo>
                  <a:lnTo>
                    <a:pt x="0" y="599314"/>
                  </a:lnTo>
                  <a:lnTo>
                    <a:pt x="1031494" y="431292"/>
                  </a:lnTo>
                  <a:lnTo>
                    <a:pt x="323596" y="431292"/>
                  </a:lnTo>
                  <a:lnTo>
                    <a:pt x="323596" y="359410"/>
                  </a:lnTo>
                  <a:lnTo>
                    <a:pt x="323596" y="251586"/>
                  </a:lnTo>
                  <a:lnTo>
                    <a:pt x="323596" y="0"/>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91" name="Google Shape;1491;p58"/>
          <p:cNvSpPr txBox="1"/>
          <p:nvPr/>
        </p:nvSpPr>
        <p:spPr>
          <a:xfrm>
            <a:off x="8332089" y="2129007"/>
            <a:ext cx="3245232" cy="75148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Can be used as measure for purity</a:t>
            </a:r>
            <a:endParaRPr b="0" i="0" sz="2400" u="none" cap="none" strike="noStrike">
              <a:solidFill>
                <a:srgbClr val="000000"/>
              </a:solidFill>
              <a:latin typeface="Arial"/>
              <a:ea typeface="Arial"/>
              <a:cs typeface="Arial"/>
              <a:sym typeface="Arial"/>
            </a:endParaRPr>
          </a:p>
        </p:txBody>
      </p:sp>
      <p:sp>
        <p:nvSpPr>
          <p:cNvPr id="1492" name="Google Shape;1492;p58"/>
          <p:cNvSpPr txBox="1"/>
          <p:nvPr/>
        </p:nvSpPr>
        <p:spPr>
          <a:xfrm>
            <a:off x="835756" y="1961686"/>
            <a:ext cx="6923966" cy="4402487"/>
          </a:xfrm>
          <a:prstGeom prst="rect">
            <a:avLst/>
          </a:prstGeom>
          <a:noFill/>
          <a:ln>
            <a:noFill/>
          </a:ln>
        </p:spPr>
        <p:txBody>
          <a:bodyPr anchorCtr="0" anchor="t" bIns="0" lIns="0" spcFirstLastPara="1" rIns="0" wrap="square" tIns="57150">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Information theory-based approach</a:t>
            </a:r>
            <a:endParaRPr b="0" i="0" sz="1400" u="none" cap="none" strike="noStrike">
              <a:solidFill>
                <a:srgbClr val="000000"/>
              </a:solidFill>
              <a:latin typeface="Arial"/>
              <a:ea typeface="Arial"/>
              <a:cs typeface="Arial"/>
              <a:sym typeface="Arial"/>
            </a:endParaRPr>
          </a:p>
          <a:p>
            <a:pPr indent="-172720" lvl="0" marL="210820" marR="0" rtl="0" algn="l">
              <a:lnSpc>
                <a:spcPct val="100000"/>
              </a:lnSpc>
              <a:spcBef>
                <a:spcPts val="309"/>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Entropy of the class label</a:t>
            </a:r>
            <a:endParaRPr b="0" i="0" sz="2400" u="none" cap="none" strike="noStrike">
              <a:solidFill>
                <a:srgbClr val="000000"/>
              </a:solidFill>
              <a:latin typeface="Arial"/>
              <a:ea typeface="Arial"/>
              <a:cs typeface="Arial"/>
              <a:sym typeface="Arial"/>
            </a:endParaRPr>
          </a:p>
          <a:p>
            <a:pPr indent="-172084" lvl="1" marL="552450" marR="0" rtl="0" algn="l">
              <a:lnSpc>
                <a:spcPct val="100000"/>
              </a:lnSpc>
              <a:spcBef>
                <a:spcPts val="18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𝐻(𝐶)= − </a:t>
            </a:r>
            <a:r>
              <a:rPr b="0" baseline="30000" i="0" lang="en-US" sz="2400" u="none" cap="none" strike="noStrike">
                <a:solidFill>
                  <a:srgbClr val="001F5F"/>
                </a:solidFill>
                <a:latin typeface="Arial"/>
                <a:ea typeface="Arial"/>
                <a:cs typeface="Arial"/>
                <a:sym typeface="Arial"/>
              </a:rPr>
              <a:t>σ</a:t>
            </a:r>
            <a:r>
              <a:rPr b="0" baseline="-25000" i="0" lang="en-US" sz="2400" u="none" cap="none" strike="noStrike">
                <a:solidFill>
                  <a:srgbClr val="001F5F"/>
                </a:solidFill>
                <a:latin typeface="Arial"/>
                <a:ea typeface="Arial"/>
                <a:cs typeface="Arial"/>
                <a:sym typeface="Arial"/>
              </a:rPr>
              <a:t>𝑐∈𝐶 </a:t>
            </a:r>
            <a:r>
              <a:rPr b="0" i="0" lang="en-US" sz="2400" u="none" cap="none" strike="noStrike">
                <a:solidFill>
                  <a:srgbClr val="001F5F"/>
                </a:solidFill>
                <a:latin typeface="Arial"/>
                <a:ea typeface="Arial"/>
                <a:cs typeface="Arial"/>
                <a:sym typeface="Arial"/>
              </a:rPr>
              <a:t>𝑝 (𝑐)log 𝑝(𝑐)</a:t>
            </a:r>
            <a:endParaRPr b="0" i="0" sz="2400" u="none" cap="none" strike="noStrike">
              <a:solidFill>
                <a:srgbClr val="001F5F"/>
              </a:solidFill>
              <a:latin typeface="Arial"/>
              <a:ea typeface="Arial"/>
              <a:cs typeface="Arial"/>
              <a:sym typeface="Arial"/>
            </a:endParaRPr>
          </a:p>
          <a:p>
            <a:pPr indent="-172720" lvl="0" marL="210820" marR="0" rtl="0" algn="l">
              <a:lnSpc>
                <a:spcPct val="100000"/>
              </a:lnSpc>
              <a:spcBef>
                <a:spcPts val="45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Conditional entropy of the class label based on feature 𝑋</a:t>
            </a:r>
            <a:endParaRPr b="0" i="0" sz="2400" u="none" cap="none" strike="noStrike">
              <a:solidFill>
                <a:srgbClr val="000000"/>
              </a:solidFill>
              <a:latin typeface="Arial"/>
              <a:ea typeface="Arial"/>
              <a:cs typeface="Arial"/>
              <a:sym typeface="Arial"/>
            </a:endParaRPr>
          </a:p>
          <a:p>
            <a:pPr indent="-172084" lvl="1" marL="552450" marR="0" rtl="0" algn="l">
              <a:lnSpc>
                <a:spcPct val="100000"/>
              </a:lnSpc>
              <a:spcBef>
                <a:spcPts val="30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𝐻(𝐶 𝑋)= − </a:t>
            </a:r>
            <a:r>
              <a:rPr b="0" baseline="30000" i="0" lang="en-US" sz="2400" u="none" cap="none" strike="noStrike">
                <a:solidFill>
                  <a:srgbClr val="001F5F"/>
                </a:solidFill>
                <a:latin typeface="Arial"/>
                <a:ea typeface="Arial"/>
                <a:cs typeface="Arial"/>
                <a:sym typeface="Arial"/>
              </a:rPr>
              <a:t>σ</a:t>
            </a:r>
            <a:r>
              <a:rPr b="0" baseline="-25000" i="0" lang="en-US" sz="2400" u="none" cap="none" strike="noStrike">
                <a:solidFill>
                  <a:srgbClr val="001F5F"/>
                </a:solidFill>
                <a:latin typeface="Arial"/>
                <a:ea typeface="Arial"/>
                <a:cs typeface="Arial"/>
                <a:sym typeface="Arial"/>
              </a:rPr>
              <a:t>𝑥∈𝑋 </a:t>
            </a:r>
            <a:r>
              <a:rPr b="0" i="0" lang="en-US" sz="2400" u="none" cap="none" strike="noStrike">
                <a:solidFill>
                  <a:srgbClr val="001F5F"/>
                </a:solidFill>
                <a:latin typeface="Arial"/>
                <a:ea typeface="Arial"/>
                <a:cs typeface="Arial"/>
                <a:sym typeface="Arial"/>
              </a:rPr>
              <a:t>𝑝 (𝑥)</a:t>
            </a:r>
            <a:r>
              <a:rPr b="0" baseline="30000" i="0" lang="en-US" sz="2400" u="none" cap="none" strike="noStrike">
                <a:solidFill>
                  <a:srgbClr val="001F5F"/>
                </a:solidFill>
                <a:latin typeface="Arial"/>
                <a:ea typeface="Arial"/>
                <a:cs typeface="Arial"/>
                <a:sym typeface="Arial"/>
              </a:rPr>
              <a:t>σ</a:t>
            </a:r>
            <a:r>
              <a:rPr b="0" baseline="-25000" i="0" lang="en-US" sz="2400" u="none" cap="none" strike="noStrike">
                <a:solidFill>
                  <a:srgbClr val="001F5F"/>
                </a:solidFill>
                <a:latin typeface="Arial"/>
                <a:ea typeface="Arial"/>
                <a:cs typeface="Arial"/>
                <a:sym typeface="Arial"/>
              </a:rPr>
              <a:t>𝑐∈𝐶 </a:t>
            </a:r>
            <a:r>
              <a:rPr b="0" i="0" lang="en-US" sz="2400" u="none" cap="none" strike="noStrike">
                <a:solidFill>
                  <a:srgbClr val="001F5F"/>
                </a:solidFill>
                <a:latin typeface="Arial"/>
                <a:ea typeface="Arial"/>
                <a:cs typeface="Arial"/>
                <a:sym typeface="Arial"/>
              </a:rPr>
              <a:t>𝑝 (𝑥)log 𝑝(𝑐|𝑥)</a:t>
            </a:r>
            <a:endParaRPr b="0" i="0" sz="1400" u="none" cap="none" strike="noStrike">
              <a:solidFill>
                <a:srgbClr val="000000"/>
              </a:solidFill>
              <a:latin typeface="Arial"/>
              <a:ea typeface="Arial"/>
              <a:cs typeface="Arial"/>
              <a:sym typeface="Arial"/>
            </a:endParaRPr>
          </a:p>
          <a:p>
            <a:pPr indent="-172720" lvl="0" marL="185420" marR="0" rtl="0" algn="l">
              <a:lnSpc>
                <a:spcPct val="100000"/>
              </a:lnSpc>
              <a:spcBef>
                <a:spcPts val="31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Mutual Information</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18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𝐼(𝐶, 𝑋)= 𝐻 (𝐶)− 𝐻 (𝐶 𝑋)</a:t>
            </a:r>
            <a:endParaRPr b="0" i="0" sz="1400" u="none" cap="none" strike="noStrike">
              <a:solidFill>
                <a:srgbClr val="000000"/>
              </a:solidFill>
              <a:latin typeface="Arial"/>
              <a:ea typeface="Arial"/>
              <a:cs typeface="Arial"/>
              <a:sym typeface="Arial"/>
            </a:endParaRPr>
          </a:p>
          <a:p>
            <a:pPr indent="-172084" lvl="1" marL="527050" marR="0" rtl="0" algn="l">
              <a:lnSpc>
                <a:spcPct val="100000"/>
              </a:lnSpc>
              <a:spcBef>
                <a:spcPts val="18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Feature with highest mutual information is most informative</a:t>
            </a:r>
            <a:endParaRPr b="0" i="0" sz="2400" u="none" cap="none" strike="noStrike">
              <a:solidFill>
                <a:srgbClr val="000000"/>
              </a:solidFill>
              <a:latin typeface="Arial"/>
              <a:ea typeface="Arial"/>
              <a:cs typeface="Arial"/>
              <a:sym typeface="Arial"/>
            </a:endParaRPr>
          </a:p>
          <a:p>
            <a:pPr indent="-19684" lvl="1" marL="527050" marR="0" rtl="0" algn="l">
              <a:lnSpc>
                <a:spcPct val="100000"/>
              </a:lnSpc>
              <a:spcBef>
                <a:spcPts val="18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6" name="Shape 1496"/>
        <p:cNvGrpSpPr/>
        <p:nvPr/>
      </p:nvGrpSpPr>
      <p:grpSpPr>
        <a:xfrm>
          <a:off x="0" y="0"/>
          <a:ext cx="0" cy="0"/>
          <a:chOff x="0" y="0"/>
          <a:chExt cx="0" cy="0"/>
        </a:xfrm>
      </p:grpSpPr>
      <p:sp>
        <p:nvSpPr>
          <p:cNvPr id="1497" name="Google Shape;1497;p151"/>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8" name="Google Shape;1498;p151"/>
          <p:cNvSpPr/>
          <p:nvPr/>
        </p:nvSpPr>
        <p:spPr>
          <a:xfrm flipH="1" rot="5400000">
            <a:off x="-1900283" y="1901099"/>
            <a:ext cx="9753600" cy="5951403"/>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99" name="Google Shape;1499;p151"/>
          <p:cNvSpPr/>
          <p:nvPr/>
        </p:nvSpPr>
        <p:spPr>
          <a:xfrm flipH="1" rot="5400000">
            <a:off x="-1547635" y="1553374"/>
            <a:ext cx="9025719" cy="5947819"/>
          </a:xfrm>
          <a:prstGeom prst="rect">
            <a:avLst/>
          </a:prstGeom>
          <a:gradFill>
            <a:gsLst>
              <a:gs pos="0">
                <a:srgbClr val="000000">
                  <a:alpha val="0"/>
                </a:srgbClr>
              </a:gs>
              <a:gs pos="99000">
                <a:srgbClr val="4F81BD">
                  <a:alpha val="0"/>
                </a:srgbClr>
              </a:gs>
              <a:gs pos="100000">
                <a:srgbClr val="4F81BD">
                  <a:alpha val="0"/>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0" name="Google Shape;1500;p151"/>
          <p:cNvSpPr/>
          <p:nvPr/>
        </p:nvSpPr>
        <p:spPr>
          <a:xfrm flipH="1" rot="5400000">
            <a:off x="1186038" y="5000501"/>
            <a:ext cx="3558370" cy="5947819"/>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1" name="Google Shape;1501;p151"/>
          <p:cNvSpPr/>
          <p:nvPr/>
        </p:nvSpPr>
        <p:spPr>
          <a:xfrm flipH="1" rot="5400000">
            <a:off x="-1672536" y="2128846"/>
            <a:ext cx="9753601" cy="5495906"/>
          </a:xfrm>
          <a:prstGeom prst="rect">
            <a:avLst/>
          </a:prstGeom>
          <a:gradFill>
            <a:gsLst>
              <a:gs pos="0">
                <a:srgbClr val="000000">
                  <a:alpha val="0"/>
                </a:srgbClr>
              </a:gs>
              <a:gs pos="99000">
                <a:srgbClr val="4F81BD">
                  <a:alpha val="10980"/>
                </a:srgbClr>
              </a:gs>
              <a:gs pos="100000">
                <a:srgbClr val="4F81BD">
                  <a:alpha val="10980"/>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2" name="Google Shape;1502;p151"/>
          <p:cNvSpPr/>
          <p:nvPr/>
        </p:nvSpPr>
        <p:spPr>
          <a:xfrm rot="6097846">
            <a:off x="105638" y="2372672"/>
            <a:ext cx="6141586" cy="4606190"/>
          </a:xfrm>
          <a:prstGeom prst="ellipse">
            <a:avLst/>
          </a:prstGeom>
          <a:gradFill>
            <a:gsLst>
              <a:gs pos="0">
                <a:srgbClr val="4F81BD">
                  <a:alpha val="0"/>
                </a:srgbClr>
              </a:gs>
              <a:gs pos="39000">
                <a:srgbClr val="4F81BD">
                  <a:alpha val="0"/>
                </a:srgbClr>
              </a:gs>
              <a:gs pos="100000">
                <a:srgbClr val="93B3D7">
                  <a:alpha val="14901"/>
                </a:srgbClr>
              </a:gs>
            </a:gsLst>
            <a:lin ang="17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03" name="Google Shape;1503;p151"/>
          <p:cNvSpPr txBox="1"/>
          <p:nvPr/>
        </p:nvSpPr>
        <p:spPr>
          <a:xfrm>
            <a:off x="6936701" y="923704"/>
            <a:ext cx="5186611" cy="7887712"/>
          </a:xfrm>
          <a:prstGeom prst="rect">
            <a:avLst/>
          </a:prstGeom>
          <a:noFill/>
          <a:ln>
            <a:noFill/>
          </a:ln>
        </p:spPr>
        <p:txBody>
          <a:bodyPr anchorCtr="0" anchor="ctr" bIns="45700" lIns="91425" spcFirstLastPara="1" rIns="91425" wrap="square" tIns="45700">
            <a:normAutofit/>
          </a:bodyPr>
          <a:lstStyle/>
          <a:p>
            <a:pPr indent="-12700" lvl="0" marL="12700" marR="5080" rtl="0" algn="l">
              <a:lnSpc>
                <a:spcPct val="90000"/>
              </a:lnSpc>
              <a:spcBef>
                <a:spcPts val="0"/>
              </a:spcBef>
              <a:spcAft>
                <a:spcPts val="0"/>
              </a:spcAft>
              <a:buClr>
                <a:srgbClr val="000000"/>
              </a:buClr>
              <a:buSzPts val="2500"/>
              <a:buFont typeface="Arial"/>
              <a:buChar char="•"/>
            </a:pPr>
            <a:r>
              <a:rPr b="0" i="0" lang="en-US" sz="2500" u="none" cap="none" strike="noStrike">
                <a:solidFill>
                  <a:schemeClr val="dk1"/>
                </a:solidFill>
                <a:latin typeface="Arial"/>
                <a:ea typeface="Arial"/>
                <a:cs typeface="Arial"/>
                <a:sym typeface="Arial"/>
              </a:rPr>
              <a:t>Consider a decision tree training algorithm that stops after creating N nodes. If we increase N, the resulting tree is more likely to:</a:t>
            </a:r>
            <a:endParaRPr/>
          </a:p>
          <a:p>
            <a:pPr indent="158750" lvl="0" marL="0" marR="0" rtl="0" algn="l">
              <a:lnSpc>
                <a:spcPct val="90000"/>
              </a:lnSpc>
              <a:spcBef>
                <a:spcPts val="27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228600" lvl="0" marL="468630" marR="0" rtl="0" algn="l">
              <a:lnSpc>
                <a:spcPct val="90000"/>
              </a:lnSpc>
              <a:spcBef>
                <a:spcPts val="0"/>
              </a:spcBef>
              <a:spcAft>
                <a:spcPts val="0"/>
              </a:spcAft>
              <a:buClr>
                <a:srgbClr val="000000"/>
              </a:buClr>
              <a:buSzPts val="2400"/>
              <a:buFont typeface="Arial"/>
              <a:buChar char="•"/>
            </a:pPr>
            <a:r>
              <a:rPr b="0" i="0" lang="en-US" sz="2500" u="none" cap="none" strike="noStrike">
                <a:solidFill>
                  <a:schemeClr val="dk1"/>
                </a:solidFill>
                <a:latin typeface="Arial"/>
                <a:ea typeface="Arial"/>
                <a:cs typeface="Arial"/>
                <a:sym typeface="Arial"/>
              </a:rPr>
              <a:t>overfit</a:t>
            </a:r>
            <a:endParaRPr/>
          </a:p>
          <a:p>
            <a:pPr indent="-228600" lvl="0" marL="468630" marR="0" rtl="0" algn="l">
              <a:lnSpc>
                <a:spcPct val="90000"/>
              </a:lnSpc>
              <a:spcBef>
                <a:spcPts val="25"/>
              </a:spcBef>
              <a:spcAft>
                <a:spcPts val="0"/>
              </a:spcAft>
              <a:buClr>
                <a:srgbClr val="000000"/>
              </a:buClr>
              <a:buSzPts val="2400"/>
              <a:buFont typeface="Arial"/>
              <a:buChar char="•"/>
            </a:pPr>
            <a:r>
              <a:rPr b="0" i="0" lang="en-US" sz="2500" u="none" cap="none" strike="noStrike">
                <a:solidFill>
                  <a:schemeClr val="dk1"/>
                </a:solidFill>
                <a:latin typeface="Arial"/>
                <a:ea typeface="Arial"/>
                <a:cs typeface="Arial"/>
                <a:sym typeface="Arial"/>
              </a:rPr>
              <a:t>underfit</a:t>
            </a:r>
            <a:endParaRPr/>
          </a:p>
        </p:txBody>
      </p:sp>
      <p:sp>
        <p:nvSpPr>
          <p:cNvPr id="1504" name="Google Shape;1504;p151"/>
          <p:cNvSpPr txBox="1"/>
          <p:nvPr>
            <p:ph idx="12" type="sldNum"/>
          </p:nvPr>
        </p:nvSpPr>
        <p:spPr>
          <a:xfrm>
            <a:off x="12484608" y="9181388"/>
            <a:ext cx="477926" cy="519289"/>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SzPts val="1400"/>
              <a:buNone/>
            </a:pPr>
            <a:r>
              <a:rPr lang="en-US" sz="1400">
                <a:solidFill>
                  <a:srgbClr val="7F7F7F"/>
                </a:solidFill>
                <a:latin typeface="Arial"/>
                <a:ea typeface="Arial"/>
                <a:cs typeface="Arial"/>
                <a:sym typeface="Arial"/>
              </a:rPr>
              <a:t>26</a:t>
            </a:r>
            <a:endParaRPr/>
          </a:p>
        </p:txBody>
      </p:sp>
      <p:sp>
        <p:nvSpPr>
          <p:cNvPr id="1505" name="Google Shape;1505;p151"/>
          <p:cNvSpPr txBox="1"/>
          <p:nvPr>
            <p:ph type="title"/>
          </p:nvPr>
        </p:nvSpPr>
        <p:spPr>
          <a:xfrm>
            <a:off x="707542" y="494791"/>
            <a:ext cx="11589715" cy="985519"/>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9" name="Shape 1509"/>
        <p:cNvGrpSpPr/>
        <p:nvPr/>
      </p:nvGrpSpPr>
      <p:grpSpPr>
        <a:xfrm>
          <a:off x="0" y="0"/>
          <a:ext cx="0" cy="0"/>
          <a:chOff x="0" y="0"/>
          <a:chExt cx="0" cy="0"/>
        </a:xfrm>
      </p:grpSpPr>
      <p:sp>
        <p:nvSpPr>
          <p:cNvPr descr="$PPTXTitle" id="1510" name="Google Shape;1510;p59"/>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Decision Surface of Decision Trees</a:t>
            </a:r>
            <a:endParaRPr b="1" sz="3400">
              <a:solidFill>
                <a:srgbClr val="0070C0"/>
              </a:solidFill>
            </a:endParaRPr>
          </a:p>
        </p:txBody>
      </p:sp>
      <p:sp>
        <p:nvSpPr>
          <p:cNvPr id="1511" name="Google Shape;1511;p59"/>
          <p:cNvSpPr txBox="1"/>
          <p:nvPr/>
        </p:nvSpPr>
        <p:spPr>
          <a:xfrm>
            <a:off x="706906" y="1805431"/>
            <a:ext cx="7243294" cy="382156"/>
          </a:xfrm>
          <a:prstGeom prst="rect">
            <a:avLst/>
          </a:prstGeom>
          <a:noFill/>
          <a:ln>
            <a:noFill/>
          </a:ln>
        </p:spPr>
        <p:txBody>
          <a:bodyPr anchorCtr="0" anchor="t" bIns="0" lIns="0" spcFirstLastPara="1" rIns="0" wrap="square" tIns="12700">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All decisions are axis-aligned</a:t>
            </a:r>
            <a:endParaRPr b="0" i="0" sz="2400" u="none" cap="none" strike="noStrike">
              <a:solidFill>
                <a:srgbClr val="000000"/>
              </a:solidFill>
              <a:latin typeface="Arial"/>
              <a:ea typeface="Arial"/>
              <a:cs typeface="Arial"/>
              <a:sym typeface="Arial"/>
            </a:endParaRPr>
          </a:p>
        </p:txBody>
      </p:sp>
      <p:grpSp>
        <p:nvGrpSpPr>
          <p:cNvPr id="1512" name="Google Shape;1512;p59"/>
          <p:cNvGrpSpPr/>
          <p:nvPr/>
        </p:nvGrpSpPr>
        <p:grpSpPr>
          <a:xfrm>
            <a:off x="972310" y="2563793"/>
            <a:ext cx="4076888" cy="6122336"/>
            <a:chOff x="972311" y="2560320"/>
            <a:chExt cx="3355974" cy="3479292"/>
          </a:xfrm>
        </p:grpSpPr>
        <p:pic>
          <p:nvPicPr>
            <p:cNvPr id="1513" name="Google Shape;1513;p59"/>
            <p:cNvPicPr preferRelativeResize="0"/>
            <p:nvPr/>
          </p:nvPicPr>
          <p:blipFill rotWithShape="1">
            <a:blip r:embed="rId3">
              <a:alphaModFix/>
            </a:blip>
            <a:srcRect b="0" l="0" r="0" t="0"/>
            <a:stretch/>
          </p:blipFill>
          <p:spPr>
            <a:xfrm>
              <a:off x="1281682" y="2564892"/>
              <a:ext cx="2917575" cy="2093974"/>
            </a:xfrm>
            <a:prstGeom prst="rect">
              <a:avLst/>
            </a:prstGeom>
            <a:noFill/>
            <a:ln>
              <a:noFill/>
            </a:ln>
          </p:spPr>
        </p:pic>
        <p:sp>
          <p:nvSpPr>
            <p:cNvPr id="1514" name="Google Shape;1514;p59"/>
            <p:cNvSpPr/>
            <p:nvPr/>
          </p:nvSpPr>
          <p:spPr>
            <a:xfrm>
              <a:off x="1277110" y="2560320"/>
              <a:ext cx="3051175" cy="2103120"/>
            </a:xfrm>
            <a:custGeom>
              <a:rect b="b" l="l" r="r" t="t"/>
              <a:pathLst>
                <a:path extrusionOk="0" h="2103120" w="3051175">
                  <a:moveTo>
                    <a:pt x="0" y="0"/>
                  </a:moveTo>
                  <a:lnTo>
                    <a:pt x="3051048" y="0"/>
                  </a:lnTo>
                  <a:lnTo>
                    <a:pt x="3051048" y="2103119"/>
                  </a:lnTo>
                  <a:lnTo>
                    <a:pt x="0" y="2103119"/>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515" name="Google Shape;1515;p59"/>
            <p:cNvPicPr preferRelativeResize="0"/>
            <p:nvPr/>
          </p:nvPicPr>
          <p:blipFill rotWithShape="1">
            <a:blip r:embed="rId4">
              <a:alphaModFix/>
            </a:blip>
            <a:srcRect b="0" l="0" r="0" t="0"/>
            <a:stretch/>
          </p:blipFill>
          <p:spPr>
            <a:xfrm>
              <a:off x="972311" y="5102352"/>
              <a:ext cx="2447542" cy="937260"/>
            </a:xfrm>
            <a:prstGeom prst="rect">
              <a:avLst/>
            </a:prstGeom>
            <a:noFill/>
            <a:ln>
              <a:noFill/>
            </a:ln>
          </p:spPr>
        </p:pic>
        <p:sp>
          <p:nvSpPr>
            <p:cNvPr id="1516" name="Google Shape;1516;p59"/>
            <p:cNvSpPr/>
            <p:nvPr/>
          </p:nvSpPr>
          <p:spPr>
            <a:xfrm>
              <a:off x="1115566" y="5087112"/>
              <a:ext cx="2087880" cy="311150"/>
            </a:xfrm>
            <a:custGeom>
              <a:rect b="b" l="l" r="r" t="t"/>
              <a:pathLst>
                <a:path extrusionOk="0" h="311150" w="2087880">
                  <a:moveTo>
                    <a:pt x="0" y="155447"/>
                  </a:moveTo>
                  <a:lnTo>
                    <a:pt x="25163" y="121368"/>
                  </a:lnTo>
                  <a:lnTo>
                    <a:pt x="68217" y="100057"/>
                  </a:lnTo>
                  <a:lnTo>
                    <a:pt x="130409" y="80153"/>
                  </a:lnTo>
                  <a:lnTo>
                    <a:pt x="168178" y="70804"/>
                  </a:lnTo>
                  <a:lnTo>
                    <a:pt x="210126" y="61897"/>
                  </a:lnTo>
                  <a:lnTo>
                    <a:pt x="256051" y="53462"/>
                  </a:lnTo>
                  <a:lnTo>
                    <a:pt x="305752" y="45529"/>
                  </a:lnTo>
                  <a:lnTo>
                    <a:pt x="359027" y="38128"/>
                  </a:lnTo>
                  <a:lnTo>
                    <a:pt x="415674" y="31289"/>
                  </a:lnTo>
                  <a:lnTo>
                    <a:pt x="475491" y="25043"/>
                  </a:lnTo>
                  <a:lnTo>
                    <a:pt x="538277" y="19419"/>
                  </a:lnTo>
                  <a:lnTo>
                    <a:pt x="603829" y="14447"/>
                  </a:lnTo>
                  <a:lnTo>
                    <a:pt x="671946" y="10158"/>
                  </a:lnTo>
                  <a:lnTo>
                    <a:pt x="742426" y="6581"/>
                  </a:lnTo>
                  <a:lnTo>
                    <a:pt x="815067" y="3747"/>
                  </a:lnTo>
                  <a:lnTo>
                    <a:pt x="889667" y="1685"/>
                  </a:lnTo>
                  <a:lnTo>
                    <a:pt x="966026" y="426"/>
                  </a:lnTo>
                  <a:lnTo>
                    <a:pt x="1043940" y="0"/>
                  </a:lnTo>
                  <a:lnTo>
                    <a:pt x="1121853" y="426"/>
                  </a:lnTo>
                  <a:lnTo>
                    <a:pt x="1198212" y="1685"/>
                  </a:lnTo>
                  <a:lnTo>
                    <a:pt x="1272812" y="3747"/>
                  </a:lnTo>
                  <a:lnTo>
                    <a:pt x="1345453" y="6581"/>
                  </a:lnTo>
                  <a:lnTo>
                    <a:pt x="1415933" y="10158"/>
                  </a:lnTo>
                  <a:lnTo>
                    <a:pt x="1484050" y="14447"/>
                  </a:lnTo>
                  <a:lnTo>
                    <a:pt x="1549602" y="19419"/>
                  </a:lnTo>
                  <a:lnTo>
                    <a:pt x="1612388" y="25043"/>
                  </a:lnTo>
                  <a:lnTo>
                    <a:pt x="1672205" y="31289"/>
                  </a:lnTo>
                  <a:lnTo>
                    <a:pt x="1728852" y="38128"/>
                  </a:lnTo>
                  <a:lnTo>
                    <a:pt x="1782127" y="45529"/>
                  </a:lnTo>
                  <a:lnTo>
                    <a:pt x="1831828" y="53462"/>
                  </a:lnTo>
                  <a:lnTo>
                    <a:pt x="1877753" y="61897"/>
                  </a:lnTo>
                  <a:lnTo>
                    <a:pt x="1919701" y="70804"/>
                  </a:lnTo>
                  <a:lnTo>
                    <a:pt x="1957470" y="80153"/>
                  </a:lnTo>
                  <a:lnTo>
                    <a:pt x="2019662" y="100057"/>
                  </a:lnTo>
                  <a:lnTo>
                    <a:pt x="2062716" y="121368"/>
                  </a:lnTo>
                  <a:lnTo>
                    <a:pt x="2087880" y="155447"/>
                  </a:lnTo>
                  <a:lnTo>
                    <a:pt x="2085016" y="167049"/>
                  </a:lnTo>
                  <a:lnTo>
                    <a:pt x="2043682" y="200343"/>
                  </a:lnTo>
                  <a:lnTo>
                    <a:pt x="1990858" y="220981"/>
                  </a:lnTo>
                  <a:lnTo>
                    <a:pt x="1919701" y="240091"/>
                  </a:lnTo>
                  <a:lnTo>
                    <a:pt x="1877753" y="248998"/>
                  </a:lnTo>
                  <a:lnTo>
                    <a:pt x="1831828" y="257433"/>
                  </a:lnTo>
                  <a:lnTo>
                    <a:pt x="1782127" y="265366"/>
                  </a:lnTo>
                  <a:lnTo>
                    <a:pt x="1728852" y="272767"/>
                  </a:lnTo>
                  <a:lnTo>
                    <a:pt x="1672205" y="279606"/>
                  </a:lnTo>
                  <a:lnTo>
                    <a:pt x="1612388" y="285852"/>
                  </a:lnTo>
                  <a:lnTo>
                    <a:pt x="1549602" y="291476"/>
                  </a:lnTo>
                  <a:lnTo>
                    <a:pt x="1484050" y="296448"/>
                  </a:lnTo>
                  <a:lnTo>
                    <a:pt x="1415933" y="300737"/>
                  </a:lnTo>
                  <a:lnTo>
                    <a:pt x="1345453" y="304314"/>
                  </a:lnTo>
                  <a:lnTo>
                    <a:pt x="1272812" y="307148"/>
                  </a:lnTo>
                  <a:lnTo>
                    <a:pt x="1198212" y="309210"/>
                  </a:lnTo>
                  <a:lnTo>
                    <a:pt x="1121853" y="310469"/>
                  </a:lnTo>
                  <a:lnTo>
                    <a:pt x="1043940" y="310895"/>
                  </a:lnTo>
                  <a:lnTo>
                    <a:pt x="966026" y="310469"/>
                  </a:lnTo>
                  <a:lnTo>
                    <a:pt x="889667" y="309210"/>
                  </a:lnTo>
                  <a:lnTo>
                    <a:pt x="815067" y="307148"/>
                  </a:lnTo>
                  <a:lnTo>
                    <a:pt x="742426" y="304314"/>
                  </a:lnTo>
                  <a:lnTo>
                    <a:pt x="671946" y="300737"/>
                  </a:lnTo>
                  <a:lnTo>
                    <a:pt x="603829" y="296448"/>
                  </a:lnTo>
                  <a:lnTo>
                    <a:pt x="538277" y="291476"/>
                  </a:lnTo>
                  <a:lnTo>
                    <a:pt x="475491" y="285852"/>
                  </a:lnTo>
                  <a:lnTo>
                    <a:pt x="415674" y="279606"/>
                  </a:lnTo>
                  <a:lnTo>
                    <a:pt x="359027" y="272767"/>
                  </a:lnTo>
                  <a:lnTo>
                    <a:pt x="305752" y="265366"/>
                  </a:lnTo>
                  <a:lnTo>
                    <a:pt x="256051" y="257433"/>
                  </a:lnTo>
                  <a:lnTo>
                    <a:pt x="210126" y="248998"/>
                  </a:lnTo>
                  <a:lnTo>
                    <a:pt x="168178" y="240091"/>
                  </a:lnTo>
                  <a:lnTo>
                    <a:pt x="130409" y="230742"/>
                  </a:lnTo>
                  <a:lnTo>
                    <a:pt x="68217" y="210838"/>
                  </a:lnTo>
                  <a:lnTo>
                    <a:pt x="25163" y="189527"/>
                  </a:lnTo>
                  <a:lnTo>
                    <a:pt x="0" y="155447"/>
                  </a:lnTo>
                  <a:close/>
                </a:path>
              </a:pathLst>
            </a:custGeom>
            <a:noFill/>
            <a:ln cap="flat" cmpd="sng" w="579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7" name="Google Shape;1517;p59"/>
            <p:cNvSpPr/>
            <p:nvPr/>
          </p:nvSpPr>
          <p:spPr>
            <a:xfrm>
              <a:off x="2160268" y="3789426"/>
              <a:ext cx="252095" cy="1298575"/>
            </a:xfrm>
            <a:custGeom>
              <a:rect b="b" l="l" r="r" t="t"/>
              <a:pathLst>
                <a:path extrusionOk="0" h="1298575" w="252094">
                  <a:moveTo>
                    <a:pt x="251969" y="0"/>
                  </a:moveTo>
                  <a:lnTo>
                    <a:pt x="0" y="1298194"/>
                  </a:lnTo>
                </a:path>
              </a:pathLst>
            </a:custGeom>
            <a:noFill/>
            <a:ln cap="flat" cmpd="sng" w="2895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18" name="Google Shape;1518;p59"/>
          <p:cNvGrpSpPr/>
          <p:nvPr/>
        </p:nvGrpSpPr>
        <p:grpSpPr>
          <a:xfrm>
            <a:off x="5484643" y="2571838"/>
            <a:ext cx="6787754" cy="6609152"/>
            <a:chOff x="4594858" y="2570988"/>
            <a:chExt cx="6787754" cy="6609152"/>
          </a:xfrm>
        </p:grpSpPr>
        <p:pic>
          <p:nvPicPr>
            <p:cNvPr id="1519" name="Google Shape;1519;p59"/>
            <p:cNvPicPr preferRelativeResize="0"/>
            <p:nvPr/>
          </p:nvPicPr>
          <p:blipFill rotWithShape="1">
            <a:blip r:embed="rId5">
              <a:alphaModFix/>
            </a:blip>
            <a:srcRect b="0" l="0" r="0" t="0"/>
            <a:stretch/>
          </p:blipFill>
          <p:spPr>
            <a:xfrm>
              <a:off x="4594858" y="2570988"/>
              <a:ext cx="4829089" cy="6609152"/>
            </a:xfrm>
            <a:prstGeom prst="rect">
              <a:avLst/>
            </a:prstGeom>
            <a:noFill/>
            <a:ln>
              <a:noFill/>
            </a:ln>
          </p:spPr>
        </p:pic>
        <p:pic>
          <p:nvPicPr>
            <p:cNvPr id="1520" name="Google Shape;1520;p59"/>
            <p:cNvPicPr preferRelativeResize="0"/>
            <p:nvPr/>
          </p:nvPicPr>
          <p:blipFill rotWithShape="1">
            <a:blip r:embed="rId6">
              <a:alphaModFix/>
            </a:blip>
            <a:srcRect b="0" l="0" r="0" t="0"/>
            <a:stretch/>
          </p:blipFill>
          <p:spPr>
            <a:xfrm>
              <a:off x="8608257" y="2619150"/>
              <a:ext cx="2774355" cy="1216149"/>
            </a:xfrm>
            <a:prstGeom prst="rect">
              <a:avLst/>
            </a:prstGeom>
            <a:noFill/>
            <a:ln>
              <a:noFill/>
            </a:ln>
          </p:spPr>
        </p:pic>
        <p:sp>
          <p:nvSpPr>
            <p:cNvPr id="1521" name="Google Shape;1521;p59"/>
            <p:cNvSpPr/>
            <p:nvPr/>
          </p:nvSpPr>
          <p:spPr>
            <a:xfrm>
              <a:off x="8995289" y="2654773"/>
              <a:ext cx="2332990" cy="1144905"/>
            </a:xfrm>
            <a:custGeom>
              <a:rect b="b" l="l" r="r" t="t"/>
              <a:pathLst>
                <a:path extrusionOk="0" h="1144904" w="2332990">
                  <a:moveTo>
                    <a:pt x="1009903" y="0"/>
                  </a:moveTo>
                  <a:lnTo>
                    <a:pt x="1230375" y="0"/>
                  </a:lnTo>
                  <a:lnTo>
                    <a:pt x="1561083" y="0"/>
                  </a:lnTo>
                  <a:lnTo>
                    <a:pt x="2332735" y="0"/>
                  </a:lnTo>
                  <a:lnTo>
                    <a:pt x="2332735" y="257810"/>
                  </a:lnTo>
                  <a:lnTo>
                    <a:pt x="2332735" y="368300"/>
                  </a:lnTo>
                  <a:lnTo>
                    <a:pt x="2332735" y="441959"/>
                  </a:lnTo>
                  <a:lnTo>
                    <a:pt x="1561083" y="441959"/>
                  </a:lnTo>
                  <a:lnTo>
                    <a:pt x="0" y="1144652"/>
                  </a:lnTo>
                  <a:lnTo>
                    <a:pt x="1230375" y="441959"/>
                  </a:lnTo>
                  <a:lnTo>
                    <a:pt x="1009903" y="441959"/>
                  </a:lnTo>
                  <a:lnTo>
                    <a:pt x="1009903" y="368300"/>
                  </a:lnTo>
                  <a:lnTo>
                    <a:pt x="1009903" y="257810"/>
                  </a:lnTo>
                  <a:lnTo>
                    <a:pt x="1009903" y="0"/>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22" name="Google Shape;1522;p59"/>
          <p:cNvSpPr txBox="1"/>
          <p:nvPr/>
        </p:nvSpPr>
        <p:spPr>
          <a:xfrm>
            <a:off x="10749177" y="2655623"/>
            <a:ext cx="1618128"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Overfitting</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60"/>
          <p:cNvSpPr txBox="1"/>
          <p:nvPr>
            <p:ph idx="12" type="sldNum"/>
          </p:nvPr>
        </p:nvSpPr>
        <p:spPr>
          <a:xfrm>
            <a:off x="11282426" y="6440594"/>
            <a:ext cx="250825" cy="200659"/>
          </a:xfrm>
          <a:prstGeom prst="rect">
            <a:avLst/>
          </a:prstGeom>
          <a:noFill/>
          <a:ln>
            <a:noFill/>
          </a:ln>
        </p:spPr>
        <p:txBody>
          <a:bodyPr anchorCtr="0" anchor="t" bIns="0" lIns="0" spcFirstLastPara="1" rIns="0" wrap="square" tIns="2525">
            <a:spAutoFit/>
          </a:bodyPr>
          <a:lstStyle/>
          <a:p>
            <a:pPr indent="0" lvl="0" marL="38100" rtl="0" algn="l">
              <a:lnSpc>
                <a:spcPct val="100000"/>
              </a:lnSpc>
              <a:spcBef>
                <a:spcPts val="0"/>
              </a:spcBef>
              <a:spcAft>
                <a:spcPts val="0"/>
              </a:spcAft>
              <a:buSzPts val="1200"/>
              <a:buNone/>
            </a:pPr>
            <a:r>
              <a:rPr lang="en-US"/>
              <a:t>35</a:t>
            </a:r>
            <a:endParaRPr/>
          </a:p>
        </p:txBody>
      </p:sp>
      <p:sp>
        <p:nvSpPr>
          <p:cNvPr descr="$PPTXTitle" id="1528" name="Google Shape;1528;p160"/>
          <p:cNvSpPr txBox="1"/>
          <p:nvPr>
            <p:ph type="title"/>
          </p:nvPr>
        </p:nvSpPr>
        <p:spPr>
          <a:xfrm>
            <a:off x="707542" y="494791"/>
            <a:ext cx="11589715" cy="985519"/>
          </a:xfrm>
          <a:prstGeom prst="rect">
            <a:avLst/>
          </a:prstGeom>
          <a:noFill/>
          <a:ln>
            <a:noFill/>
          </a:ln>
        </p:spPr>
        <p:txBody>
          <a:bodyPr anchorCtr="0" anchor="t" bIns="0" lIns="0" spcFirstLastPara="1" rIns="0" wrap="square" tIns="12700">
            <a:spAutoFit/>
          </a:bodyPr>
          <a:lstStyle/>
          <a:p>
            <a:pPr indent="0" lvl="0" marL="3212465" rtl="0" algn="l">
              <a:lnSpc>
                <a:spcPct val="100000"/>
              </a:lnSpc>
              <a:spcBef>
                <a:spcPts val="0"/>
              </a:spcBef>
              <a:spcAft>
                <a:spcPts val="0"/>
              </a:spcAft>
              <a:buSzPts val="1400"/>
              <a:buNone/>
            </a:pPr>
            <a:r>
              <a:rPr lang="en-US"/>
              <a:t>Ensembles of trees</a:t>
            </a:r>
            <a:endParaRPr/>
          </a:p>
        </p:txBody>
      </p:sp>
      <p:sp>
        <p:nvSpPr>
          <p:cNvPr id="1529" name="Google Shape;1529;p160"/>
          <p:cNvSpPr txBox="1"/>
          <p:nvPr/>
        </p:nvSpPr>
        <p:spPr>
          <a:xfrm>
            <a:off x="688340" y="1611883"/>
            <a:ext cx="10452100" cy="4305300"/>
          </a:xfrm>
          <a:prstGeom prst="rect">
            <a:avLst/>
          </a:prstGeom>
          <a:noFill/>
          <a:ln>
            <a:noFill/>
          </a:ln>
        </p:spPr>
        <p:txBody>
          <a:bodyPr anchorCtr="0" anchor="t" bIns="0" lIns="0" spcFirstLastPara="1" rIns="0" wrap="square" tIns="9525">
            <a:spAutoFit/>
          </a:bodyPr>
          <a:lstStyle/>
          <a:p>
            <a:pPr indent="0" lvl="0" marL="12700" marR="586105"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Decision trees have notable advantages (they are relatively easy to interpret, usually fast to train, insensitive to scale of input features)</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15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0" lvl="0" marL="12700" marR="4191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But, they are also quite limited in their representation power (require axis-aligned splits, don’t model probabilities very smoothly)</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130"/>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0" lvl="0" marL="12700" marR="5080" rtl="0" algn="l">
              <a:lnSpc>
                <a:spcPct val="1008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Basic idea of tree </a:t>
            </a:r>
            <a:r>
              <a:rPr b="0" i="1" lang="en-US" sz="2400" u="none" cap="none" strike="noStrike">
                <a:solidFill>
                  <a:srgbClr val="000000"/>
                </a:solidFill>
                <a:latin typeface="Arial Narrow"/>
                <a:ea typeface="Arial Narrow"/>
                <a:cs typeface="Arial Narrow"/>
                <a:sym typeface="Arial Narrow"/>
              </a:rPr>
              <a:t>ensemble </a:t>
            </a:r>
            <a:r>
              <a:rPr b="0" i="0" lang="en-US" sz="2400" u="none" cap="none" strike="noStrike">
                <a:solidFill>
                  <a:srgbClr val="000000"/>
                </a:solidFill>
                <a:latin typeface="Arial Narrow"/>
                <a:ea typeface="Arial Narrow"/>
                <a:cs typeface="Arial Narrow"/>
                <a:sym typeface="Arial Narrow"/>
              </a:rPr>
              <a:t>methods is to combine </a:t>
            </a:r>
            <a:r>
              <a:rPr b="0" i="1" lang="en-US" sz="2400" u="none" cap="none" strike="noStrike">
                <a:solidFill>
                  <a:srgbClr val="000000"/>
                </a:solidFill>
                <a:latin typeface="Arial Narrow"/>
                <a:ea typeface="Arial Narrow"/>
                <a:cs typeface="Arial Narrow"/>
                <a:sym typeface="Arial Narrow"/>
              </a:rPr>
              <a:t>multiple </a:t>
            </a:r>
            <a:r>
              <a:rPr b="0" i="0" lang="en-US" sz="2400" u="none" cap="none" strike="noStrike">
                <a:solidFill>
                  <a:srgbClr val="000000"/>
                </a:solidFill>
                <a:latin typeface="Arial Narrow"/>
                <a:ea typeface="Arial Narrow"/>
                <a:cs typeface="Arial Narrow"/>
                <a:sym typeface="Arial Narrow"/>
              </a:rPr>
              <a:t>tree models together to form a better predictor</a:t>
            </a:r>
            <a:endParaRPr b="0" i="0" sz="24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192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Two of the most popular ensemble methods: random forests and boosting</a:t>
            </a:r>
            <a:endParaRPr b="0" i="0" sz="2400" u="none" cap="none" strike="noStrike">
              <a:solidFill>
                <a:srgbClr val="000000"/>
              </a:solidFill>
              <a:latin typeface="Arial Narrow"/>
              <a:ea typeface="Arial Narrow"/>
              <a:cs typeface="Arial Narrow"/>
              <a:sym typeface="Arial Narrow"/>
            </a:endParaRPr>
          </a:p>
          <a:p>
            <a:pPr indent="0" lvl="0" marL="0" marR="0" rtl="0" algn="l">
              <a:lnSpc>
                <a:spcPct val="100000"/>
              </a:lnSpc>
              <a:spcBef>
                <a:spcPts val="75"/>
              </a:spcBef>
              <a:spcAft>
                <a:spcPts val="0"/>
              </a:spcAft>
              <a:buClr>
                <a:srgbClr val="000000"/>
              </a:buClr>
              <a:buSzPts val="2400"/>
              <a:buFont typeface="Arial"/>
              <a:buNone/>
            </a:pPr>
            <a:r>
              <a:t/>
            </a:r>
            <a:endParaRPr b="0" i="0" sz="2400" u="none" cap="none" strike="noStrike">
              <a:solidFill>
                <a:srgbClr val="000000"/>
              </a:solidFill>
              <a:latin typeface="Arial Narrow"/>
              <a:ea typeface="Arial Narrow"/>
              <a:cs typeface="Arial Narrow"/>
              <a:sym typeface="Arial Narrow"/>
            </a:endParaRPr>
          </a:p>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Narrow"/>
                <a:ea typeface="Arial Narrow"/>
                <a:cs typeface="Arial Narrow"/>
                <a:sym typeface="Arial Narrow"/>
              </a:rPr>
              <a:t>(These models no longer interpretable in the sense we have discussed)</a:t>
            </a:r>
            <a:endParaRPr b="0" i="0" sz="2400" u="none" cap="none" strike="noStrike">
              <a:solidFill>
                <a:srgbClr val="000000"/>
              </a:solidFill>
              <a:latin typeface="Arial Narrow"/>
              <a:ea typeface="Arial Narrow"/>
              <a:cs typeface="Arial Narrow"/>
              <a:sym typeface="Arial Narro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3" name="Shape 1533"/>
        <p:cNvGrpSpPr/>
        <p:nvPr/>
      </p:nvGrpSpPr>
      <p:grpSpPr>
        <a:xfrm>
          <a:off x="0" y="0"/>
          <a:ext cx="0" cy="0"/>
          <a:chOff x="0" y="0"/>
          <a:chExt cx="0" cy="0"/>
        </a:xfrm>
      </p:grpSpPr>
      <p:sp>
        <p:nvSpPr>
          <p:cNvPr id="1534" name="Google Shape;1534;p161"/>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5" name="Google Shape;1535;p161"/>
          <p:cNvSpPr/>
          <p:nvPr/>
        </p:nvSpPr>
        <p:spPr>
          <a:xfrm flipH="1">
            <a:off x="2" y="0"/>
            <a:ext cx="13004798" cy="2241358"/>
          </a:xfrm>
          <a:prstGeom prst="rect">
            <a:avLst/>
          </a:prstGeom>
          <a:gradFill>
            <a:gsLst>
              <a:gs pos="0">
                <a:srgbClr val="000000">
                  <a:alpha val="96078"/>
                </a:srgbClr>
              </a:gs>
              <a:gs pos="100000">
                <a:srgbClr val="366092"/>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6" name="Google Shape;1536;p161"/>
          <p:cNvSpPr/>
          <p:nvPr/>
        </p:nvSpPr>
        <p:spPr>
          <a:xfrm flipH="1" rot="10800000">
            <a:off x="8670780" y="0"/>
            <a:ext cx="4334020" cy="2242008"/>
          </a:xfrm>
          <a:prstGeom prst="rect">
            <a:avLst/>
          </a:prstGeom>
          <a:gradFill>
            <a:gsLst>
              <a:gs pos="0">
                <a:srgbClr val="244061">
                  <a:alpha val="67843"/>
                </a:srgbClr>
              </a:gs>
              <a:gs pos="19000">
                <a:srgbClr val="244061">
                  <a:alpha val="67843"/>
                </a:srgbClr>
              </a:gs>
              <a:gs pos="100000">
                <a:srgbClr val="4F81BD">
                  <a:alpha val="78823"/>
                </a:srgbClr>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37" name="Google Shape;1537;p161"/>
          <p:cNvSpPr/>
          <p:nvPr/>
        </p:nvSpPr>
        <p:spPr>
          <a:xfrm rot="5400000">
            <a:off x="5381372" y="-5381373"/>
            <a:ext cx="2242057" cy="13004802"/>
          </a:xfrm>
          <a:prstGeom prst="rect">
            <a:avLst/>
          </a:prstGeom>
          <a:gradFill>
            <a:gsLst>
              <a:gs pos="0">
                <a:srgbClr val="4F81BD">
                  <a:alpha val="0"/>
                </a:srgbClr>
              </a:gs>
              <a:gs pos="23000">
                <a:srgbClr val="4F81BD">
                  <a:alpha val="0"/>
                </a:srgbClr>
              </a:gs>
              <a:gs pos="99000">
                <a:srgbClr val="000000">
                  <a:alpha val="74117"/>
                </a:srgbClr>
              </a:gs>
              <a:gs pos="100000">
                <a:srgbClr val="000000">
                  <a:alpha val="74117"/>
                </a:srgbClr>
              </a:gs>
            </a:gsLst>
            <a:lin ang="203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1538" name="Google Shape;1538;p161"/>
          <p:cNvSpPr txBox="1"/>
          <p:nvPr>
            <p:ph type="title"/>
          </p:nvPr>
        </p:nvSpPr>
        <p:spPr>
          <a:xfrm>
            <a:off x="1463036" y="496163"/>
            <a:ext cx="10713625" cy="1248326"/>
          </a:xfrm>
          <a:prstGeom prst="rect">
            <a:avLst/>
          </a:prstGeom>
          <a:noFill/>
          <a:ln>
            <a:noFill/>
          </a:ln>
        </p:spPr>
        <p:txBody>
          <a:bodyPr anchorCtr="0" anchor="ctr" bIns="45700" lIns="91425" spcFirstLastPara="1" rIns="91425" wrap="square" tIns="45700">
            <a:normAutofit/>
          </a:bodyPr>
          <a:lstStyle/>
          <a:p>
            <a:pPr indent="0" lvl="0" marL="4400550" rtl="0" algn="l">
              <a:lnSpc>
                <a:spcPct val="90000"/>
              </a:lnSpc>
              <a:spcBef>
                <a:spcPts val="0"/>
              </a:spcBef>
              <a:spcAft>
                <a:spcPts val="0"/>
              </a:spcAft>
              <a:buSzPts val="1400"/>
              <a:buNone/>
            </a:pPr>
            <a:r>
              <a:rPr lang="en-US" sz="5000">
                <a:solidFill>
                  <a:srgbClr val="FFFFFF"/>
                </a:solidFill>
                <a:latin typeface="Arial"/>
                <a:ea typeface="Arial"/>
                <a:cs typeface="Arial"/>
                <a:sym typeface="Arial"/>
              </a:rPr>
              <a:t>Boosting</a:t>
            </a:r>
            <a:endParaRPr/>
          </a:p>
        </p:txBody>
      </p:sp>
      <p:sp>
        <p:nvSpPr>
          <p:cNvPr id="1539" name="Google Shape;1539;p161"/>
          <p:cNvSpPr txBox="1"/>
          <p:nvPr>
            <p:ph idx="12" type="sldNum"/>
          </p:nvPr>
        </p:nvSpPr>
        <p:spPr>
          <a:xfrm>
            <a:off x="12484608" y="9181388"/>
            <a:ext cx="477926" cy="519289"/>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600"/>
              </a:spcAft>
              <a:buSzPts val="1400"/>
              <a:buNone/>
            </a:pPr>
            <a:r>
              <a:rPr lang="en-US" sz="1400">
                <a:solidFill>
                  <a:srgbClr val="7F7F7F"/>
                </a:solidFill>
                <a:latin typeface="Arial"/>
                <a:ea typeface="Arial"/>
                <a:cs typeface="Arial"/>
                <a:sym typeface="Arial"/>
              </a:rPr>
              <a:t>36</a:t>
            </a:r>
            <a:endParaRPr/>
          </a:p>
        </p:txBody>
      </p:sp>
      <p:grpSp>
        <p:nvGrpSpPr>
          <p:cNvPr id="1540" name="Google Shape;1540;p161"/>
          <p:cNvGrpSpPr/>
          <p:nvPr/>
        </p:nvGrpSpPr>
        <p:grpSpPr>
          <a:xfrm>
            <a:off x="1048918" y="4750894"/>
            <a:ext cx="10932499" cy="2470424"/>
            <a:chOff x="361925" y="1746338"/>
            <a:chExt cx="10932499" cy="2470424"/>
          </a:xfrm>
        </p:grpSpPr>
        <p:sp>
          <p:nvSpPr>
            <p:cNvPr id="1541" name="Google Shape;1541;p161"/>
            <p:cNvSpPr/>
            <p:nvPr/>
          </p:nvSpPr>
          <p:spPr>
            <a:xfrm>
              <a:off x="1026331" y="1746338"/>
              <a:ext cx="1087209" cy="10872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61"/>
            <p:cNvSpPr/>
            <p:nvPr/>
          </p:nvSpPr>
          <p:spPr>
            <a:xfrm>
              <a:off x="361925" y="3204262"/>
              <a:ext cx="2416021" cy="101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61"/>
            <p:cNvSpPr txBox="1"/>
            <p:nvPr/>
          </p:nvSpPr>
          <p:spPr>
            <a:xfrm>
              <a:off x="361925" y="3204262"/>
              <a:ext cx="2416021" cy="1012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Boosting originated as an idea in theoretical machine learning, for “boosting” the performance of weak classifiers (i.e., combining many classifiers that each had modest accuracy to one that had high accuracy)</a:t>
              </a:r>
              <a:endParaRPr/>
            </a:p>
          </p:txBody>
        </p:sp>
        <p:sp>
          <p:nvSpPr>
            <p:cNvPr id="1544" name="Google Shape;1544;p161"/>
            <p:cNvSpPr/>
            <p:nvPr/>
          </p:nvSpPr>
          <p:spPr>
            <a:xfrm>
              <a:off x="3865157" y="1746338"/>
              <a:ext cx="1087209" cy="10872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61"/>
            <p:cNvSpPr/>
            <p:nvPr/>
          </p:nvSpPr>
          <p:spPr>
            <a:xfrm>
              <a:off x="3200751" y="3204262"/>
              <a:ext cx="2416021" cy="101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61"/>
            <p:cNvSpPr txBox="1"/>
            <p:nvPr/>
          </p:nvSpPr>
          <p:spPr>
            <a:xfrm>
              <a:off x="3200751" y="3204262"/>
              <a:ext cx="2416021" cy="1012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After some initial success in theory, during the 90s there came to be several practical applications of boosting methods</a:t>
              </a:r>
              <a:endParaRPr/>
            </a:p>
          </p:txBody>
        </p:sp>
        <p:sp>
          <p:nvSpPr>
            <p:cNvPr id="1547" name="Google Shape;1547;p161"/>
            <p:cNvSpPr/>
            <p:nvPr/>
          </p:nvSpPr>
          <p:spPr>
            <a:xfrm>
              <a:off x="6703983" y="1746338"/>
              <a:ext cx="1087209" cy="10872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61"/>
            <p:cNvSpPr/>
            <p:nvPr/>
          </p:nvSpPr>
          <p:spPr>
            <a:xfrm>
              <a:off x="6039577" y="3204262"/>
              <a:ext cx="2416021" cy="101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61"/>
            <p:cNvSpPr txBox="1"/>
            <p:nvPr/>
          </p:nvSpPr>
          <p:spPr>
            <a:xfrm>
              <a:off x="6039577" y="3204262"/>
              <a:ext cx="2416021" cy="1012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There are </a:t>
              </a:r>
              <a:r>
                <a:rPr b="0" i="1" lang="en-US" sz="1100" u="none" cap="none" strike="noStrike">
                  <a:solidFill>
                    <a:srgbClr val="000000"/>
                  </a:solidFill>
                  <a:latin typeface="Arial"/>
                  <a:ea typeface="Arial"/>
                  <a:cs typeface="Arial"/>
                  <a:sym typeface="Arial"/>
                </a:rPr>
                <a:t>many </a:t>
              </a:r>
              <a:r>
                <a:rPr b="0" i="0" lang="en-US" sz="1100" u="none" cap="none" strike="noStrike">
                  <a:solidFill>
                    <a:srgbClr val="000000"/>
                  </a:solidFill>
                  <a:latin typeface="Arial"/>
                  <a:ea typeface="Arial"/>
                  <a:cs typeface="Arial"/>
                  <a:sym typeface="Arial"/>
                </a:rPr>
                <a:t>interpretations of boosting (experts still disagree on the “right” one!), and I’m going to highlight one:</a:t>
              </a:r>
              <a:endParaRPr/>
            </a:p>
          </p:txBody>
        </p:sp>
        <p:sp>
          <p:nvSpPr>
            <p:cNvPr id="1550" name="Google Shape;1550;p161"/>
            <p:cNvSpPr/>
            <p:nvPr/>
          </p:nvSpPr>
          <p:spPr>
            <a:xfrm>
              <a:off x="9542809" y="1746338"/>
              <a:ext cx="1087209" cy="108720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61"/>
            <p:cNvSpPr/>
            <p:nvPr/>
          </p:nvSpPr>
          <p:spPr>
            <a:xfrm>
              <a:off x="8878403" y="3204262"/>
              <a:ext cx="2416021" cy="101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61"/>
            <p:cNvSpPr txBox="1"/>
            <p:nvPr/>
          </p:nvSpPr>
          <p:spPr>
            <a:xfrm>
              <a:off x="8878403" y="3204262"/>
              <a:ext cx="2416021" cy="1012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We focus on the Gradient Boosted Regression Trees (GBRT) algorithm</a:t>
              </a:r>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6" name="Shape 1556"/>
        <p:cNvGrpSpPr/>
        <p:nvPr/>
      </p:nvGrpSpPr>
      <p:grpSpPr>
        <a:xfrm>
          <a:off x="0" y="0"/>
          <a:ext cx="0" cy="0"/>
          <a:chOff x="0" y="0"/>
          <a:chExt cx="0" cy="0"/>
        </a:xfrm>
      </p:grpSpPr>
      <p:sp>
        <p:nvSpPr>
          <p:cNvPr descr="$PPTXTitle" id="1557" name="Google Shape;1557;p60"/>
          <p:cNvSpPr txBox="1"/>
          <p:nvPr>
            <p:ph type="title"/>
          </p:nvPr>
        </p:nvSpPr>
        <p:spPr>
          <a:xfrm>
            <a:off x="707542" y="714247"/>
            <a:ext cx="5490058" cy="5283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3300">
                <a:solidFill>
                  <a:schemeClr val="accent1"/>
                </a:solidFill>
              </a:rPr>
              <a:t>Random Forest</a:t>
            </a:r>
            <a:endParaRPr b="1" sz="3300">
              <a:solidFill>
                <a:schemeClr val="accent1"/>
              </a:solidFill>
            </a:endParaRPr>
          </a:p>
        </p:txBody>
      </p:sp>
      <p:sp>
        <p:nvSpPr>
          <p:cNvPr id="1558" name="Google Shape;1558;p60"/>
          <p:cNvSpPr txBox="1"/>
          <p:nvPr/>
        </p:nvSpPr>
        <p:spPr>
          <a:xfrm>
            <a:off x="707542" y="1470025"/>
            <a:ext cx="4528820" cy="1200329"/>
          </a:xfrm>
          <a:prstGeom prst="rect">
            <a:avLst/>
          </a:prstGeom>
          <a:noFill/>
          <a:ln>
            <a:noFill/>
          </a:ln>
        </p:spPr>
        <p:txBody>
          <a:bodyPr anchorCtr="0" anchor="t" bIns="0" lIns="0" spcFirstLastPara="1" rIns="0" wrap="square" tIns="53325">
            <a:spAutoFit/>
          </a:bodyPr>
          <a:lstStyle/>
          <a:p>
            <a:pPr indent="-172720" lvl="0" marL="185420" marR="0" rtl="0" algn="l">
              <a:lnSpc>
                <a:spcPct val="100000"/>
              </a:lnSpc>
              <a:spcBef>
                <a:spcPts val="0"/>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Basic Idea</a:t>
            </a:r>
            <a:endParaRPr b="0" i="0" sz="2400" u="none" cap="none" strike="noStrike">
              <a:solidFill>
                <a:srgbClr val="000000"/>
              </a:solidFill>
              <a:latin typeface="Arial"/>
              <a:ea typeface="Arial"/>
              <a:cs typeface="Arial"/>
              <a:sym typeface="Arial"/>
            </a:endParaRPr>
          </a:p>
          <a:p>
            <a:pPr indent="-172084" lvl="1" marL="527050" marR="0" rtl="0" algn="l">
              <a:lnSpc>
                <a:spcPct val="100000"/>
              </a:lnSpc>
              <a:spcBef>
                <a:spcPts val="275"/>
              </a:spcBef>
              <a:spcAft>
                <a:spcPts val="0"/>
              </a:spcAft>
              <a:buClr>
                <a:srgbClr val="001F5F"/>
              </a:buClr>
              <a:buSzPts val="2400"/>
              <a:buFont typeface="Arial"/>
              <a:buChar char="•"/>
            </a:pPr>
            <a:r>
              <a:rPr b="0" i="0" lang="en-US" sz="2400" u="none" cap="none" strike="noStrike">
                <a:solidFill>
                  <a:srgbClr val="001F5F"/>
                </a:solidFill>
                <a:latin typeface="Arial"/>
                <a:ea typeface="Arial"/>
                <a:cs typeface="Arial"/>
                <a:sym typeface="Arial"/>
              </a:rPr>
              <a:t>Ensemble of randomized decision trees</a:t>
            </a:r>
            <a:endParaRPr b="0" i="0" sz="2400" u="none" cap="none" strike="noStrike">
              <a:solidFill>
                <a:srgbClr val="000000"/>
              </a:solidFill>
              <a:latin typeface="Arial"/>
              <a:ea typeface="Arial"/>
              <a:cs typeface="Arial"/>
              <a:sym typeface="Arial"/>
            </a:endParaRPr>
          </a:p>
        </p:txBody>
      </p:sp>
      <p:grpSp>
        <p:nvGrpSpPr>
          <p:cNvPr id="1559" name="Google Shape;1559;p60"/>
          <p:cNvGrpSpPr/>
          <p:nvPr/>
        </p:nvGrpSpPr>
        <p:grpSpPr>
          <a:xfrm>
            <a:off x="5589381" y="2802324"/>
            <a:ext cx="4638714" cy="3006924"/>
            <a:chOff x="4419600" y="4075174"/>
            <a:chExt cx="2834640" cy="1442085"/>
          </a:xfrm>
        </p:grpSpPr>
        <p:pic>
          <p:nvPicPr>
            <p:cNvPr id="1560" name="Google Shape;1560;p60"/>
            <p:cNvPicPr preferRelativeResize="0"/>
            <p:nvPr/>
          </p:nvPicPr>
          <p:blipFill rotWithShape="1">
            <a:blip r:embed="rId3">
              <a:alphaModFix/>
            </a:blip>
            <a:srcRect b="0" l="0" r="0" t="0"/>
            <a:stretch/>
          </p:blipFill>
          <p:spPr>
            <a:xfrm>
              <a:off x="4424172" y="4079746"/>
              <a:ext cx="2806009" cy="1432560"/>
            </a:xfrm>
            <a:prstGeom prst="rect">
              <a:avLst/>
            </a:prstGeom>
            <a:noFill/>
            <a:ln>
              <a:noFill/>
            </a:ln>
          </p:spPr>
        </p:pic>
        <p:sp>
          <p:nvSpPr>
            <p:cNvPr id="1561" name="Google Shape;1561;p60"/>
            <p:cNvSpPr/>
            <p:nvPr/>
          </p:nvSpPr>
          <p:spPr>
            <a:xfrm>
              <a:off x="4419600" y="4075174"/>
              <a:ext cx="2834640" cy="1442085"/>
            </a:xfrm>
            <a:custGeom>
              <a:rect b="b" l="l" r="r" t="t"/>
              <a:pathLst>
                <a:path extrusionOk="0" h="1442085" w="2834640">
                  <a:moveTo>
                    <a:pt x="0" y="0"/>
                  </a:moveTo>
                  <a:lnTo>
                    <a:pt x="2834640" y="0"/>
                  </a:lnTo>
                  <a:lnTo>
                    <a:pt x="2834640" y="1441704"/>
                  </a:lnTo>
                  <a:lnTo>
                    <a:pt x="0" y="1441704"/>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62" name="Google Shape;1562;p60"/>
          <p:cNvGrpSpPr/>
          <p:nvPr/>
        </p:nvGrpSpPr>
        <p:grpSpPr>
          <a:xfrm>
            <a:off x="1012185" y="2792791"/>
            <a:ext cx="3992383" cy="2605534"/>
            <a:chOff x="1470660" y="2560320"/>
            <a:chExt cx="2836545" cy="1442085"/>
          </a:xfrm>
        </p:grpSpPr>
        <p:pic>
          <p:nvPicPr>
            <p:cNvPr id="1563" name="Google Shape;1563;p60"/>
            <p:cNvPicPr preferRelativeResize="0"/>
            <p:nvPr/>
          </p:nvPicPr>
          <p:blipFill rotWithShape="1">
            <a:blip r:embed="rId4">
              <a:alphaModFix/>
            </a:blip>
            <a:srcRect b="0" l="0" r="0" t="0"/>
            <a:stretch/>
          </p:blipFill>
          <p:spPr>
            <a:xfrm>
              <a:off x="1475232" y="2564892"/>
              <a:ext cx="2755532" cy="1432559"/>
            </a:xfrm>
            <a:prstGeom prst="rect">
              <a:avLst/>
            </a:prstGeom>
            <a:noFill/>
            <a:ln>
              <a:noFill/>
            </a:ln>
          </p:spPr>
        </p:pic>
        <p:sp>
          <p:nvSpPr>
            <p:cNvPr id="1564" name="Google Shape;1564;p60"/>
            <p:cNvSpPr/>
            <p:nvPr/>
          </p:nvSpPr>
          <p:spPr>
            <a:xfrm>
              <a:off x="1470660" y="2560320"/>
              <a:ext cx="2836545" cy="1442085"/>
            </a:xfrm>
            <a:custGeom>
              <a:rect b="b" l="l" r="r" t="t"/>
              <a:pathLst>
                <a:path extrusionOk="0" h="1442085" w="2836545">
                  <a:moveTo>
                    <a:pt x="0" y="0"/>
                  </a:moveTo>
                  <a:lnTo>
                    <a:pt x="2836164" y="0"/>
                  </a:lnTo>
                  <a:lnTo>
                    <a:pt x="2836164" y="1441703"/>
                  </a:lnTo>
                  <a:lnTo>
                    <a:pt x="0" y="1441703"/>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65" name="Google Shape;1565;p60"/>
          <p:cNvGrpSpPr/>
          <p:nvPr/>
        </p:nvGrpSpPr>
        <p:grpSpPr>
          <a:xfrm>
            <a:off x="713893" y="5570892"/>
            <a:ext cx="4334110" cy="2621595"/>
            <a:chOff x="1470660" y="4072126"/>
            <a:chExt cx="2836545" cy="1445260"/>
          </a:xfrm>
        </p:grpSpPr>
        <p:pic>
          <p:nvPicPr>
            <p:cNvPr id="1566" name="Google Shape;1566;p60"/>
            <p:cNvPicPr preferRelativeResize="0"/>
            <p:nvPr/>
          </p:nvPicPr>
          <p:blipFill rotWithShape="1">
            <a:blip r:embed="rId5">
              <a:alphaModFix/>
            </a:blip>
            <a:srcRect b="0" l="0" r="0" t="0"/>
            <a:stretch/>
          </p:blipFill>
          <p:spPr>
            <a:xfrm>
              <a:off x="1475232" y="4076698"/>
              <a:ext cx="2807523" cy="1435607"/>
            </a:xfrm>
            <a:prstGeom prst="rect">
              <a:avLst/>
            </a:prstGeom>
            <a:noFill/>
            <a:ln>
              <a:noFill/>
            </a:ln>
          </p:spPr>
        </p:pic>
        <p:sp>
          <p:nvSpPr>
            <p:cNvPr id="1567" name="Google Shape;1567;p60"/>
            <p:cNvSpPr/>
            <p:nvPr/>
          </p:nvSpPr>
          <p:spPr>
            <a:xfrm>
              <a:off x="1470660" y="4072126"/>
              <a:ext cx="2836545" cy="1445260"/>
            </a:xfrm>
            <a:custGeom>
              <a:rect b="b" l="l" r="r" t="t"/>
              <a:pathLst>
                <a:path extrusionOk="0" h="1445260" w="2836545">
                  <a:moveTo>
                    <a:pt x="0" y="0"/>
                  </a:moveTo>
                  <a:lnTo>
                    <a:pt x="2836164" y="0"/>
                  </a:lnTo>
                  <a:lnTo>
                    <a:pt x="2836164" y="1444752"/>
                  </a:lnTo>
                  <a:lnTo>
                    <a:pt x="0" y="1444752"/>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68" name="Google Shape;1568;p60"/>
          <p:cNvGrpSpPr/>
          <p:nvPr/>
        </p:nvGrpSpPr>
        <p:grpSpPr>
          <a:xfrm>
            <a:off x="5356586" y="5798920"/>
            <a:ext cx="4334110" cy="2477038"/>
            <a:chOff x="4419600" y="2560320"/>
            <a:chExt cx="2834640" cy="1445260"/>
          </a:xfrm>
        </p:grpSpPr>
        <p:pic>
          <p:nvPicPr>
            <p:cNvPr id="1569" name="Google Shape;1569;p60"/>
            <p:cNvPicPr preferRelativeResize="0"/>
            <p:nvPr/>
          </p:nvPicPr>
          <p:blipFill rotWithShape="1">
            <a:blip r:embed="rId6">
              <a:alphaModFix/>
            </a:blip>
            <a:srcRect b="0" l="0" r="0" t="0"/>
            <a:stretch/>
          </p:blipFill>
          <p:spPr>
            <a:xfrm>
              <a:off x="4424172" y="2564892"/>
              <a:ext cx="2806009" cy="1435607"/>
            </a:xfrm>
            <a:prstGeom prst="rect">
              <a:avLst/>
            </a:prstGeom>
            <a:noFill/>
            <a:ln>
              <a:noFill/>
            </a:ln>
          </p:spPr>
        </p:pic>
        <p:sp>
          <p:nvSpPr>
            <p:cNvPr id="1570" name="Google Shape;1570;p60"/>
            <p:cNvSpPr/>
            <p:nvPr/>
          </p:nvSpPr>
          <p:spPr>
            <a:xfrm>
              <a:off x="4419600" y="2560320"/>
              <a:ext cx="2834640" cy="1445260"/>
            </a:xfrm>
            <a:custGeom>
              <a:rect b="b" l="l" r="r" t="t"/>
              <a:pathLst>
                <a:path extrusionOk="0" h="1445260" w="2834640">
                  <a:moveTo>
                    <a:pt x="0" y="0"/>
                  </a:moveTo>
                  <a:lnTo>
                    <a:pt x="2834640" y="0"/>
                  </a:lnTo>
                  <a:lnTo>
                    <a:pt x="2834640" y="1444752"/>
                  </a:lnTo>
                  <a:lnTo>
                    <a:pt x="0" y="1444752"/>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71" name="Google Shape;1571;p60"/>
          <p:cNvGrpSpPr/>
          <p:nvPr/>
        </p:nvGrpSpPr>
        <p:grpSpPr>
          <a:xfrm>
            <a:off x="4664065" y="1464611"/>
            <a:ext cx="2887978" cy="1299971"/>
            <a:chOff x="5757670" y="1386839"/>
            <a:chExt cx="2887978" cy="1299971"/>
          </a:xfrm>
        </p:grpSpPr>
        <p:pic>
          <p:nvPicPr>
            <p:cNvPr id="1572" name="Google Shape;1572;p60"/>
            <p:cNvPicPr preferRelativeResize="0"/>
            <p:nvPr/>
          </p:nvPicPr>
          <p:blipFill rotWithShape="1">
            <a:blip r:embed="rId7">
              <a:alphaModFix/>
            </a:blip>
            <a:srcRect b="0" l="0" r="0" t="0"/>
            <a:stretch/>
          </p:blipFill>
          <p:spPr>
            <a:xfrm>
              <a:off x="5757670" y="1386839"/>
              <a:ext cx="2887978" cy="1299971"/>
            </a:xfrm>
            <a:prstGeom prst="rect">
              <a:avLst/>
            </a:prstGeom>
            <a:noFill/>
            <a:ln>
              <a:noFill/>
            </a:ln>
          </p:spPr>
        </p:pic>
        <p:pic>
          <p:nvPicPr>
            <p:cNvPr id="1573" name="Google Shape;1573;p60"/>
            <p:cNvPicPr preferRelativeResize="0"/>
            <p:nvPr/>
          </p:nvPicPr>
          <p:blipFill rotWithShape="1">
            <a:blip r:embed="rId8">
              <a:alphaModFix/>
            </a:blip>
            <a:srcRect b="0" l="0" r="0" t="0"/>
            <a:stretch/>
          </p:blipFill>
          <p:spPr>
            <a:xfrm>
              <a:off x="5822821" y="1412747"/>
              <a:ext cx="2781679" cy="1204339"/>
            </a:xfrm>
            <a:prstGeom prst="rect">
              <a:avLst/>
            </a:prstGeom>
            <a:noFill/>
            <a:ln>
              <a:noFill/>
            </a:ln>
          </p:spPr>
        </p:pic>
        <p:sp>
          <p:nvSpPr>
            <p:cNvPr id="1574" name="Google Shape;1574;p60"/>
            <p:cNvSpPr/>
            <p:nvPr/>
          </p:nvSpPr>
          <p:spPr>
            <a:xfrm>
              <a:off x="5822821" y="1412747"/>
              <a:ext cx="2781935" cy="1204595"/>
            </a:xfrm>
            <a:custGeom>
              <a:rect b="b" l="l" r="r" t="t"/>
              <a:pathLst>
                <a:path extrusionOk="0" h="1204595" w="2781934">
                  <a:moveTo>
                    <a:pt x="693801" y="0"/>
                  </a:moveTo>
                  <a:lnTo>
                    <a:pt x="1041781" y="0"/>
                  </a:lnTo>
                  <a:lnTo>
                    <a:pt x="1563752" y="0"/>
                  </a:lnTo>
                  <a:lnTo>
                    <a:pt x="2781682" y="0"/>
                  </a:lnTo>
                  <a:lnTo>
                    <a:pt x="2781682" y="336042"/>
                  </a:lnTo>
                  <a:lnTo>
                    <a:pt x="2781682" y="480059"/>
                  </a:lnTo>
                  <a:lnTo>
                    <a:pt x="2781682" y="576072"/>
                  </a:lnTo>
                  <a:lnTo>
                    <a:pt x="1563752" y="576072"/>
                  </a:lnTo>
                  <a:lnTo>
                    <a:pt x="0" y="1204341"/>
                  </a:lnTo>
                  <a:lnTo>
                    <a:pt x="1041781" y="576072"/>
                  </a:lnTo>
                  <a:lnTo>
                    <a:pt x="693801" y="576072"/>
                  </a:lnTo>
                  <a:lnTo>
                    <a:pt x="693801" y="480059"/>
                  </a:lnTo>
                  <a:lnTo>
                    <a:pt x="693801" y="336042"/>
                  </a:lnTo>
                  <a:lnTo>
                    <a:pt x="693801" y="0"/>
                  </a:lnTo>
                  <a:close/>
                </a:path>
              </a:pathLst>
            </a:custGeom>
            <a:noFill/>
            <a:ln cap="flat" cmpd="sng" w="9525">
              <a:solidFill>
                <a:srgbClr val="FF901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75" name="Google Shape;1575;p60"/>
          <p:cNvSpPr txBox="1"/>
          <p:nvPr/>
        </p:nvSpPr>
        <p:spPr>
          <a:xfrm>
            <a:off x="5776940" y="1524363"/>
            <a:ext cx="1991499" cy="568232"/>
          </a:xfrm>
          <a:prstGeom prst="rect">
            <a:avLst/>
          </a:prstGeom>
          <a:noFill/>
          <a:ln>
            <a:noFill/>
          </a:ln>
        </p:spPr>
        <p:txBody>
          <a:bodyPr anchorCtr="0" anchor="t" bIns="0" lIns="0" spcFirstLastPara="1" rIns="0" wrap="square" tIns="26650">
            <a:spAutoFit/>
          </a:bodyPr>
          <a:lstStyle/>
          <a:p>
            <a:pPr indent="-170815" lvl="0" marL="183515" marR="5080" rtl="0" algn="l">
              <a:lnSpc>
                <a:spcPct val="87916"/>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Randomized attributes</a:t>
            </a:r>
            <a:endParaRPr b="0" i="0" sz="2400" u="none" cap="none" strike="noStrike">
              <a:solidFill>
                <a:srgbClr val="000000"/>
              </a:solidFill>
              <a:latin typeface="Arial"/>
              <a:ea typeface="Arial"/>
              <a:cs typeface="Arial"/>
              <a:sym typeface="Arial"/>
            </a:endParaRPr>
          </a:p>
        </p:txBody>
      </p:sp>
      <p:sp>
        <p:nvSpPr>
          <p:cNvPr id="1576" name="Google Shape;1576;p60"/>
          <p:cNvSpPr/>
          <p:nvPr/>
        </p:nvSpPr>
        <p:spPr>
          <a:xfrm>
            <a:off x="2021458" y="8304160"/>
            <a:ext cx="5773420" cy="474221"/>
          </a:xfrm>
          <a:custGeom>
            <a:rect b="b" l="l" r="r" t="t"/>
            <a:pathLst>
              <a:path extrusionOk="0" h="216535" w="5773420">
                <a:moveTo>
                  <a:pt x="5772912" y="0"/>
                </a:moveTo>
                <a:lnTo>
                  <a:pt x="5771487" y="42120"/>
                </a:lnTo>
                <a:lnTo>
                  <a:pt x="5767609" y="76514"/>
                </a:lnTo>
                <a:lnTo>
                  <a:pt x="5761874" y="99701"/>
                </a:lnTo>
                <a:lnTo>
                  <a:pt x="5754878" y="108203"/>
                </a:lnTo>
                <a:lnTo>
                  <a:pt x="2904490" y="108203"/>
                </a:lnTo>
                <a:lnTo>
                  <a:pt x="2897493" y="116706"/>
                </a:lnTo>
                <a:lnTo>
                  <a:pt x="2891758" y="139893"/>
                </a:lnTo>
                <a:lnTo>
                  <a:pt x="2887880" y="174287"/>
                </a:lnTo>
                <a:lnTo>
                  <a:pt x="2886456" y="216407"/>
                </a:lnTo>
                <a:lnTo>
                  <a:pt x="2885031" y="174287"/>
                </a:lnTo>
                <a:lnTo>
                  <a:pt x="2881153" y="139893"/>
                </a:lnTo>
                <a:lnTo>
                  <a:pt x="2875418" y="116706"/>
                </a:lnTo>
                <a:lnTo>
                  <a:pt x="2868422" y="108203"/>
                </a:lnTo>
                <a:lnTo>
                  <a:pt x="18034" y="108203"/>
                </a:lnTo>
                <a:lnTo>
                  <a:pt x="11037" y="99699"/>
                </a:lnTo>
                <a:lnTo>
                  <a:pt x="5302" y="76509"/>
                </a:lnTo>
                <a:lnTo>
                  <a:pt x="1424" y="42115"/>
                </a:lnTo>
                <a:lnTo>
                  <a:pt x="0" y="0"/>
                </a:lnTo>
              </a:path>
            </a:pathLst>
          </a:custGeom>
          <a:noFill/>
          <a:ln cap="flat" cmpd="sng" w="198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77" name="Google Shape;1577;p60"/>
          <p:cNvSpPr txBox="1"/>
          <p:nvPr/>
        </p:nvSpPr>
        <p:spPr>
          <a:xfrm>
            <a:off x="2021458" y="8889493"/>
            <a:ext cx="6385941"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Classification as majority vote of random trees</a:t>
            </a:r>
            <a:endParaRPr b="0" i="0" sz="2400" u="none" cap="none" strike="noStrike">
              <a:solidFill>
                <a:srgbClr val="000000"/>
              </a:solidFill>
              <a:latin typeface="Arial"/>
              <a:ea typeface="Arial"/>
              <a:cs typeface="Arial"/>
              <a:sym typeface="Arial"/>
            </a:endParaRPr>
          </a:p>
        </p:txBody>
      </p:sp>
      <p:pic>
        <p:nvPicPr>
          <p:cNvPr id="1578" name="Google Shape;1578;p60"/>
          <p:cNvPicPr preferRelativeResize="0"/>
          <p:nvPr/>
        </p:nvPicPr>
        <p:blipFill rotWithShape="1">
          <a:blip r:embed="rId9">
            <a:alphaModFix/>
          </a:blip>
          <a:srcRect b="0" l="0" r="0" t="0"/>
          <a:stretch/>
        </p:blipFill>
        <p:spPr>
          <a:xfrm>
            <a:off x="8010476" y="1575245"/>
            <a:ext cx="4683627" cy="1234988"/>
          </a:xfrm>
          <a:prstGeom prst="rect">
            <a:avLst/>
          </a:prstGeom>
          <a:noFill/>
          <a:ln>
            <a:noFill/>
          </a:ln>
        </p:spPr>
      </p:pic>
      <p:pic>
        <p:nvPicPr>
          <p:cNvPr id="1579" name="Google Shape;1579;p60"/>
          <p:cNvPicPr preferRelativeResize="0"/>
          <p:nvPr/>
        </p:nvPicPr>
        <p:blipFill rotWithShape="1">
          <a:blip r:embed="rId10">
            <a:alphaModFix/>
          </a:blip>
          <a:srcRect b="0" l="0" r="0" t="0"/>
          <a:stretch/>
        </p:blipFill>
        <p:spPr>
          <a:xfrm>
            <a:off x="7920444" y="1459011"/>
            <a:ext cx="4863693" cy="1421212"/>
          </a:xfrm>
          <a:prstGeom prst="rect">
            <a:avLst/>
          </a:prstGeom>
          <a:noFill/>
          <a:ln>
            <a:noFill/>
          </a:ln>
        </p:spPr>
      </p:pic>
      <p:sp>
        <p:nvSpPr>
          <p:cNvPr id="1580" name="Google Shape;1580;p60"/>
          <p:cNvSpPr txBox="1"/>
          <p:nvPr/>
        </p:nvSpPr>
        <p:spPr>
          <a:xfrm>
            <a:off x="10021756" y="1903707"/>
            <a:ext cx="2645866" cy="570156"/>
          </a:xfrm>
          <a:prstGeom prst="rect">
            <a:avLst/>
          </a:prstGeom>
          <a:noFill/>
          <a:ln>
            <a:noFill/>
          </a:ln>
        </p:spPr>
        <p:txBody>
          <a:bodyPr anchorCtr="0" anchor="t" bIns="0" lIns="0" spcFirstLastPara="1" rIns="0" wrap="square" tIns="28575">
            <a:spAutoFit/>
          </a:bodyPr>
          <a:lstStyle/>
          <a:p>
            <a:pPr indent="-303530" lvl="0" marL="315595" marR="5080" rtl="0" algn="l">
              <a:lnSpc>
                <a:spcPct val="87083"/>
              </a:lnSpc>
              <a:spcBef>
                <a:spcPts val="0"/>
              </a:spcBef>
              <a:spcAft>
                <a:spcPts val="0"/>
              </a:spcAft>
              <a:buClr>
                <a:srgbClr val="000000"/>
              </a:buClr>
              <a:buSzPts val="2400"/>
              <a:buFont typeface="Arial"/>
              <a:buNone/>
            </a:pPr>
            <a:r>
              <a:rPr b="0" i="0" lang="en-US" sz="2400" u="none" cap="none" strike="noStrike">
                <a:solidFill>
                  <a:srgbClr val="001F5F"/>
                </a:solidFill>
                <a:latin typeface="Arial"/>
                <a:ea typeface="Arial"/>
                <a:cs typeface="Arial"/>
                <a:sym typeface="Arial"/>
              </a:rPr>
              <a:t>Randomized subset</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4" name="Shape 1584"/>
        <p:cNvGrpSpPr/>
        <p:nvPr/>
      </p:nvGrpSpPr>
      <p:grpSpPr>
        <a:xfrm>
          <a:off x="0" y="0"/>
          <a:ext cx="0" cy="0"/>
          <a:chOff x="0" y="0"/>
          <a:chExt cx="0" cy="0"/>
        </a:xfrm>
      </p:grpSpPr>
      <p:sp>
        <p:nvSpPr>
          <p:cNvPr id="1585" name="Google Shape;1585;p61"/>
          <p:cNvSpPr/>
          <p:nvPr/>
        </p:nvSpPr>
        <p:spPr>
          <a:xfrm>
            <a:off x="0" y="0"/>
            <a:ext cx="13004800" cy="9753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6" name="Google Shape;1586;p61"/>
          <p:cNvSpPr/>
          <p:nvPr/>
        </p:nvSpPr>
        <p:spPr>
          <a:xfrm flipH="1" rot="5400000">
            <a:off x="-1900283" y="1901099"/>
            <a:ext cx="9753600" cy="5951403"/>
          </a:xfrm>
          <a:prstGeom prst="rect">
            <a:avLst/>
          </a:prstGeom>
          <a:gradFill>
            <a:gsLst>
              <a:gs pos="0">
                <a:srgbClr val="000000"/>
              </a:gs>
              <a:gs pos="8000">
                <a:srgbClr val="000000"/>
              </a:gs>
              <a:gs pos="100000">
                <a:srgbClr val="366092"/>
              </a:gs>
            </a:gsLst>
            <a:lin ang="3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7" name="Google Shape;1587;p61"/>
          <p:cNvSpPr/>
          <p:nvPr/>
        </p:nvSpPr>
        <p:spPr>
          <a:xfrm flipH="1" rot="5400000">
            <a:off x="-1547635" y="1553374"/>
            <a:ext cx="9025719" cy="5947819"/>
          </a:xfrm>
          <a:prstGeom prst="rect">
            <a:avLst/>
          </a:prstGeom>
          <a:gradFill>
            <a:gsLst>
              <a:gs pos="0">
                <a:srgbClr val="000000">
                  <a:alpha val="0"/>
                </a:srgbClr>
              </a:gs>
              <a:gs pos="99000">
                <a:srgbClr val="4F81BD">
                  <a:alpha val="0"/>
                </a:srgbClr>
              </a:gs>
              <a:gs pos="100000">
                <a:srgbClr val="4F81BD">
                  <a:alpha val="0"/>
                </a:srgbClr>
              </a:gs>
            </a:gsLst>
            <a:lin ang="1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8" name="Google Shape;1588;p61"/>
          <p:cNvSpPr/>
          <p:nvPr/>
        </p:nvSpPr>
        <p:spPr>
          <a:xfrm flipH="1" rot="5400000">
            <a:off x="1186038" y="5000501"/>
            <a:ext cx="3558370" cy="5947819"/>
          </a:xfrm>
          <a:prstGeom prst="rect">
            <a:avLst/>
          </a:prstGeom>
          <a:gradFill>
            <a:gsLst>
              <a:gs pos="0">
                <a:srgbClr val="4F81BD">
                  <a:alpha val="29019"/>
                </a:srgbClr>
              </a:gs>
              <a:gs pos="2000">
                <a:srgbClr val="4F81BD">
                  <a:alpha val="29019"/>
                </a:srgbClr>
              </a:gs>
              <a:gs pos="100000">
                <a:srgbClr val="000000">
                  <a:alpha val="30196"/>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89" name="Google Shape;1589;p61"/>
          <p:cNvSpPr/>
          <p:nvPr/>
        </p:nvSpPr>
        <p:spPr>
          <a:xfrm flipH="1" rot="5400000">
            <a:off x="-1672536" y="2128846"/>
            <a:ext cx="9753601" cy="5495906"/>
          </a:xfrm>
          <a:prstGeom prst="rect">
            <a:avLst/>
          </a:prstGeom>
          <a:gradFill>
            <a:gsLst>
              <a:gs pos="0">
                <a:srgbClr val="000000">
                  <a:alpha val="0"/>
                </a:srgbClr>
              </a:gs>
              <a:gs pos="99000">
                <a:srgbClr val="4F81BD">
                  <a:alpha val="10980"/>
                </a:srgbClr>
              </a:gs>
              <a:gs pos="100000">
                <a:srgbClr val="4F81BD">
                  <a:alpha val="10980"/>
                </a:srgbClr>
              </a:gs>
            </a:gsLst>
            <a:lin ang="7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90" name="Google Shape;1590;p61"/>
          <p:cNvSpPr/>
          <p:nvPr/>
        </p:nvSpPr>
        <p:spPr>
          <a:xfrm rot="6097846">
            <a:off x="105638" y="2372672"/>
            <a:ext cx="6141586" cy="4606190"/>
          </a:xfrm>
          <a:prstGeom prst="ellipse">
            <a:avLst/>
          </a:prstGeom>
          <a:gradFill>
            <a:gsLst>
              <a:gs pos="0">
                <a:srgbClr val="4F81BD">
                  <a:alpha val="0"/>
                </a:srgbClr>
              </a:gs>
              <a:gs pos="39000">
                <a:srgbClr val="4F81BD">
                  <a:alpha val="0"/>
                </a:srgbClr>
              </a:gs>
              <a:gs pos="100000">
                <a:srgbClr val="93B3D7">
                  <a:alpha val="14901"/>
                </a:srgbClr>
              </a:gs>
            </a:gsLst>
            <a:lin ang="17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descr="$PPTXTitle" id="1591" name="Google Shape;1591;p61"/>
          <p:cNvSpPr txBox="1"/>
          <p:nvPr>
            <p:ph type="title"/>
          </p:nvPr>
        </p:nvSpPr>
        <p:spPr>
          <a:xfrm>
            <a:off x="881489" y="834638"/>
            <a:ext cx="4512106" cy="4817773"/>
          </a:xfrm>
          <a:prstGeom prst="rect">
            <a:avLst/>
          </a:prstGeom>
          <a:noFill/>
          <a:ln>
            <a:noFill/>
          </a:ln>
        </p:spPr>
        <p:txBody>
          <a:bodyPr anchorCtr="0" anchor="b" bIns="45700" lIns="91425" spcFirstLastPara="1" rIns="91425" wrap="square" tIns="45700">
            <a:normAutofit/>
          </a:bodyPr>
          <a:lstStyle/>
          <a:p>
            <a:pPr indent="0" lvl="0" marL="12700" rtl="0" algn="r">
              <a:lnSpc>
                <a:spcPct val="90000"/>
              </a:lnSpc>
              <a:spcBef>
                <a:spcPts val="0"/>
              </a:spcBef>
              <a:spcAft>
                <a:spcPts val="0"/>
              </a:spcAft>
              <a:buSzPts val="1400"/>
              <a:buNone/>
            </a:pPr>
            <a:r>
              <a:rPr b="1" lang="en-US" sz="5000">
                <a:solidFill>
                  <a:srgbClr val="FFFFFF"/>
                </a:solidFill>
                <a:latin typeface="Arial"/>
                <a:ea typeface="Arial"/>
                <a:cs typeface="Arial"/>
                <a:sym typeface="Arial"/>
              </a:rPr>
              <a:t>Bagging as Ensemble Learner</a:t>
            </a:r>
            <a:endParaRPr/>
          </a:p>
        </p:txBody>
      </p:sp>
      <p:sp>
        <p:nvSpPr>
          <p:cNvPr id="1592" name="Google Shape;1592;p61"/>
          <p:cNvSpPr txBox="1"/>
          <p:nvPr/>
        </p:nvSpPr>
        <p:spPr>
          <a:xfrm>
            <a:off x="6936701" y="923704"/>
            <a:ext cx="5186611" cy="7887712"/>
          </a:xfrm>
          <a:prstGeom prst="rect">
            <a:avLst/>
          </a:prstGeom>
          <a:noFill/>
          <a:ln>
            <a:noFill/>
          </a:ln>
        </p:spPr>
        <p:txBody>
          <a:bodyPr anchorCtr="0" anchor="ctr" bIns="45700" lIns="91425" spcFirstLastPara="1" rIns="91425" wrap="square" tIns="45700">
            <a:normAutofit/>
          </a:bodyPr>
          <a:lstStyle/>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Bagging is short for </a:t>
            </a:r>
            <a:r>
              <a:rPr b="0" i="1" lang="en-US" sz="2500" u="none" cap="none" strike="noStrike">
                <a:solidFill>
                  <a:schemeClr val="dk1"/>
                </a:solidFill>
                <a:latin typeface="Arial"/>
                <a:ea typeface="Arial"/>
                <a:cs typeface="Arial"/>
                <a:sym typeface="Arial"/>
              </a:rPr>
              <a:t>bootstrap aggregating</a:t>
            </a:r>
            <a:endParaRPr b="0" i="0" sz="2500" u="none" cap="none" strike="noStrike">
              <a:solidFill>
                <a:schemeClr val="dk1"/>
              </a:solidFill>
              <a:latin typeface="Arial"/>
              <a:ea typeface="Arial"/>
              <a:cs typeface="Arial"/>
              <a:sym typeface="Arial"/>
            </a:endParaRPr>
          </a:p>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Randomly draw subsamples of training data</a:t>
            </a:r>
            <a:endParaRPr/>
          </a:p>
          <a:p>
            <a:pPr indent="-185420" lvl="0" marL="185420" marR="0" rtl="0" algn="l">
              <a:lnSpc>
                <a:spcPct val="90000"/>
              </a:lnSpc>
              <a:spcBef>
                <a:spcPts val="575"/>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Build model for each subsample ensemble of models</a:t>
            </a:r>
            <a:endParaRPr/>
          </a:p>
          <a:p>
            <a:pPr indent="-185420" lvl="0" marL="185420" marR="0" rtl="0" algn="l">
              <a:lnSpc>
                <a:spcPct val="90000"/>
              </a:lnSpc>
              <a:spcBef>
                <a:spcPts val="58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Voting to create class</a:t>
            </a:r>
            <a:endParaRPr/>
          </a:p>
          <a:p>
            <a:pPr indent="-228600" lvl="1" marL="527050" marR="0" rtl="0" algn="l">
              <a:lnSpc>
                <a:spcPct val="90000"/>
              </a:lnSpc>
              <a:spcBef>
                <a:spcPts val="18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Can be weighted, e.g., using quality of ensemble models</a:t>
            </a:r>
            <a:endParaRPr/>
          </a:p>
          <a:p>
            <a:pPr indent="-185420" lvl="0" marL="185420" marR="0" rtl="0" algn="l">
              <a:lnSpc>
                <a:spcPct val="90000"/>
              </a:lnSpc>
              <a:spcBef>
                <a:spcPts val="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Random Forests combine Bagging with</a:t>
            </a:r>
            <a:endParaRPr/>
          </a:p>
          <a:p>
            <a:pPr indent="-228600" lvl="1" marL="527050" marR="0" rtl="0" algn="l">
              <a:lnSpc>
                <a:spcPct val="90000"/>
              </a:lnSpc>
              <a:spcBef>
                <a:spcPts val="30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Short decision trees, i.e., low depth</a:t>
            </a:r>
            <a:endParaRPr/>
          </a:p>
          <a:p>
            <a:pPr indent="-228600" lvl="1" marL="527050" marR="0" rtl="0" algn="l">
              <a:lnSpc>
                <a:spcPct val="90000"/>
              </a:lnSpc>
              <a:spcBef>
                <a:spcPts val="120"/>
              </a:spcBef>
              <a:spcAft>
                <a:spcPts val="0"/>
              </a:spcAft>
              <a:buClr>
                <a:srgbClr val="001F5F"/>
              </a:buClr>
              <a:buSzPts val="2400"/>
              <a:buFont typeface="Arial"/>
              <a:buChar char="•"/>
            </a:pPr>
            <a:r>
              <a:rPr b="0" i="0" lang="en-US" sz="2500" u="none" cap="none" strike="noStrike">
                <a:solidFill>
                  <a:schemeClr val="dk1"/>
                </a:solidFill>
                <a:latin typeface="Arial"/>
                <a:ea typeface="Arial"/>
                <a:cs typeface="Arial"/>
                <a:sym typeface="Arial"/>
              </a:rPr>
              <a:t>Allowing only a random subset of features for each decision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96" name="Shape 1596"/>
        <p:cNvGrpSpPr/>
        <p:nvPr/>
      </p:nvGrpSpPr>
      <p:grpSpPr>
        <a:xfrm>
          <a:off x="0" y="0"/>
          <a:ext cx="0" cy="0"/>
          <a:chOff x="0" y="0"/>
          <a:chExt cx="0" cy="0"/>
        </a:xfrm>
      </p:grpSpPr>
      <p:sp>
        <p:nvSpPr>
          <p:cNvPr descr="$PPTXTitle" id="1597" name="Google Shape;1597;p62"/>
          <p:cNvSpPr txBox="1"/>
          <p:nvPr>
            <p:ph type="title"/>
          </p:nvPr>
        </p:nvSpPr>
        <p:spPr>
          <a:xfrm>
            <a:off x="707542" y="494791"/>
            <a:ext cx="11589715" cy="757643"/>
          </a:xfrm>
          <a:prstGeom prst="rect">
            <a:avLst/>
          </a:prstGeom>
          <a:noFill/>
          <a:ln>
            <a:noFill/>
          </a:ln>
        </p:spPr>
        <p:txBody>
          <a:bodyPr anchorCtr="0" anchor="t" bIns="0" lIns="0" spcFirstLastPara="1" rIns="0" wrap="square" tIns="232150">
            <a:spAutoFit/>
          </a:bodyPr>
          <a:lstStyle/>
          <a:p>
            <a:pPr indent="0" lvl="0" marL="12700" rtl="0" algn="l">
              <a:lnSpc>
                <a:spcPct val="100000"/>
              </a:lnSpc>
              <a:spcBef>
                <a:spcPts val="0"/>
              </a:spcBef>
              <a:spcAft>
                <a:spcPts val="0"/>
              </a:spcAft>
              <a:buSzPts val="1400"/>
              <a:buNone/>
            </a:pPr>
            <a:r>
              <a:rPr b="1" lang="en-US" sz="3400">
                <a:solidFill>
                  <a:srgbClr val="0070C0"/>
                </a:solidFill>
              </a:rPr>
              <a:t>Decision Surface of Random Forests</a:t>
            </a:r>
            <a:endParaRPr b="1" sz="3400">
              <a:solidFill>
                <a:srgbClr val="0070C0"/>
              </a:solidFill>
            </a:endParaRPr>
          </a:p>
        </p:txBody>
      </p:sp>
      <p:grpSp>
        <p:nvGrpSpPr>
          <p:cNvPr id="1598" name="Google Shape;1598;p62"/>
          <p:cNvGrpSpPr/>
          <p:nvPr/>
        </p:nvGrpSpPr>
        <p:grpSpPr>
          <a:xfrm>
            <a:off x="3456659" y="2019357"/>
            <a:ext cx="3131668" cy="2553378"/>
            <a:chOff x="2749294" y="1825750"/>
            <a:chExt cx="1521460" cy="1089660"/>
          </a:xfrm>
        </p:grpSpPr>
        <p:pic>
          <p:nvPicPr>
            <p:cNvPr id="1599" name="Google Shape;1599;p62"/>
            <p:cNvPicPr preferRelativeResize="0"/>
            <p:nvPr/>
          </p:nvPicPr>
          <p:blipFill rotWithShape="1">
            <a:blip r:embed="rId3">
              <a:alphaModFix/>
            </a:blip>
            <a:srcRect b="0" l="0" r="0" t="0"/>
            <a:stretch/>
          </p:blipFill>
          <p:spPr>
            <a:xfrm>
              <a:off x="2753866" y="1863569"/>
              <a:ext cx="1511808" cy="1030644"/>
            </a:xfrm>
            <a:prstGeom prst="rect">
              <a:avLst/>
            </a:prstGeom>
            <a:noFill/>
            <a:ln>
              <a:noFill/>
            </a:ln>
          </p:spPr>
        </p:pic>
        <p:sp>
          <p:nvSpPr>
            <p:cNvPr id="1600" name="Google Shape;1600;p62"/>
            <p:cNvSpPr/>
            <p:nvPr/>
          </p:nvSpPr>
          <p:spPr>
            <a:xfrm>
              <a:off x="2749294" y="1825750"/>
              <a:ext cx="1521460" cy="1089660"/>
            </a:xfrm>
            <a:custGeom>
              <a:rect b="b" l="l" r="r" t="t"/>
              <a:pathLst>
                <a:path extrusionOk="0" h="1089660" w="1521460">
                  <a:moveTo>
                    <a:pt x="0" y="0"/>
                  </a:moveTo>
                  <a:lnTo>
                    <a:pt x="1520952" y="0"/>
                  </a:lnTo>
                  <a:lnTo>
                    <a:pt x="1520952" y="1089660"/>
                  </a:lnTo>
                  <a:lnTo>
                    <a:pt x="0" y="1089660"/>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01" name="Google Shape;1601;p62"/>
          <p:cNvGrpSpPr/>
          <p:nvPr/>
        </p:nvGrpSpPr>
        <p:grpSpPr>
          <a:xfrm>
            <a:off x="75630" y="1470038"/>
            <a:ext cx="3651673" cy="2688631"/>
            <a:chOff x="1028699" y="1825750"/>
            <a:chExt cx="1521460" cy="1089660"/>
          </a:xfrm>
        </p:grpSpPr>
        <p:pic>
          <p:nvPicPr>
            <p:cNvPr id="1602" name="Google Shape;1602;p62"/>
            <p:cNvPicPr preferRelativeResize="0"/>
            <p:nvPr/>
          </p:nvPicPr>
          <p:blipFill rotWithShape="1">
            <a:blip r:embed="rId4">
              <a:alphaModFix/>
            </a:blip>
            <a:srcRect b="0" l="0" r="0" t="0"/>
            <a:stretch/>
          </p:blipFill>
          <p:spPr>
            <a:xfrm>
              <a:off x="1033271" y="1830322"/>
              <a:ext cx="1511807" cy="1067999"/>
            </a:xfrm>
            <a:prstGeom prst="rect">
              <a:avLst/>
            </a:prstGeom>
            <a:noFill/>
            <a:ln>
              <a:noFill/>
            </a:ln>
          </p:spPr>
        </p:pic>
        <p:sp>
          <p:nvSpPr>
            <p:cNvPr id="1603" name="Google Shape;1603;p62"/>
            <p:cNvSpPr/>
            <p:nvPr/>
          </p:nvSpPr>
          <p:spPr>
            <a:xfrm>
              <a:off x="1028699" y="1825750"/>
              <a:ext cx="1521460" cy="1089660"/>
            </a:xfrm>
            <a:custGeom>
              <a:rect b="b" l="l" r="r" t="t"/>
              <a:pathLst>
                <a:path extrusionOk="0" h="1089660" w="1521460">
                  <a:moveTo>
                    <a:pt x="0" y="0"/>
                  </a:moveTo>
                  <a:lnTo>
                    <a:pt x="1520952" y="0"/>
                  </a:lnTo>
                  <a:lnTo>
                    <a:pt x="1520952" y="1089660"/>
                  </a:lnTo>
                  <a:lnTo>
                    <a:pt x="0" y="1089660"/>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04" name="Google Shape;1604;p62"/>
          <p:cNvGrpSpPr/>
          <p:nvPr/>
        </p:nvGrpSpPr>
        <p:grpSpPr>
          <a:xfrm>
            <a:off x="6586423" y="1813034"/>
            <a:ext cx="3377875" cy="2697768"/>
            <a:chOff x="4495800" y="1825750"/>
            <a:chExt cx="1521460" cy="1089660"/>
          </a:xfrm>
        </p:grpSpPr>
        <p:pic>
          <p:nvPicPr>
            <p:cNvPr id="1605" name="Google Shape;1605;p62"/>
            <p:cNvPicPr preferRelativeResize="0"/>
            <p:nvPr/>
          </p:nvPicPr>
          <p:blipFill rotWithShape="1">
            <a:blip r:embed="rId5">
              <a:alphaModFix/>
            </a:blip>
            <a:srcRect b="0" l="0" r="0" t="0"/>
            <a:stretch/>
          </p:blipFill>
          <p:spPr>
            <a:xfrm>
              <a:off x="4500372" y="1863697"/>
              <a:ext cx="1511807" cy="1034624"/>
            </a:xfrm>
            <a:prstGeom prst="rect">
              <a:avLst/>
            </a:prstGeom>
            <a:noFill/>
            <a:ln>
              <a:noFill/>
            </a:ln>
          </p:spPr>
        </p:pic>
        <p:sp>
          <p:nvSpPr>
            <p:cNvPr id="1606" name="Google Shape;1606;p62"/>
            <p:cNvSpPr/>
            <p:nvPr/>
          </p:nvSpPr>
          <p:spPr>
            <a:xfrm>
              <a:off x="4495800" y="1825750"/>
              <a:ext cx="1521460" cy="1089660"/>
            </a:xfrm>
            <a:custGeom>
              <a:rect b="b" l="l" r="r" t="t"/>
              <a:pathLst>
                <a:path extrusionOk="0" h="1089660" w="1521460">
                  <a:moveTo>
                    <a:pt x="0" y="0"/>
                  </a:moveTo>
                  <a:lnTo>
                    <a:pt x="1520952" y="0"/>
                  </a:lnTo>
                  <a:lnTo>
                    <a:pt x="1520952" y="1089660"/>
                  </a:lnTo>
                  <a:lnTo>
                    <a:pt x="0" y="1089660"/>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07" name="Google Shape;1607;p62"/>
          <p:cNvGrpSpPr/>
          <p:nvPr/>
        </p:nvGrpSpPr>
        <p:grpSpPr>
          <a:xfrm>
            <a:off x="9697417" y="1814195"/>
            <a:ext cx="3652616" cy="2970771"/>
            <a:chOff x="6224016" y="1840992"/>
            <a:chExt cx="1521460" cy="1088390"/>
          </a:xfrm>
        </p:grpSpPr>
        <p:pic>
          <p:nvPicPr>
            <p:cNvPr id="1608" name="Google Shape;1608;p62"/>
            <p:cNvPicPr preferRelativeResize="0"/>
            <p:nvPr/>
          </p:nvPicPr>
          <p:blipFill rotWithShape="1">
            <a:blip r:embed="rId6">
              <a:alphaModFix/>
            </a:blip>
            <a:srcRect b="0" l="0" r="0" t="0"/>
            <a:stretch/>
          </p:blipFill>
          <p:spPr>
            <a:xfrm>
              <a:off x="6228588" y="1845564"/>
              <a:ext cx="1511808" cy="1078990"/>
            </a:xfrm>
            <a:prstGeom prst="rect">
              <a:avLst/>
            </a:prstGeom>
            <a:noFill/>
            <a:ln>
              <a:noFill/>
            </a:ln>
          </p:spPr>
        </p:pic>
        <p:sp>
          <p:nvSpPr>
            <p:cNvPr id="1609" name="Google Shape;1609;p62"/>
            <p:cNvSpPr/>
            <p:nvPr/>
          </p:nvSpPr>
          <p:spPr>
            <a:xfrm>
              <a:off x="6224016" y="1840992"/>
              <a:ext cx="1521460" cy="1088390"/>
            </a:xfrm>
            <a:custGeom>
              <a:rect b="b" l="l" r="r" t="t"/>
              <a:pathLst>
                <a:path extrusionOk="0" h="1088389" w="1521459">
                  <a:moveTo>
                    <a:pt x="0" y="0"/>
                  </a:moveTo>
                  <a:lnTo>
                    <a:pt x="1520953" y="0"/>
                  </a:lnTo>
                  <a:lnTo>
                    <a:pt x="1520953" y="1088137"/>
                  </a:lnTo>
                  <a:lnTo>
                    <a:pt x="0" y="1088137"/>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10" name="Google Shape;1610;p62"/>
          <p:cNvSpPr/>
          <p:nvPr/>
        </p:nvSpPr>
        <p:spPr>
          <a:xfrm>
            <a:off x="3488629" y="4584341"/>
            <a:ext cx="7280971" cy="783059"/>
          </a:xfrm>
          <a:custGeom>
            <a:rect b="b" l="l" r="r" t="t"/>
            <a:pathLst>
              <a:path extrusionOk="0" h="216535" w="6707505">
                <a:moveTo>
                  <a:pt x="6707124" y="0"/>
                </a:moveTo>
                <a:lnTo>
                  <a:pt x="6705699" y="42142"/>
                </a:lnTo>
                <a:lnTo>
                  <a:pt x="6701821" y="76533"/>
                </a:lnTo>
                <a:lnTo>
                  <a:pt x="6696086" y="99708"/>
                </a:lnTo>
                <a:lnTo>
                  <a:pt x="6689090" y="108204"/>
                </a:lnTo>
                <a:lnTo>
                  <a:pt x="3371596" y="108204"/>
                </a:lnTo>
                <a:lnTo>
                  <a:pt x="3364599" y="116699"/>
                </a:lnTo>
                <a:lnTo>
                  <a:pt x="3358864" y="139874"/>
                </a:lnTo>
                <a:lnTo>
                  <a:pt x="3354986" y="174265"/>
                </a:lnTo>
                <a:lnTo>
                  <a:pt x="3353562" y="216408"/>
                </a:lnTo>
                <a:lnTo>
                  <a:pt x="3352137" y="174265"/>
                </a:lnTo>
                <a:lnTo>
                  <a:pt x="3348259" y="139874"/>
                </a:lnTo>
                <a:lnTo>
                  <a:pt x="3342524" y="116699"/>
                </a:lnTo>
                <a:lnTo>
                  <a:pt x="3335528" y="108204"/>
                </a:lnTo>
                <a:lnTo>
                  <a:pt x="18033" y="108204"/>
                </a:lnTo>
                <a:lnTo>
                  <a:pt x="11015" y="99708"/>
                </a:lnTo>
                <a:lnTo>
                  <a:pt x="5283" y="76533"/>
                </a:lnTo>
                <a:lnTo>
                  <a:pt x="1417" y="42142"/>
                </a:lnTo>
                <a:lnTo>
                  <a:pt x="0" y="0"/>
                </a:lnTo>
              </a:path>
            </a:pathLst>
          </a:custGeom>
          <a:noFill/>
          <a:ln cap="flat" cmpd="sng" w="19800">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11" name="Google Shape;1611;p62"/>
          <p:cNvGrpSpPr/>
          <p:nvPr/>
        </p:nvGrpSpPr>
        <p:grpSpPr>
          <a:xfrm>
            <a:off x="4501493" y="5341167"/>
            <a:ext cx="4966489" cy="3794669"/>
            <a:chOff x="2662426" y="3549394"/>
            <a:chExt cx="3449320" cy="2420620"/>
          </a:xfrm>
        </p:grpSpPr>
        <p:pic>
          <p:nvPicPr>
            <p:cNvPr id="1612" name="Google Shape;1612;p62"/>
            <p:cNvPicPr preferRelativeResize="0"/>
            <p:nvPr/>
          </p:nvPicPr>
          <p:blipFill rotWithShape="1">
            <a:blip r:embed="rId7">
              <a:alphaModFix/>
            </a:blip>
            <a:srcRect b="0" l="0" r="0" t="0"/>
            <a:stretch/>
          </p:blipFill>
          <p:spPr>
            <a:xfrm>
              <a:off x="2666998" y="3553966"/>
              <a:ext cx="3430138" cy="2410966"/>
            </a:xfrm>
            <a:prstGeom prst="rect">
              <a:avLst/>
            </a:prstGeom>
            <a:noFill/>
            <a:ln>
              <a:noFill/>
            </a:ln>
          </p:spPr>
        </p:pic>
        <p:sp>
          <p:nvSpPr>
            <p:cNvPr id="1613" name="Google Shape;1613;p62"/>
            <p:cNvSpPr/>
            <p:nvPr/>
          </p:nvSpPr>
          <p:spPr>
            <a:xfrm>
              <a:off x="2662426" y="3549394"/>
              <a:ext cx="3449320" cy="2420620"/>
            </a:xfrm>
            <a:custGeom>
              <a:rect b="b" l="l" r="r" t="t"/>
              <a:pathLst>
                <a:path extrusionOk="0" h="2420620" w="3449320">
                  <a:moveTo>
                    <a:pt x="0" y="0"/>
                  </a:moveTo>
                  <a:lnTo>
                    <a:pt x="3448812" y="0"/>
                  </a:lnTo>
                  <a:lnTo>
                    <a:pt x="3448812" y="2420112"/>
                  </a:lnTo>
                  <a:lnTo>
                    <a:pt x="0" y="2420112"/>
                  </a:lnTo>
                  <a:lnTo>
                    <a:pt x="0" y="0"/>
                  </a:lnTo>
                  <a:close/>
                </a:path>
              </a:pathLst>
            </a:custGeom>
            <a:noFill/>
            <a:ln cap="flat" cmpd="sng" w="9525">
              <a:solidFill>
                <a:srgbClr val="001F5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169"/>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Modern Streaming Architecture</a:t>
            </a:r>
            <a:endParaRPr/>
          </a:p>
        </p:txBody>
      </p:sp>
      <p:sp>
        <p:nvSpPr>
          <p:cNvPr id="1619" name="Google Shape;1619;p169"/>
          <p:cNvSpPr txBox="1"/>
          <p:nvPr>
            <p:ph idx="1" type="body"/>
          </p:nvPr>
        </p:nvSpPr>
        <p:spPr>
          <a:xfrm>
            <a:off x="688340" y="1611882"/>
            <a:ext cx="10148273" cy="2769989"/>
          </a:xfrm>
          <a:prstGeom prst="rect">
            <a:avLst/>
          </a:prstGeom>
          <a:noFill/>
          <a:ln>
            <a:noFill/>
          </a:ln>
        </p:spPr>
        <p:txBody>
          <a:bodyPr anchorCtr="0" anchor="t" bIns="0" lIns="0" spcFirstLastPara="1" rIns="0" wrap="square" tIns="0">
            <a:spAutoFit/>
          </a:bodyPr>
          <a:lstStyle/>
          <a:p>
            <a:pPr indent="-342900" lvl="0" marL="571500" rtl="0" algn="l">
              <a:lnSpc>
                <a:spcPct val="150000"/>
              </a:lnSpc>
              <a:spcBef>
                <a:spcPts val="0"/>
              </a:spcBef>
              <a:spcAft>
                <a:spcPts val="0"/>
              </a:spcAft>
              <a:buSzPts val="1400"/>
              <a:buFont typeface="Arial"/>
              <a:buChar char="•"/>
            </a:pPr>
            <a:r>
              <a:rPr lang="en-US">
                <a:solidFill>
                  <a:schemeClr val="dk1"/>
                </a:solidFill>
                <a:latin typeface="Arial"/>
                <a:ea typeface="Arial"/>
                <a:cs typeface="Arial"/>
                <a:sym typeface="Arial"/>
              </a:rPr>
              <a:t>Traditional batch systems process data hourly or daily</a:t>
            </a:r>
            <a:endParaRPr/>
          </a:p>
          <a:p>
            <a:pPr indent="-342900" lvl="0" marL="571500" rtl="0" algn="l">
              <a:lnSpc>
                <a:spcPct val="150000"/>
              </a:lnSpc>
              <a:spcBef>
                <a:spcPts val="0"/>
              </a:spcBef>
              <a:spcAft>
                <a:spcPts val="0"/>
              </a:spcAft>
              <a:buSzPts val="1400"/>
              <a:buFont typeface="Arial"/>
              <a:buChar char="•"/>
            </a:pPr>
            <a:r>
              <a:rPr lang="en-US">
                <a:solidFill>
                  <a:schemeClr val="dk1"/>
                </a:solidFill>
                <a:latin typeface="Arial"/>
                <a:ea typeface="Arial"/>
                <a:cs typeface="Arial"/>
                <a:sym typeface="Arial"/>
              </a:rPr>
              <a:t>Modern systems require real-time event streaming</a:t>
            </a:r>
            <a:endParaRPr/>
          </a:p>
          <a:p>
            <a:pPr indent="-342900" lvl="0" marL="571500" rtl="0" algn="l">
              <a:lnSpc>
                <a:spcPct val="150000"/>
              </a:lnSpc>
              <a:spcBef>
                <a:spcPts val="0"/>
              </a:spcBef>
              <a:spcAft>
                <a:spcPts val="0"/>
              </a:spcAft>
              <a:buSzPts val="1400"/>
              <a:buFont typeface="Arial"/>
              <a:buChar char="•"/>
            </a:pPr>
            <a:r>
              <a:rPr lang="en-US">
                <a:solidFill>
                  <a:schemeClr val="dk1"/>
                </a:solidFill>
                <a:latin typeface="Arial"/>
                <a:ea typeface="Arial"/>
                <a:cs typeface="Arial"/>
                <a:sym typeface="Arial"/>
              </a:rPr>
              <a:t>Kafka enables scalable event-driven pipelines</a:t>
            </a:r>
            <a:endParaRPr/>
          </a:p>
          <a:p>
            <a:pPr indent="-342900" lvl="0" marL="571500" rtl="0" algn="l">
              <a:lnSpc>
                <a:spcPct val="150000"/>
              </a:lnSpc>
              <a:spcBef>
                <a:spcPts val="0"/>
              </a:spcBef>
              <a:spcAft>
                <a:spcPts val="0"/>
              </a:spcAft>
              <a:buSzPts val="1400"/>
              <a:buFont typeface="Arial"/>
              <a:buChar char="•"/>
            </a:pPr>
            <a:r>
              <a:rPr lang="en-US">
                <a:solidFill>
                  <a:schemeClr val="dk1"/>
                </a:solidFill>
                <a:latin typeface="Arial"/>
                <a:ea typeface="Arial"/>
                <a:cs typeface="Arial"/>
                <a:sym typeface="Arial"/>
              </a:rPr>
              <a:t>Streaming architecture supports analytics and monitoring</a:t>
            </a:r>
            <a:endParaRPr/>
          </a:p>
          <a:p>
            <a:pPr indent="-342900" lvl="0" marL="571500" rtl="0" algn="l">
              <a:lnSpc>
                <a:spcPct val="150000"/>
              </a:lnSpc>
              <a:spcBef>
                <a:spcPts val="0"/>
              </a:spcBef>
              <a:spcAft>
                <a:spcPts val="0"/>
              </a:spcAft>
              <a:buSzPts val="1400"/>
              <a:buFont typeface="Arial"/>
              <a:buChar char="•"/>
            </a:pPr>
            <a:r>
              <a:rPr lang="en-US">
                <a:solidFill>
                  <a:schemeClr val="dk1"/>
                </a:solidFill>
                <a:latin typeface="Arial"/>
                <a:ea typeface="Arial"/>
                <a:cs typeface="Arial"/>
                <a:sym typeface="Arial"/>
              </a:rPr>
              <a:t>Kafka integrates with Spark, Airflow, and dbt</a:t>
            </a:r>
            <a:endParaRPr>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170"/>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Apache Kafka Overview</a:t>
            </a:r>
            <a:endParaRPr/>
          </a:p>
        </p:txBody>
      </p:sp>
      <p:sp>
        <p:nvSpPr>
          <p:cNvPr id="1625" name="Google Shape;1625;p170"/>
          <p:cNvSpPr txBox="1"/>
          <p:nvPr>
            <p:ph idx="1" type="body"/>
          </p:nvPr>
        </p:nvSpPr>
        <p:spPr>
          <a:xfrm>
            <a:off x="1310910" y="1480310"/>
            <a:ext cx="9953720" cy="2916592"/>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Kafka is a distributed event streaming platform</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Kafka stores streams of records called topics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Producers publish events into Kafka topics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Consumers subscribe and process events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Designed for high throughput and fault tolerance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71"/>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Kafka Core Components</a:t>
            </a:r>
            <a:endParaRPr/>
          </a:p>
        </p:txBody>
      </p:sp>
      <p:sp>
        <p:nvSpPr>
          <p:cNvPr id="1631" name="Google Shape;1631;p171"/>
          <p:cNvSpPr txBox="1"/>
          <p:nvPr>
            <p:ph idx="1" type="body"/>
          </p:nvPr>
        </p:nvSpPr>
        <p:spPr>
          <a:xfrm>
            <a:off x="688340" y="1611883"/>
            <a:ext cx="10440103" cy="1846659"/>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Producer: Sends messages into Kafka</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Topic: Stream category for events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Broker: Kafka server managing topics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Consumer: Reads and processes messages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Consumer Groups: Enable scalable processing</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172"/>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Kafka Producer Example</a:t>
            </a:r>
            <a:endParaRPr/>
          </a:p>
        </p:txBody>
      </p:sp>
      <p:sp>
        <p:nvSpPr>
          <p:cNvPr id="1637" name="Google Shape;1637;p172"/>
          <p:cNvSpPr txBox="1"/>
          <p:nvPr>
            <p:ph idx="1" type="body"/>
          </p:nvPr>
        </p:nvSpPr>
        <p:spPr>
          <a:xfrm>
            <a:off x="688340" y="1611882"/>
            <a:ext cx="10517924" cy="1477328"/>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Python Kafka producer example</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Send JSON event messages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Real-time purchase or clickstream simulation</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Used in fraud detection and analytics pipelines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173"/>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Kafka Consumer Example</a:t>
            </a:r>
            <a:endParaRPr/>
          </a:p>
        </p:txBody>
      </p:sp>
      <p:sp>
        <p:nvSpPr>
          <p:cNvPr id="1643" name="Google Shape;1643;p173"/>
          <p:cNvSpPr txBox="1"/>
          <p:nvPr>
            <p:ph idx="1" type="body"/>
          </p:nvPr>
        </p:nvSpPr>
        <p:spPr>
          <a:xfrm>
            <a:off x="688340" y="1611882"/>
            <a:ext cx="12316460" cy="1477328"/>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Consumer continuously listens to Kafka topics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Processes events in real time</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Can trigger Spark ETL workflows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Supports scalable event-driven applications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174"/>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dbt Overview</a:t>
            </a:r>
            <a:endParaRPr/>
          </a:p>
        </p:txBody>
      </p:sp>
      <p:sp>
        <p:nvSpPr>
          <p:cNvPr id="1649" name="Google Shape;1649;p174"/>
          <p:cNvSpPr txBox="1"/>
          <p:nvPr>
            <p:ph idx="1" type="body"/>
          </p:nvPr>
        </p:nvSpPr>
        <p:spPr>
          <a:xfrm>
            <a:off x="688340" y="1611883"/>
            <a:ext cx="10945941" cy="4983470"/>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 Data Build Tool</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Modern analytics engineering framework</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Transforms raw data into analytics-ready models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Uses SQL + version control</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Integrates with cloud data warehouses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175"/>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dbt Project Structure</a:t>
            </a:r>
            <a:endParaRPr/>
          </a:p>
        </p:txBody>
      </p:sp>
      <p:sp>
        <p:nvSpPr>
          <p:cNvPr id="1655" name="Google Shape;1655;p175"/>
          <p:cNvSpPr txBox="1"/>
          <p:nvPr>
            <p:ph idx="1" type="body"/>
          </p:nvPr>
        </p:nvSpPr>
        <p:spPr>
          <a:xfrm>
            <a:off x="688340" y="1611883"/>
            <a:ext cx="6061075" cy="2215991"/>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Models define reusable SQL transformations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schema.yml defines tests and metadata</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dbt_project.yml manages project configuration</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Supports modular analytics engineering</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176"/>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dbt Workflow</a:t>
            </a:r>
            <a:endParaRPr/>
          </a:p>
        </p:txBody>
      </p:sp>
      <p:sp>
        <p:nvSpPr>
          <p:cNvPr id="1661" name="Google Shape;1661;p176"/>
          <p:cNvSpPr txBox="1"/>
          <p:nvPr>
            <p:ph idx="1" type="body"/>
          </p:nvPr>
        </p:nvSpPr>
        <p:spPr>
          <a:xfrm>
            <a:off x="688340" y="1611883"/>
            <a:ext cx="6061075" cy="2954655"/>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Raw data loaded into PostgreSQL or warehouse</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transforms raw tables into business models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test validates data quality</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docs generates lineage and documentation</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run executes SQL pipelines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177"/>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Modern Data Engineering Pipeline</a:t>
            </a:r>
            <a:endParaRPr/>
          </a:p>
        </p:txBody>
      </p:sp>
      <p:sp>
        <p:nvSpPr>
          <p:cNvPr id="1667" name="Google Shape;1667;p177"/>
          <p:cNvSpPr txBox="1"/>
          <p:nvPr>
            <p:ph idx="1" type="body"/>
          </p:nvPr>
        </p:nvSpPr>
        <p:spPr>
          <a:xfrm>
            <a:off x="688340" y="1611883"/>
            <a:ext cx="6061075" cy="2215991"/>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Kafka streams real-time events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Spark processes streaming or batch data</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Airflow orchestrates workflows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dbt builds analytics models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PostgreSQL stores transformed data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71" name="Shape 1671"/>
        <p:cNvGrpSpPr/>
        <p:nvPr/>
      </p:nvGrpSpPr>
      <p:grpSpPr>
        <a:xfrm>
          <a:off x="0" y="0"/>
          <a:ext cx="0" cy="0"/>
          <a:chOff x="0" y="0"/>
          <a:chExt cx="0" cy="0"/>
        </a:xfrm>
      </p:grpSpPr>
      <p:sp>
        <p:nvSpPr>
          <p:cNvPr id="1672" name="Google Shape;1672;p178"/>
          <p:cNvSpPr txBox="1"/>
          <p:nvPr>
            <p:ph type="title"/>
          </p:nvPr>
        </p:nvSpPr>
        <p:spPr>
          <a:xfrm>
            <a:off x="707542" y="494791"/>
            <a:ext cx="11589715" cy="61555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n-US"/>
              <a:t>Industry Use Cases</a:t>
            </a:r>
            <a:endParaRPr/>
          </a:p>
        </p:txBody>
      </p:sp>
      <p:sp>
        <p:nvSpPr>
          <p:cNvPr id="1673" name="Google Shape;1673;p178"/>
          <p:cNvSpPr txBox="1"/>
          <p:nvPr>
            <p:ph idx="1" type="body"/>
          </p:nvPr>
        </p:nvSpPr>
        <p:spPr>
          <a:xfrm>
            <a:off x="688340" y="1611883"/>
            <a:ext cx="6061075" cy="1846659"/>
          </a:xfrm>
          <a:prstGeom prst="rect">
            <a:avLst/>
          </a:prstGeom>
          <a:noFill/>
          <a:ln>
            <a:noFill/>
          </a:ln>
        </p:spPr>
        <p:txBody>
          <a:bodyPr anchorCtr="0" anchor="t" bIns="0" lIns="0" spcFirstLastPara="1" rIns="0" wrap="square" tIns="0">
            <a:spAutoFit/>
          </a:bodyPr>
          <a:lstStyle/>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Netflix recommendation systems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Uber ride event streaming</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Fraud detection pipelines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Real-time monitoring dashboards</a:t>
            </a:r>
            <a:endParaRPr/>
          </a:p>
          <a:p>
            <a:pPr indent="-342900" lvl="0" marL="571500" rtl="0" algn="l">
              <a:lnSpc>
                <a:spcPct val="100000"/>
              </a:lnSpc>
              <a:spcBef>
                <a:spcPts val="0"/>
              </a:spcBef>
              <a:spcAft>
                <a:spcPts val="0"/>
              </a:spcAft>
              <a:buSzPts val="1400"/>
              <a:buFont typeface="Arial"/>
              <a:buChar char="•"/>
            </a:pPr>
            <a:r>
              <a:rPr lang="en-US">
                <a:solidFill>
                  <a:schemeClr val="dk1"/>
                </a:solidFill>
                <a:latin typeface="Arial"/>
                <a:ea typeface="Arial"/>
                <a:cs typeface="Arial"/>
                <a:sym typeface="Arial"/>
              </a:rPr>
              <a:t>Customer behavior analytics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2025-11-14T20:39:23Z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2023-01-17T00:00:00Z</vt:filetime>
  </property>
  <property fmtid="{D5CDD505-2E9C-101B-9397-08002B2CF9AE}" pid="3" name="LastSaved">
    <vt:filetime>2025-11-14T00:00:00Z</vt:filetime>
  </property>
  <property fmtid="{D5CDD505-2E9C-101B-9397-08002B2CF9AE}" pid="4" name="Producer">
    <vt:lpwstr>macOS Version 13.1 (Build 22C65) Quartz PDFContext</vt:lpwstr>
  </property>
</Properties>
</file>